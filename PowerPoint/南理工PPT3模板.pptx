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9.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5" r:id="rId2"/>
  </p:sldMasterIdLst>
  <p:sldIdLst>
    <p:sldId id="259" r:id="rId3"/>
    <p:sldId id="268" r:id="rId4"/>
    <p:sldId id="290" r:id="rId5"/>
    <p:sldId id="269" r:id="rId6"/>
    <p:sldId id="270" r:id="rId7"/>
    <p:sldId id="283" r:id="rId8"/>
    <p:sldId id="272" r:id="rId9"/>
    <p:sldId id="276" r:id="rId10"/>
    <p:sldId id="284" r:id="rId11"/>
    <p:sldId id="273" r:id="rId12"/>
    <p:sldId id="277" r:id="rId13"/>
    <p:sldId id="285" r:id="rId14"/>
    <p:sldId id="274" r:id="rId15"/>
    <p:sldId id="278" r:id="rId16"/>
    <p:sldId id="286" r:id="rId17"/>
    <p:sldId id="275" r:id="rId18"/>
    <p:sldId id="280" r:id="rId19"/>
    <p:sldId id="287" r:id="rId20"/>
    <p:sldId id="279" r:id="rId21"/>
    <p:sldId id="281" r:id="rId22"/>
    <p:sldId id="288" r:id="rId23"/>
    <p:sldId id="258" r:id="rId24"/>
    <p:sldId id="291" r:id="rId25"/>
    <p:sldId id="292"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B8403D4D-1AEC-442B-B9A5-C1E1A4FA35CA}">
          <p14:sldIdLst>
            <p14:sldId id="259"/>
          </p14:sldIdLst>
        </p14:section>
        <p14:section name="目录（4/6版）" id="{F03EF312-A695-4AE3-8192-C7CF673E0FF1}">
          <p14:sldIdLst>
            <p14:sldId id="268"/>
            <p14:sldId id="290"/>
          </p14:sldIdLst>
        </p14:section>
        <p14:section name="转场+内容版式" id="{37C94BC0-F1D5-454D-A2AB-ACF2F0DB39E5}">
          <p14:sldIdLst>
            <p14:sldId id="269"/>
            <p14:sldId id="270"/>
            <p14:sldId id="283"/>
            <p14:sldId id="272"/>
            <p14:sldId id="276"/>
            <p14:sldId id="284"/>
            <p14:sldId id="273"/>
            <p14:sldId id="277"/>
            <p14:sldId id="285"/>
            <p14:sldId id="274"/>
            <p14:sldId id="278"/>
            <p14:sldId id="286"/>
            <p14:sldId id="275"/>
            <p14:sldId id="280"/>
            <p14:sldId id="287"/>
            <p14:sldId id="279"/>
            <p14:sldId id="281"/>
            <p14:sldId id="288"/>
          </p14:sldIdLst>
        </p14:section>
        <p14:section name="封底" id="{D729B22A-2D45-4CAB-9507-2AC4D26B9570}">
          <p14:sldIdLst>
            <p14:sldId id="258"/>
          </p14:sldIdLst>
        </p14:section>
        <p14:section name="使用指南" id="{A908A206-A37C-4634-BD05-AEEAE4A718F0}">
          <p14:sldIdLst>
            <p14:sldId id="291"/>
            <p14:sldId id="292"/>
          </p14:sldIdLst>
        </p14:section>
      </p14:sectionLst>
    </p:ext>
    <p:ext uri="{EFAFB233-063F-42B5-8137-9DF3F51BA10A}">
      <p15:sldGuideLst xmlns:p15="http://schemas.microsoft.com/office/powerpoint/2012/main">
        <p15:guide id="2" pos="6924" userDrawn="1">
          <p15:clr>
            <a:srgbClr val="A4A3A4"/>
          </p15:clr>
        </p15:guide>
        <p15:guide id="3" pos="5995" userDrawn="1">
          <p15:clr>
            <a:srgbClr val="A4A3A4"/>
          </p15:clr>
        </p15:guide>
        <p15:guide id="4" pos="7015" userDrawn="1">
          <p15:clr>
            <a:srgbClr val="A4A3A4"/>
          </p15:clr>
        </p15:guide>
        <p15:guide id="5" pos="3840" userDrawn="1">
          <p15:clr>
            <a:srgbClr val="A4A3A4"/>
          </p15:clr>
        </p15:guide>
        <p15:guide id="6" orient="horz" pos="2160" userDrawn="1">
          <p15:clr>
            <a:srgbClr val="A4A3A4"/>
          </p15:clr>
        </p15:guide>
        <p15:guide id="7" orient="horz" pos="3861" userDrawn="1">
          <p15:clr>
            <a:srgbClr val="A4A3A4"/>
          </p15:clr>
        </p15:guide>
        <p15:guide id="8" orient="horz" pos="312" userDrawn="1">
          <p15:clr>
            <a:srgbClr val="A4A3A4"/>
          </p15:clr>
        </p15:guide>
        <p15:guide id="9" pos="49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2677"/>
    <a:srgbClr val="C27DAD"/>
    <a:srgbClr val="EBD4E4"/>
    <a:srgbClr val="AD5192"/>
    <a:srgbClr val="D6A8C9"/>
    <a:srgbClr val="972676"/>
    <a:srgbClr val="B96AA2"/>
    <a:srgbClr val="982676"/>
    <a:srgbClr val="E1C4F2"/>
    <a:srgbClr val="EEBC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39" autoAdjust="0"/>
    <p:restoredTop sz="94660"/>
  </p:normalViewPr>
  <p:slideViewPr>
    <p:cSldViewPr snapToGrid="0" showGuides="1">
      <p:cViewPr varScale="1">
        <p:scale>
          <a:sx n="84" d="100"/>
          <a:sy n="84" d="100"/>
        </p:scale>
        <p:origin x="91" y="53"/>
      </p:cViewPr>
      <p:guideLst>
        <p:guide pos="6924"/>
        <p:guide pos="5995"/>
        <p:guide pos="7015"/>
        <p:guide pos="3840"/>
        <p:guide orient="horz" pos="2160"/>
        <p:guide orient="horz" pos="3861"/>
        <p:guide orient="horz" pos="312"/>
        <p:guide pos="499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doughnutChart>
        <c:varyColors val="1"/>
        <c:ser>
          <c:idx val="0"/>
          <c:order val="0"/>
          <c:tx>
            <c:strRef>
              <c:f>Sheet1!$B$1</c:f>
              <c:strCache>
                <c:ptCount val="1"/>
                <c:pt idx="0">
                  <c:v>核心技术</c:v>
                </c:pt>
              </c:strCache>
            </c:strRef>
          </c:tx>
          <c:spPr>
            <a:solidFill>
              <a:schemeClr val="tx1"/>
            </a:solidFill>
          </c:spPr>
          <c:dPt>
            <c:idx val="0"/>
            <c:bubble3D val="0"/>
            <c:explosion val="7"/>
            <c:spPr>
              <a:solidFill>
                <a:srgbClr val="AD5192"/>
              </a:solidFill>
              <a:ln w="19050">
                <a:solidFill>
                  <a:schemeClr val="lt1"/>
                </a:solidFill>
              </a:ln>
              <a:effectLst/>
            </c:spPr>
            <c:extLst>
              <c:ext xmlns:c16="http://schemas.microsoft.com/office/drawing/2014/chart" uri="{C3380CC4-5D6E-409C-BE32-E72D297353CC}">
                <c16:uniqueId val="{00000001-0369-489F-AA8B-299D6E8595CA}"/>
              </c:ext>
            </c:extLst>
          </c:dPt>
          <c:dPt>
            <c:idx val="1"/>
            <c:bubble3D val="0"/>
            <c:spPr>
              <a:solidFill>
                <a:schemeClr val="bg1"/>
              </a:solidFill>
              <a:ln w="19050">
                <a:solidFill>
                  <a:schemeClr val="lt1"/>
                </a:solidFill>
              </a:ln>
              <a:effectLst/>
            </c:spPr>
            <c:extLst>
              <c:ext xmlns:c16="http://schemas.microsoft.com/office/drawing/2014/chart" uri="{C3380CC4-5D6E-409C-BE32-E72D297353CC}">
                <c16:uniqueId val="{00000003-0369-489F-AA8B-299D6E8595CA}"/>
              </c:ext>
            </c:extLst>
          </c:dPt>
          <c:cat>
            <c:strRef>
              <c:f>Sheet1!$A$2:$A$3</c:f>
              <c:strCache>
                <c:ptCount val="2"/>
                <c:pt idx="0">
                  <c:v>占比</c:v>
                </c:pt>
                <c:pt idx="1">
                  <c:v>辅助</c:v>
                </c:pt>
              </c:strCache>
            </c:strRef>
          </c:cat>
          <c:val>
            <c:numRef>
              <c:f>Sheet1!$B$2:$B$3</c:f>
              <c:numCache>
                <c:formatCode>0.00%</c:formatCode>
                <c:ptCount val="2"/>
                <c:pt idx="0">
                  <c:v>0.18329999999999999</c:v>
                </c:pt>
                <c:pt idx="1">
                  <c:v>0.81669999999999998</c:v>
                </c:pt>
              </c:numCache>
            </c:numRef>
          </c:val>
          <c:extLst>
            <c:ext xmlns:c16="http://schemas.microsoft.com/office/drawing/2014/chart" uri="{C3380CC4-5D6E-409C-BE32-E72D297353CC}">
              <c16:uniqueId val="{00000004-0369-489F-AA8B-299D6E8595CA}"/>
            </c:ext>
          </c:extLst>
        </c:ser>
        <c:ser>
          <c:idx val="1"/>
          <c:order val="1"/>
          <c:tx>
            <c:strRef>
              <c:f>Sheet1!$C$1</c:f>
              <c:strCache>
                <c:ptCount val="1"/>
                <c:pt idx="0">
                  <c:v>风险投资</c:v>
                </c:pt>
              </c:strCache>
            </c:strRef>
          </c:tx>
          <c:dPt>
            <c:idx val="0"/>
            <c:bubble3D val="0"/>
            <c:spPr>
              <a:solidFill>
                <a:srgbClr val="D6A8C9"/>
              </a:solidFill>
              <a:ln w="19050">
                <a:solidFill>
                  <a:schemeClr val="lt1"/>
                </a:solidFill>
              </a:ln>
              <a:effectLst/>
            </c:spPr>
            <c:extLst>
              <c:ext xmlns:c16="http://schemas.microsoft.com/office/drawing/2014/chart" uri="{C3380CC4-5D6E-409C-BE32-E72D297353CC}">
                <c16:uniqueId val="{00000006-0369-489F-AA8B-299D6E8595CA}"/>
              </c:ext>
            </c:extLst>
          </c:dPt>
          <c:dPt>
            <c:idx val="1"/>
            <c:bubble3D val="0"/>
            <c:spPr>
              <a:solidFill>
                <a:schemeClr val="bg1"/>
              </a:solidFill>
              <a:ln w="19050">
                <a:solidFill>
                  <a:schemeClr val="lt1"/>
                </a:solidFill>
              </a:ln>
              <a:effectLst/>
            </c:spPr>
            <c:extLst>
              <c:ext xmlns:c16="http://schemas.microsoft.com/office/drawing/2014/chart" uri="{C3380CC4-5D6E-409C-BE32-E72D297353CC}">
                <c16:uniqueId val="{00000008-0369-489F-AA8B-299D6E8595CA}"/>
              </c:ext>
            </c:extLst>
          </c:dPt>
          <c:cat>
            <c:strRef>
              <c:f>Sheet1!$A$2:$A$3</c:f>
              <c:strCache>
                <c:ptCount val="2"/>
                <c:pt idx="0">
                  <c:v>占比</c:v>
                </c:pt>
                <c:pt idx="1">
                  <c:v>辅助</c:v>
                </c:pt>
              </c:strCache>
            </c:strRef>
          </c:cat>
          <c:val>
            <c:numRef>
              <c:f>Sheet1!$C$2:$C$3</c:f>
              <c:numCache>
                <c:formatCode>0.00%</c:formatCode>
                <c:ptCount val="2"/>
                <c:pt idx="0">
                  <c:v>0.3</c:v>
                </c:pt>
                <c:pt idx="1">
                  <c:v>0.7</c:v>
                </c:pt>
              </c:numCache>
            </c:numRef>
          </c:val>
          <c:extLst>
            <c:ext xmlns:c16="http://schemas.microsoft.com/office/drawing/2014/chart" uri="{C3380CC4-5D6E-409C-BE32-E72D297353CC}">
              <c16:uniqueId val="{00000009-0369-489F-AA8B-299D6E8595CA}"/>
            </c:ext>
          </c:extLst>
        </c:ser>
        <c:ser>
          <c:idx val="2"/>
          <c:order val="2"/>
          <c:tx>
            <c:strRef>
              <c:f>Sheet1!$D$1</c:f>
              <c:strCache>
                <c:ptCount val="1"/>
                <c:pt idx="0">
                  <c:v>自筹资金2</c:v>
                </c:pt>
              </c:strCache>
            </c:strRef>
          </c:tx>
          <c:spPr>
            <a:ln>
              <a:noFill/>
            </a:ln>
          </c:spPr>
          <c:dPt>
            <c:idx val="0"/>
            <c:bubble3D val="0"/>
            <c:spPr>
              <a:solidFill>
                <a:srgbClr val="C27DAD"/>
              </a:solidFill>
              <a:ln w="19050">
                <a:noFill/>
              </a:ln>
              <a:effectLst/>
            </c:spPr>
            <c:extLst>
              <c:ext xmlns:c16="http://schemas.microsoft.com/office/drawing/2014/chart" uri="{C3380CC4-5D6E-409C-BE32-E72D297353CC}">
                <c16:uniqueId val="{0000000B-0369-489F-AA8B-299D6E8595CA}"/>
              </c:ext>
            </c:extLst>
          </c:dPt>
          <c:dPt>
            <c:idx val="1"/>
            <c:bubble3D val="0"/>
            <c:spPr>
              <a:solidFill>
                <a:schemeClr val="bg1"/>
              </a:solidFill>
              <a:ln w="19050">
                <a:noFill/>
              </a:ln>
              <a:effectLst/>
            </c:spPr>
            <c:extLst>
              <c:ext xmlns:c16="http://schemas.microsoft.com/office/drawing/2014/chart" uri="{C3380CC4-5D6E-409C-BE32-E72D297353CC}">
                <c16:uniqueId val="{0000000D-0369-489F-AA8B-299D6E8595CA}"/>
              </c:ext>
            </c:extLst>
          </c:dPt>
          <c:cat>
            <c:strRef>
              <c:f>Sheet1!$A$2:$A$3</c:f>
              <c:strCache>
                <c:ptCount val="2"/>
                <c:pt idx="0">
                  <c:v>占比</c:v>
                </c:pt>
                <c:pt idx="1">
                  <c:v>辅助</c:v>
                </c:pt>
              </c:strCache>
            </c:strRef>
          </c:cat>
          <c:val>
            <c:numRef>
              <c:f>Sheet1!$D$2:$D$3</c:f>
              <c:numCache>
                <c:formatCode>0.00%</c:formatCode>
                <c:ptCount val="2"/>
                <c:pt idx="0">
                  <c:v>0.51670000000000005</c:v>
                </c:pt>
                <c:pt idx="1">
                  <c:v>0.48330000000000001</c:v>
                </c:pt>
              </c:numCache>
            </c:numRef>
          </c:val>
          <c:extLst>
            <c:ext xmlns:c16="http://schemas.microsoft.com/office/drawing/2014/chart" uri="{C3380CC4-5D6E-409C-BE32-E72D297353CC}">
              <c16:uniqueId val="{0000000E-0369-489F-AA8B-299D6E8595CA}"/>
            </c:ext>
          </c:extLst>
        </c:ser>
        <c:dLbls>
          <c:showLegendKey val="0"/>
          <c:showVal val="0"/>
          <c:showCatName val="0"/>
          <c:showSerName val="0"/>
          <c:showPercent val="0"/>
          <c:showBubbleSize val="0"/>
          <c:showLeaderLines val="1"/>
        </c:dLbls>
        <c:firstSliceAng val="90"/>
        <c:holeSize val="6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rgbClr val="992677"/>
                </a:solidFill>
                <a:latin typeface="+mn-lt"/>
                <a:ea typeface="+mn-ea"/>
                <a:cs typeface="+mn-ea"/>
                <a:sym typeface="+mn-lt"/>
              </a:defRPr>
            </a:pPr>
            <a:r>
              <a:rPr lang="zh-CN" sz="1800" b="0">
                <a:solidFill>
                  <a:srgbClr val="992677"/>
                </a:solidFill>
              </a:rPr>
              <a:t>表格配色模板</a:t>
            </a:r>
          </a:p>
        </c:rich>
      </c:tx>
      <c:layout>
        <c:manualLayout>
          <c:xMode val="edge"/>
          <c:yMode val="edge"/>
          <c:x val="0.35434777021374675"/>
          <c:y val="1.5686151760063438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rgbClr val="992677"/>
              </a:solidFill>
              <a:latin typeface="+mn-lt"/>
              <a:ea typeface="+mn-ea"/>
              <a:cs typeface="+mn-ea"/>
              <a:sym typeface="+mn-lt"/>
            </a:defRPr>
          </a:pPr>
          <a:endParaRPr lang="zh-CN"/>
        </a:p>
      </c:txPr>
    </c:title>
    <c:autoTitleDeleted val="0"/>
    <c:plotArea>
      <c:layout/>
      <c:barChart>
        <c:barDir val="col"/>
        <c:grouping val="clustered"/>
        <c:varyColors val="0"/>
        <c:ser>
          <c:idx val="0"/>
          <c:order val="0"/>
          <c:tx>
            <c:strRef>
              <c:f>Sheet1!$B$1</c:f>
              <c:strCache>
                <c:ptCount val="1"/>
                <c:pt idx="0">
                  <c:v>内容1</c:v>
                </c:pt>
              </c:strCache>
            </c:strRef>
          </c:tx>
          <c:spPr>
            <a:solidFill>
              <a:srgbClr val="C27DAD"/>
            </a:solidFill>
            <a:ln>
              <a:noFill/>
            </a:ln>
            <a:effectLst/>
          </c:spPr>
          <c:invertIfNegative val="0"/>
          <c:dLbls>
            <c:spPr>
              <a:noFill/>
              <a:ln>
                <a:noFill/>
              </a:ln>
              <a:effectLst/>
            </c:spPr>
            <c:txPr>
              <a:bodyPr rot="0" spcFirstLastPara="1" vertOverflow="ellipsis" vert="horz" wrap="square" anchor="ctr" anchorCtr="1"/>
              <a:lstStyle/>
              <a:p>
                <a:pPr algn="ctr">
                  <a:defRPr sz="1197"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内容1</c:v>
                </c:pt>
                <c:pt idx="1">
                  <c:v>内容2</c:v>
                </c:pt>
                <c:pt idx="2">
                  <c:v>内容3</c:v>
                </c:pt>
                <c:pt idx="3">
                  <c:v>内容4</c:v>
                </c:pt>
                <c:pt idx="4">
                  <c:v>内容5</c:v>
                </c:pt>
              </c:strCache>
            </c:strRef>
          </c:cat>
          <c:val>
            <c:numRef>
              <c:f>Sheet1!$B$2:$B$6</c:f>
              <c:numCache>
                <c:formatCode>General</c:formatCode>
                <c:ptCount val="5"/>
                <c:pt idx="0">
                  <c:v>35</c:v>
                </c:pt>
                <c:pt idx="1">
                  <c:v>24</c:v>
                </c:pt>
                <c:pt idx="2">
                  <c:v>33</c:v>
                </c:pt>
                <c:pt idx="3">
                  <c:v>22</c:v>
                </c:pt>
                <c:pt idx="4">
                  <c:v>40</c:v>
                </c:pt>
              </c:numCache>
            </c:numRef>
          </c:val>
          <c:extLst>
            <c:ext xmlns:c16="http://schemas.microsoft.com/office/drawing/2014/chart" uri="{C3380CC4-5D6E-409C-BE32-E72D297353CC}">
              <c16:uniqueId val="{00000000-CC63-402E-97B6-4B9E9DDF63D4}"/>
            </c:ext>
          </c:extLst>
        </c:ser>
        <c:ser>
          <c:idx val="1"/>
          <c:order val="1"/>
          <c:tx>
            <c:strRef>
              <c:f>Sheet1!$C$1</c:f>
              <c:strCache>
                <c:ptCount val="1"/>
                <c:pt idx="0">
                  <c:v>内容2</c:v>
                </c:pt>
              </c:strCache>
            </c:strRef>
          </c:tx>
          <c:spPr>
            <a:solidFill>
              <a:srgbClr val="D6A8C9"/>
            </a:soli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内容1</c:v>
                </c:pt>
                <c:pt idx="1">
                  <c:v>内容2</c:v>
                </c:pt>
                <c:pt idx="2">
                  <c:v>内容3</c:v>
                </c:pt>
                <c:pt idx="3">
                  <c:v>内容4</c:v>
                </c:pt>
                <c:pt idx="4">
                  <c:v>内容5</c:v>
                </c:pt>
              </c:strCache>
            </c:strRef>
          </c:cat>
          <c:val>
            <c:numRef>
              <c:f>Sheet1!$C$2:$C$6</c:f>
              <c:numCache>
                <c:formatCode>General</c:formatCode>
                <c:ptCount val="5"/>
                <c:pt idx="0">
                  <c:v>22</c:v>
                </c:pt>
                <c:pt idx="1">
                  <c:v>17</c:v>
                </c:pt>
                <c:pt idx="2">
                  <c:v>25</c:v>
                </c:pt>
                <c:pt idx="3">
                  <c:v>18</c:v>
                </c:pt>
                <c:pt idx="4">
                  <c:v>33</c:v>
                </c:pt>
              </c:numCache>
            </c:numRef>
          </c:val>
          <c:extLst>
            <c:ext xmlns:c16="http://schemas.microsoft.com/office/drawing/2014/chart" uri="{C3380CC4-5D6E-409C-BE32-E72D297353CC}">
              <c16:uniqueId val="{00000001-CC63-402E-97B6-4B9E9DDF63D4}"/>
            </c:ext>
          </c:extLst>
        </c:ser>
        <c:ser>
          <c:idx val="2"/>
          <c:order val="2"/>
          <c:tx>
            <c:strRef>
              <c:f>Sheet1!$D$1</c:f>
              <c:strCache>
                <c:ptCount val="1"/>
                <c:pt idx="0">
                  <c:v>内容3</c:v>
                </c:pt>
              </c:strCache>
            </c:strRef>
          </c:tx>
          <c:spPr>
            <a:solidFill>
              <a:srgbClr val="AD5192"/>
            </a:solidFill>
            <a:ln>
              <a:noFill/>
            </a:ln>
            <a:effectLst/>
          </c:spPr>
          <c:invertIfNegative val="0"/>
          <c:dLbls>
            <c:spPr>
              <a:noFill/>
              <a:ln>
                <a:noFill/>
              </a:ln>
              <a:effectLst/>
            </c:spPr>
            <c:txPr>
              <a:bodyPr rot="0" spcFirstLastPara="1" vertOverflow="ellipsis" vert="horz" wrap="square" anchor="ctr" anchorCtr="1"/>
              <a:lstStyle/>
              <a:p>
                <a:pPr algn="ctr">
                  <a:defRPr sz="1197"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内容1</c:v>
                </c:pt>
                <c:pt idx="1">
                  <c:v>内容2</c:v>
                </c:pt>
                <c:pt idx="2">
                  <c:v>内容3</c:v>
                </c:pt>
                <c:pt idx="3">
                  <c:v>内容4</c:v>
                </c:pt>
                <c:pt idx="4">
                  <c:v>内容5</c:v>
                </c:pt>
              </c:strCache>
            </c:strRef>
          </c:cat>
          <c:val>
            <c:numRef>
              <c:f>Sheet1!$D$2:$D$6</c:f>
              <c:numCache>
                <c:formatCode>General</c:formatCode>
                <c:ptCount val="5"/>
                <c:pt idx="0">
                  <c:v>23</c:v>
                </c:pt>
                <c:pt idx="1">
                  <c:v>11</c:v>
                </c:pt>
                <c:pt idx="2">
                  <c:v>25</c:v>
                </c:pt>
                <c:pt idx="3">
                  <c:v>20</c:v>
                </c:pt>
                <c:pt idx="4">
                  <c:v>8</c:v>
                </c:pt>
              </c:numCache>
            </c:numRef>
          </c:val>
          <c:extLst>
            <c:ext xmlns:c16="http://schemas.microsoft.com/office/drawing/2014/chart" uri="{C3380CC4-5D6E-409C-BE32-E72D297353CC}">
              <c16:uniqueId val="{00000002-CC63-402E-97B6-4B9E9DDF63D4}"/>
            </c:ext>
          </c:extLst>
        </c:ser>
        <c:dLbls>
          <c:showLegendKey val="0"/>
          <c:showVal val="0"/>
          <c:showCatName val="0"/>
          <c:showSerName val="0"/>
          <c:showPercent val="0"/>
          <c:showBubbleSize val="0"/>
        </c:dLbls>
        <c:gapWidth val="190"/>
        <c:overlap val="-20"/>
        <c:axId val="1018273056"/>
        <c:axId val="1018277320"/>
      </c:barChart>
      <c:catAx>
        <c:axId val="1018273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ea"/>
                <a:sym typeface="+mn-lt"/>
              </a:defRPr>
            </a:pPr>
            <a:endParaRPr lang="zh-CN"/>
          </a:p>
        </c:txPr>
        <c:crossAx val="1018277320"/>
        <c:crosses val="autoZero"/>
        <c:auto val="1"/>
        <c:lblAlgn val="ctr"/>
        <c:lblOffset val="100"/>
        <c:noMultiLvlLbl val="0"/>
      </c:catAx>
      <c:valAx>
        <c:axId val="1018277320"/>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0182730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g"/><Relationship Id="rId4" Type="http://schemas.openxmlformats.org/officeDocument/2006/relationships/image" Target="../media/image13.jpeg"/></Relationships>
</file>

<file path=ppt/diagrams/_rels/data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g"/><Relationship Id="rId4" Type="http://schemas.openxmlformats.org/officeDocument/2006/relationships/image" Target="../media/image13.jpeg"/></Relationships>
</file>

<file path=ppt/diagrams/_rels/drawing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g"/><Relationship Id="rId4" Type="http://schemas.openxmlformats.org/officeDocument/2006/relationships/image" Target="../media/image13.jpeg"/></Relationships>
</file>

<file path=ppt/diagrams/_rels/drawing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g"/><Relationship Id="rId4" Type="http://schemas.openxmlformats.org/officeDocument/2006/relationships/image" Target="../media/image13.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12CAE6-7778-412B-B6FD-3AAC16876DA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B15173B0-4954-4F8B-9964-43B6EAF7F09B}">
      <dgm:prSet phldrT="[文本]" custT="1"/>
      <dgm:spPr>
        <a:solidFill>
          <a:srgbClr val="C27DAD"/>
        </a:solidFill>
      </dgm:spPr>
      <dgm:t>
        <a:bodyPr/>
        <a:lstStyle/>
        <a:p>
          <a:r>
            <a:rPr lang="zh-CN" altLang="en-US" sz="2000" dirty="0">
              <a:solidFill>
                <a:schemeClr val="bg1"/>
              </a:solidFill>
              <a:latin typeface="+mn-lt"/>
              <a:ea typeface="+mn-ea"/>
              <a:cs typeface="+mn-ea"/>
              <a:sym typeface="+mn-lt"/>
            </a:rPr>
            <a:t>标题</a:t>
          </a:r>
          <a:r>
            <a:rPr lang="en-US" altLang="zh-CN" sz="2000" dirty="0">
              <a:solidFill>
                <a:schemeClr val="bg1"/>
              </a:solidFill>
              <a:latin typeface="+mn-lt"/>
              <a:ea typeface="+mn-ea"/>
              <a:cs typeface="+mn-ea"/>
              <a:sym typeface="+mn-lt"/>
            </a:rPr>
            <a:t>1</a:t>
          </a:r>
          <a:endParaRPr lang="zh-CN" altLang="en-US" sz="2000" dirty="0">
            <a:solidFill>
              <a:schemeClr val="bg1"/>
            </a:solidFill>
            <a:latin typeface="+mn-lt"/>
            <a:ea typeface="+mn-ea"/>
            <a:cs typeface="+mn-ea"/>
            <a:sym typeface="+mn-lt"/>
          </a:endParaRPr>
        </a:p>
      </dgm:t>
    </dgm:pt>
    <dgm:pt modelId="{F3836FEA-A8D8-47A9-B35C-904AB1E6B9E1}" type="parTrans" cxnId="{B502CFDF-FF34-4329-B515-5863530A69B8}">
      <dgm:prSet/>
      <dgm:spPr/>
      <dgm:t>
        <a:bodyPr/>
        <a:lstStyle/>
        <a:p>
          <a:endParaRPr lang="zh-CN" altLang="en-US">
            <a:latin typeface="微软雅黑" panose="020B0503020204020204" pitchFamily="34" charset="-122"/>
            <a:ea typeface="微软雅黑" panose="020B0503020204020204" pitchFamily="34" charset="-122"/>
          </a:endParaRPr>
        </a:p>
      </dgm:t>
    </dgm:pt>
    <dgm:pt modelId="{55699779-83A1-42F6-8D2E-3B4EB937FF9E}" type="sibTrans" cxnId="{B502CFDF-FF34-4329-B515-5863530A69B8}">
      <dgm:prSet/>
      <dgm:spPr/>
      <dgm:t>
        <a:bodyPr/>
        <a:lstStyle/>
        <a:p>
          <a:endParaRPr lang="zh-CN" altLang="en-US">
            <a:latin typeface="微软雅黑" panose="020B0503020204020204" pitchFamily="34" charset="-122"/>
            <a:ea typeface="微软雅黑" panose="020B0503020204020204" pitchFamily="34" charset="-122"/>
          </a:endParaRPr>
        </a:p>
      </dgm:t>
    </dgm:pt>
    <dgm:pt modelId="{B01A320C-0B87-4494-BB39-79DC7F566D2E}">
      <dgm:prSet phldrT="[文本]" custT="1"/>
      <dgm:spPr/>
      <dgm:t>
        <a:bodyPr/>
        <a:lstStyle/>
        <a:p>
          <a:r>
            <a:rPr lang="zh-CN" altLang="en-US" sz="1400" dirty="0">
              <a:solidFill>
                <a:srgbClr val="992677"/>
              </a:solidFill>
              <a:latin typeface="+mn-lt"/>
              <a:ea typeface="+mn-ea"/>
              <a:cs typeface="+mn-ea"/>
              <a:sym typeface="+mn-lt"/>
            </a:rPr>
            <a:t>内容</a:t>
          </a:r>
          <a:r>
            <a:rPr lang="en-US" altLang="zh-CN" sz="1400" dirty="0">
              <a:solidFill>
                <a:srgbClr val="992677"/>
              </a:solidFill>
              <a:latin typeface="+mn-lt"/>
              <a:ea typeface="+mn-ea"/>
              <a:cs typeface="+mn-ea"/>
              <a:sym typeface="+mn-lt"/>
            </a:rPr>
            <a:t>1</a:t>
          </a:r>
          <a:endParaRPr lang="zh-CN" altLang="en-US" sz="1400" dirty="0">
            <a:solidFill>
              <a:srgbClr val="992677"/>
            </a:solidFill>
            <a:latin typeface="+mn-lt"/>
            <a:ea typeface="+mn-ea"/>
            <a:cs typeface="+mn-ea"/>
            <a:sym typeface="+mn-lt"/>
          </a:endParaRPr>
        </a:p>
      </dgm:t>
    </dgm:pt>
    <dgm:pt modelId="{284BBACD-AACB-490E-BC0E-EA2F0787349F}" type="parTrans" cxnId="{CA011804-4A00-4F77-A3E8-58D87EA795FC}">
      <dgm:prSet/>
      <dgm:spPr/>
      <dgm:t>
        <a:bodyPr/>
        <a:lstStyle/>
        <a:p>
          <a:endParaRPr lang="zh-CN" altLang="en-US">
            <a:latin typeface="微软雅黑" panose="020B0503020204020204" pitchFamily="34" charset="-122"/>
            <a:ea typeface="微软雅黑" panose="020B0503020204020204" pitchFamily="34" charset="-122"/>
          </a:endParaRPr>
        </a:p>
      </dgm:t>
    </dgm:pt>
    <dgm:pt modelId="{C28E9FC9-3998-43C0-88F3-A1752B9685DB}" type="sibTrans" cxnId="{CA011804-4A00-4F77-A3E8-58D87EA795FC}">
      <dgm:prSet/>
      <dgm:spPr/>
      <dgm:t>
        <a:bodyPr/>
        <a:lstStyle/>
        <a:p>
          <a:endParaRPr lang="zh-CN" altLang="en-US">
            <a:latin typeface="微软雅黑" panose="020B0503020204020204" pitchFamily="34" charset="-122"/>
            <a:ea typeface="微软雅黑" panose="020B0503020204020204" pitchFamily="34" charset="-122"/>
          </a:endParaRPr>
        </a:p>
      </dgm:t>
    </dgm:pt>
    <dgm:pt modelId="{4054F11E-FA03-48C3-9CB7-22F23627A5B6}">
      <dgm:prSet phldrT="[文本]" custT="1"/>
      <dgm:spPr>
        <a:solidFill>
          <a:srgbClr val="D6A8C9"/>
        </a:solidFill>
      </dgm:spPr>
      <dgm:t>
        <a:bodyPr/>
        <a:lstStyle/>
        <a:p>
          <a:r>
            <a:rPr lang="zh-CN" altLang="en-US" sz="2000" dirty="0">
              <a:solidFill>
                <a:schemeClr val="bg1"/>
              </a:solidFill>
              <a:latin typeface="+mn-lt"/>
              <a:ea typeface="+mn-ea"/>
              <a:cs typeface="+mn-ea"/>
              <a:sym typeface="+mn-lt"/>
            </a:rPr>
            <a:t>标题</a:t>
          </a:r>
          <a:r>
            <a:rPr lang="en-US" altLang="zh-CN" sz="2000" dirty="0">
              <a:solidFill>
                <a:schemeClr val="bg1"/>
              </a:solidFill>
              <a:latin typeface="+mn-lt"/>
              <a:ea typeface="+mn-ea"/>
              <a:cs typeface="+mn-ea"/>
              <a:sym typeface="+mn-lt"/>
            </a:rPr>
            <a:t>2</a:t>
          </a:r>
          <a:endParaRPr lang="zh-CN" altLang="en-US" sz="2000" dirty="0">
            <a:solidFill>
              <a:schemeClr val="bg1"/>
            </a:solidFill>
            <a:latin typeface="+mn-lt"/>
            <a:ea typeface="+mn-ea"/>
            <a:cs typeface="+mn-ea"/>
            <a:sym typeface="+mn-lt"/>
          </a:endParaRPr>
        </a:p>
      </dgm:t>
    </dgm:pt>
    <dgm:pt modelId="{AAF3C0CB-0CC4-4548-A4DA-883F9C5DCEF6}" type="parTrans" cxnId="{DD8504B1-6327-4259-A3AC-F5970CA6CF8C}">
      <dgm:prSet/>
      <dgm:spPr/>
      <dgm:t>
        <a:bodyPr/>
        <a:lstStyle/>
        <a:p>
          <a:endParaRPr lang="zh-CN" altLang="en-US">
            <a:latin typeface="微软雅黑" panose="020B0503020204020204" pitchFamily="34" charset="-122"/>
            <a:ea typeface="微软雅黑" panose="020B0503020204020204" pitchFamily="34" charset="-122"/>
          </a:endParaRPr>
        </a:p>
      </dgm:t>
    </dgm:pt>
    <dgm:pt modelId="{5923F51C-5AA6-42F4-86F5-D7A98B51D7BA}" type="sibTrans" cxnId="{DD8504B1-6327-4259-A3AC-F5970CA6CF8C}">
      <dgm:prSet/>
      <dgm:spPr/>
      <dgm:t>
        <a:bodyPr/>
        <a:lstStyle/>
        <a:p>
          <a:endParaRPr lang="zh-CN" altLang="en-US">
            <a:latin typeface="微软雅黑" panose="020B0503020204020204" pitchFamily="34" charset="-122"/>
            <a:ea typeface="微软雅黑" panose="020B0503020204020204" pitchFamily="34" charset="-122"/>
          </a:endParaRPr>
        </a:p>
      </dgm:t>
    </dgm:pt>
    <dgm:pt modelId="{ACB813F5-68F7-4913-BF81-C3BC83FFFB66}">
      <dgm:prSet phldrT="[文本]" custT="1"/>
      <dgm:spPr/>
      <dgm:t>
        <a:bodyPr/>
        <a:lstStyle/>
        <a:p>
          <a:r>
            <a:rPr lang="zh-CN" altLang="en-US" sz="1400" dirty="0">
              <a:solidFill>
                <a:srgbClr val="992677"/>
              </a:solidFill>
              <a:latin typeface="+mn-lt"/>
              <a:ea typeface="+mn-ea"/>
              <a:cs typeface="+mn-ea"/>
              <a:sym typeface="+mn-lt"/>
            </a:rPr>
            <a:t>内容</a:t>
          </a:r>
          <a:r>
            <a:rPr lang="en-US" altLang="zh-CN" sz="1400" dirty="0">
              <a:solidFill>
                <a:srgbClr val="992677"/>
              </a:solidFill>
              <a:latin typeface="+mn-lt"/>
              <a:ea typeface="+mn-ea"/>
              <a:cs typeface="+mn-ea"/>
              <a:sym typeface="+mn-lt"/>
            </a:rPr>
            <a:t>2</a:t>
          </a:r>
          <a:endParaRPr lang="zh-CN" altLang="en-US" sz="1400" dirty="0">
            <a:solidFill>
              <a:srgbClr val="992677"/>
            </a:solidFill>
            <a:latin typeface="+mn-lt"/>
            <a:ea typeface="+mn-ea"/>
            <a:cs typeface="+mn-ea"/>
            <a:sym typeface="+mn-lt"/>
          </a:endParaRPr>
        </a:p>
      </dgm:t>
    </dgm:pt>
    <dgm:pt modelId="{3956EEB0-4464-4B67-9750-9133B3ED2E4A}" type="parTrans" cxnId="{1AE8AEBD-B3F3-4491-99D1-7A1F7421C470}">
      <dgm:prSet/>
      <dgm:spPr/>
      <dgm:t>
        <a:bodyPr/>
        <a:lstStyle/>
        <a:p>
          <a:endParaRPr lang="zh-CN" altLang="en-US">
            <a:latin typeface="微软雅黑" panose="020B0503020204020204" pitchFamily="34" charset="-122"/>
            <a:ea typeface="微软雅黑" panose="020B0503020204020204" pitchFamily="34" charset="-122"/>
          </a:endParaRPr>
        </a:p>
      </dgm:t>
    </dgm:pt>
    <dgm:pt modelId="{7EF9C794-7AF1-43A6-A46E-BF1254DBF766}" type="sibTrans" cxnId="{1AE8AEBD-B3F3-4491-99D1-7A1F7421C470}">
      <dgm:prSet/>
      <dgm:spPr/>
      <dgm:t>
        <a:bodyPr/>
        <a:lstStyle/>
        <a:p>
          <a:endParaRPr lang="zh-CN" altLang="en-US">
            <a:latin typeface="微软雅黑" panose="020B0503020204020204" pitchFamily="34" charset="-122"/>
            <a:ea typeface="微软雅黑" panose="020B0503020204020204" pitchFamily="34" charset="-122"/>
          </a:endParaRPr>
        </a:p>
      </dgm:t>
    </dgm:pt>
    <dgm:pt modelId="{C276A2C9-C28D-4FBE-B710-3401AA3DE918}">
      <dgm:prSet phldrT="[文本]" custT="1"/>
      <dgm:spPr/>
      <dgm:t>
        <a:bodyPr/>
        <a:lstStyle/>
        <a:p>
          <a:r>
            <a:rPr lang="zh-CN" altLang="en-US" sz="1400" dirty="0">
              <a:solidFill>
                <a:srgbClr val="992677"/>
              </a:solidFill>
              <a:latin typeface="+mn-lt"/>
              <a:ea typeface="+mn-ea"/>
              <a:cs typeface="+mn-ea"/>
              <a:sym typeface="+mn-lt"/>
            </a:rPr>
            <a:t>内容</a:t>
          </a:r>
          <a:r>
            <a:rPr lang="en-US" altLang="zh-CN" sz="1400" dirty="0">
              <a:solidFill>
                <a:srgbClr val="992677"/>
              </a:solidFill>
              <a:latin typeface="+mn-lt"/>
              <a:ea typeface="+mn-ea"/>
              <a:cs typeface="+mn-ea"/>
              <a:sym typeface="+mn-lt"/>
            </a:rPr>
            <a:t>3</a:t>
          </a:r>
          <a:endParaRPr lang="zh-CN" altLang="en-US" sz="1400" dirty="0">
            <a:solidFill>
              <a:srgbClr val="992677"/>
            </a:solidFill>
            <a:latin typeface="+mn-lt"/>
            <a:ea typeface="+mn-ea"/>
            <a:cs typeface="+mn-ea"/>
            <a:sym typeface="+mn-lt"/>
          </a:endParaRPr>
        </a:p>
      </dgm:t>
    </dgm:pt>
    <dgm:pt modelId="{684DC8C4-0552-4398-9F93-81ABEB5C6E26}" type="parTrans" cxnId="{94B60879-F678-4A93-9E41-018CC9C10C68}">
      <dgm:prSet/>
      <dgm:spPr/>
      <dgm:t>
        <a:bodyPr/>
        <a:lstStyle/>
        <a:p>
          <a:endParaRPr lang="zh-CN" altLang="en-US">
            <a:latin typeface="微软雅黑" panose="020B0503020204020204" pitchFamily="34" charset="-122"/>
            <a:ea typeface="微软雅黑" panose="020B0503020204020204" pitchFamily="34" charset="-122"/>
          </a:endParaRPr>
        </a:p>
      </dgm:t>
    </dgm:pt>
    <dgm:pt modelId="{3467F3BD-59AF-46B7-98C8-0F8DA95C1437}" type="sibTrans" cxnId="{94B60879-F678-4A93-9E41-018CC9C10C68}">
      <dgm:prSet/>
      <dgm:spPr/>
      <dgm:t>
        <a:bodyPr/>
        <a:lstStyle/>
        <a:p>
          <a:endParaRPr lang="zh-CN" altLang="en-US">
            <a:latin typeface="微软雅黑" panose="020B0503020204020204" pitchFamily="34" charset="-122"/>
            <a:ea typeface="微软雅黑" panose="020B0503020204020204" pitchFamily="34" charset="-122"/>
          </a:endParaRPr>
        </a:p>
      </dgm:t>
    </dgm:pt>
    <dgm:pt modelId="{5EE7CBFD-D05F-49CD-A6ED-0C82A35E2FC7}">
      <dgm:prSet phldrT="[文本]" custT="1"/>
      <dgm:spPr>
        <a:solidFill>
          <a:srgbClr val="AD5192"/>
        </a:solidFill>
      </dgm:spPr>
      <dgm:t>
        <a:bodyPr/>
        <a:lstStyle/>
        <a:p>
          <a:r>
            <a:rPr lang="zh-CN" altLang="en-US" sz="2000" dirty="0">
              <a:solidFill>
                <a:schemeClr val="bg1"/>
              </a:solidFill>
              <a:latin typeface="+mn-lt"/>
              <a:ea typeface="+mn-ea"/>
              <a:cs typeface="+mn-ea"/>
              <a:sym typeface="+mn-lt"/>
            </a:rPr>
            <a:t>标题</a:t>
          </a:r>
          <a:r>
            <a:rPr lang="en-US" altLang="zh-CN" sz="2000" dirty="0">
              <a:solidFill>
                <a:schemeClr val="bg1"/>
              </a:solidFill>
              <a:latin typeface="+mn-lt"/>
              <a:ea typeface="+mn-ea"/>
              <a:cs typeface="+mn-ea"/>
              <a:sym typeface="+mn-lt"/>
            </a:rPr>
            <a:t>3</a:t>
          </a:r>
          <a:endParaRPr lang="zh-CN" altLang="en-US" sz="2000" dirty="0">
            <a:solidFill>
              <a:schemeClr val="bg1"/>
            </a:solidFill>
            <a:latin typeface="+mn-lt"/>
            <a:ea typeface="+mn-ea"/>
            <a:cs typeface="+mn-ea"/>
            <a:sym typeface="+mn-lt"/>
          </a:endParaRPr>
        </a:p>
      </dgm:t>
    </dgm:pt>
    <dgm:pt modelId="{A4323FF1-3DFC-493F-8DA1-635BD1A79D56}" type="parTrans" cxnId="{97942EE6-80BA-470F-A391-FF9395E807FD}">
      <dgm:prSet/>
      <dgm:spPr/>
      <dgm:t>
        <a:bodyPr/>
        <a:lstStyle/>
        <a:p>
          <a:endParaRPr lang="zh-CN" altLang="en-US">
            <a:latin typeface="微软雅黑" panose="020B0503020204020204" pitchFamily="34" charset="-122"/>
            <a:ea typeface="微软雅黑" panose="020B0503020204020204" pitchFamily="34" charset="-122"/>
          </a:endParaRPr>
        </a:p>
      </dgm:t>
    </dgm:pt>
    <dgm:pt modelId="{3E5DB5F2-D84A-43C0-9057-59C8BE290D0B}" type="sibTrans" cxnId="{97942EE6-80BA-470F-A391-FF9395E807FD}">
      <dgm:prSet/>
      <dgm:spPr/>
      <dgm:t>
        <a:bodyPr/>
        <a:lstStyle/>
        <a:p>
          <a:endParaRPr lang="zh-CN" altLang="en-US">
            <a:latin typeface="微软雅黑" panose="020B0503020204020204" pitchFamily="34" charset="-122"/>
            <a:ea typeface="微软雅黑" panose="020B0503020204020204" pitchFamily="34" charset="-122"/>
          </a:endParaRPr>
        </a:p>
      </dgm:t>
    </dgm:pt>
    <dgm:pt modelId="{F7347936-B7DF-41F2-89E5-028B27915D2E}" type="pres">
      <dgm:prSet presAssocID="{A612CAE6-7778-412B-B6FD-3AAC16876DA9}" presName="linear" presStyleCnt="0">
        <dgm:presLayoutVars>
          <dgm:animLvl val="lvl"/>
          <dgm:resizeHandles val="exact"/>
        </dgm:presLayoutVars>
      </dgm:prSet>
      <dgm:spPr/>
    </dgm:pt>
    <dgm:pt modelId="{BB28FAF1-D4BA-48EE-A113-674A883E468B}" type="pres">
      <dgm:prSet presAssocID="{B15173B0-4954-4F8B-9964-43B6EAF7F09B}" presName="parentText" presStyleLbl="node1" presStyleIdx="0" presStyleCnt="3">
        <dgm:presLayoutVars>
          <dgm:chMax val="0"/>
          <dgm:bulletEnabled val="1"/>
        </dgm:presLayoutVars>
      </dgm:prSet>
      <dgm:spPr/>
    </dgm:pt>
    <dgm:pt modelId="{361F12EF-CB2C-4EF5-A6F9-93A75123A587}" type="pres">
      <dgm:prSet presAssocID="{B15173B0-4954-4F8B-9964-43B6EAF7F09B}" presName="childText" presStyleLbl="revTx" presStyleIdx="0" presStyleCnt="3">
        <dgm:presLayoutVars>
          <dgm:bulletEnabled val="1"/>
        </dgm:presLayoutVars>
      </dgm:prSet>
      <dgm:spPr/>
    </dgm:pt>
    <dgm:pt modelId="{365DFDA6-6E49-4E6D-8639-C051E5E3D402}" type="pres">
      <dgm:prSet presAssocID="{4054F11E-FA03-48C3-9CB7-22F23627A5B6}" presName="parentText" presStyleLbl="node1" presStyleIdx="1" presStyleCnt="3">
        <dgm:presLayoutVars>
          <dgm:chMax val="0"/>
          <dgm:bulletEnabled val="1"/>
        </dgm:presLayoutVars>
      </dgm:prSet>
      <dgm:spPr/>
    </dgm:pt>
    <dgm:pt modelId="{8C9C3FD4-A702-4622-AC40-8CF4A5C12319}" type="pres">
      <dgm:prSet presAssocID="{4054F11E-FA03-48C3-9CB7-22F23627A5B6}" presName="childText" presStyleLbl="revTx" presStyleIdx="1" presStyleCnt="3">
        <dgm:presLayoutVars>
          <dgm:bulletEnabled val="1"/>
        </dgm:presLayoutVars>
      </dgm:prSet>
      <dgm:spPr/>
    </dgm:pt>
    <dgm:pt modelId="{D7A5E061-622F-4E54-B015-85A2B1FA0B83}" type="pres">
      <dgm:prSet presAssocID="{5EE7CBFD-D05F-49CD-A6ED-0C82A35E2FC7}" presName="parentText" presStyleLbl="node1" presStyleIdx="2" presStyleCnt="3">
        <dgm:presLayoutVars>
          <dgm:chMax val="0"/>
          <dgm:bulletEnabled val="1"/>
        </dgm:presLayoutVars>
      </dgm:prSet>
      <dgm:spPr/>
    </dgm:pt>
    <dgm:pt modelId="{DE10AD26-6B1A-4684-AD90-7F303A220A49}" type="pres">
      <dgm:prSet presAssocID="{5EE7CBFD-D05F-49CD-A6ED-0C82A35E2FC7}" presName="childText" presStyleLbl="revTx" presStyleIdx="2" presStyleCnt="3">
        <dgm:presLayoutVars>
          <dgm:bulletEnabled val="1"/>
        </dgm:presLayoutVars>
      </dgm:prSet>
      <dgm:spPr/>
    </dgm:pt>
  </dgm:ptLst>
  <dgm:cxnLst>
    <dgm:cxn modelId="{CA011804-4A00-4F77-A3E8-58D87EA795FC}" srcId="{B15173B0-4954-4F8B-9964-43B6EAF7F09B}" destId="{B01A320C-0B87-4494-BB39-79DC7F566D2E}" srcOrd="0" destOrd="0" parTransId="{284BBACD-AACB-490E-BC0E-EA2F0787349F}" sibTransId="{C28E9FC9-3998-43C0-88F3-A1752B9685DB}"/>
    <dgm:cxn modelId="{FDC65931-3B89-4E59-A7D7-ED2DA057B8A3}" type="presOf" srcId="{5EE7CBFD-D05F-49CD-A6ED-0C82A35E2FC7}" destId="{D7A5E061-622F-4E54-B015-85A2B1FA0B83}" srcOrd="0" destOrd="0" presId="urn:microsoft.com/office/officeart/2005/8/layout/vList2"/>
    <dgm:cxn modelId="{31138F45-78B0-4AA5-8321-A7B2F0934DAD}" type="presOf" srcId="{C276A2C9-C28D-4FBE-B710-3401AA3DE918}" destId="{DE10AD26-6B1A-4684-AD90-7F303A220A49}" srcOrd="0" destOrd="0" presId="urn:microsoft.com/office/officeart/2005/8/layout/vList2"/>
    <dgm:cxn modelId="{177F786C-E095-43EC-815F-B5C495AB07C8}" type="presOf" srcId="{4054F11E-FA03-48C3-9CB7-22F23627A5B6}" destId="{365DFDA6-6E49-4E6D-8639-C051E5E3D402}" srcOrd="0" destOrd="0" presId="urn:microsoft.com/office/officeart/2005/8/layout/vList2"/>
    <dgm:cxn modelId="{94B60879-F678-4A93-9E41-018CC9C10C68}" srcId="{5EE7CBFD-D05F-49CD-A6ED-0C82A35E2FC7}" destId="{C276A2C9-C28D-4FBE-B710-3401AA3DE918}" srcOrd="0" destOrd="0" parTransId="{684DC8C4-0552-4398-9F93-81ABEB5C6E26}" sibTransId="{3467F3BD-59AF-46B7-98C8-0F8DA95C1437}"/>
    <dgm:cxn modelId="{5617A58F-0B33-49C4-8943-B2DDF81CB644}" type="presOf" srcId="{B15173B0-4954-4F8B-9964-43B6EAF7F09B}" destId="{BB28FAF1-D4BA-48EE-A113-674A883E468B}" srcOrd="0" destOrd="0" presId="urn:microsoft.com/office/officeart/2005/8/layout/vList2"/>
    <dgm:cxn modelId="{9FEC8DAC-E9D4-4B65-B30A-7006B76FF307}" type="presOf" srcId="{A612CAE6-7778-412B-B6FD-3AAC16876DA9}" destId="{F7347936-B7DF-41F2-89E5-028B27915D2E}" srcOrd="0" destOrd="0" presId="urn:microsoft.com/office/officeart/2005/8/layout/vList2"/>
    <dgm:cxn modelId="{DD8504B1-6327-4259-A3AC-F5970CA6CF8C}" srcId="{A612CAE6-7778-412B-B6FD-3AAC16876DA9}" destId="{4054F11E-FA03-48C3-9CB7-22F23627A5B6}" srcOrd="1" destOrd="0" parTransId="{AAF3C0CB-0CC4-4548-A4DA-883F9C5DCEF6}" sibTransId="{5923F51C-5AA6-42F4-86F5-D7A98B51D7BA}"/>
    <dgm:cxn modelId="{48EB49BA-71B9-4B3B-9C5D-05641C39A543}" type="presOf" srcId="{B01A320C-0B87-4494-BB39-79DC7F566D2E}" destId="{361F12EF-CB2C-4EF5-A6F9-93A75123A587}" srcOrd="0" destOrd="0" presId="urn:microsoft.com/office/officeart/2005/8/layout/vList2"/>
    <dgm:cxn modelId="{1AE8AEBD-B3F3-4491-99D1-7A1F7421C470}" srcId="{4054F11E-FA03-48C3-9CB7-22F23627A5B6}" destId="{ACB813F5-68F7-4913-BF81-C3BC83FFFB66}" srcOrd="0" destOrd="0" parTransId="{3956EEB0-4464-4B67-9750-9133B3ED2E4A}" sibTransId="{7EF9C794-7AF1-43A6-A46E-BF1254DBF766}"/>
    <dgm:cxn modelId="{B502CFDF-FF34-4329-B515-5863530A69B8}" srcId="{A612CAE6-7778-412B-B6FD-3AAC16876DA9}" destId="{B15173B0-4954-4F8B-9964-43B6EAF7F09B}" srcOrd="0" destOrd="0" parTransId="{F3836FEA-A8D8-47A9-B35C-904AB1E6B9E1}" sibTransId="{55699779-83A1-42F6-8D2E-3B4EB937FF9E}"/>
    <dgm:cxn modelId="{97942EE6-80BA-470F-A391-FF9395E807FD}" srcId="{A612CAE6-7778-412B-B6FD-3AAC16876DA9}" destId="{5EE7CBFD-D05F-49CD-A6ED-0C82A35E2FC7}" srcOrd="2" destOrd="0" parTransId="{A4323FF1-3DFC-493F-8DA1-635BD1A79D56}" sibTransId="{3E5DB5F2-D84A-43C0-9057-59C8BE290D0B}"/>
    <dgm:cxn modelId="{F1E42EF5-C86D-4E27-85D4-CC62D31A418D}" type="presOf" srcId="{ACB813F5-68F7-4913-BF81-C3BC83FFFB66}" destId="{8C9C3FD4-A702-4622-AC40-8CF4A5C12319}" srcOrd="0" destOrd="0" presId="urn:microsoft.com/office/officeart/2005/8/layout/vList2"/>
    <dgm:cxn modelId="{1CB10F6A-0481-488D-A6A9-891DB0F5EDBE}" type="presParOf" srcId="{F7347936-B7DF-41F2-89E5-028B27915D2E}" destId="{BB28FAF1-D4BA-48EE-A113-674A883E468B}" srcOrd="0" destOrd="0" presId="urn:microsoft.com/office/officeart/2005/8/layout/vList2"/>
    <dgm:cxn modelId="{B429FE2D-8C1B-49B8-BD7F-599830ED381B}" type="presParOf" srcId="{F7347936-B7DF-41F2-89E5-028B27915D2E}" destId="{361F12EF-CB2C-4EF5-A6F9-93A75123A587}" srcOrd="1" destOrd="0" presId="urn:microsoft.com/office/officeart/2005/8/layout/vList2"/>
    <dgm:cxn modelId="{C6C65F37-D15E-4988-ABB0-D114926845EC}" type="presParOf" srcId="{F7347936-B7DF-41F2-89E5-028B27915D2E}" destId="{365DFDA6-6E49-4E6D-8639-C051E5E3D402}" srcOrd="2" destOrd="0" presId="urn:microsoft.com/office/officeart/2005/8/layout/vList2"/>
    <dgm:cxn modelId="{ED8B14D9-3101-4892-8BAA-B78CAA133D28}" type="presParOf" srcId="{F7347936-B7DF-41F2-89E5-028B27915D2E}" destId="{8C9C3FD4-A702-4622-AC40-8CF4A5C12319}" srcOrd="3" destOrd="0" presId="urn:microsoft.com/office/officeart/2005/8/layout/vList2"/>
    <dgm:cxn modelId="{E4824A61-991B-4A62-9225-9AE34B1B4612}" type="presParOf" srcId="{F7347936-B7DF-41F2-89E5-028B27915D2E}" destId="{D7A5E061-622F-4E54-B015-85A2B1FA0B83}" srcOrd="4" destOrd="0" presId="urn:microsoft.com/office/officeart/2005/8/layout/vList2"/>
    <dgm:cxn modelId="{64F4A5BA-D1A2-4D92-82E4-7F409112CE7B}" type="presParOf" srcId="{F7347936-B7DF-41F2-89E5-028B27915D2E}" destId="{DE10AD26-6B1A-4684-AD90-7F303A220A49}"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36BB20-1A29-4588-8A87-94FC7D2D883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C894E593-4D02-421A-81FC-4449E4D4A38A}">
      <dgm:prSet phldrT="[文本]" phldr="1" custT="1"/>
      <dgm:spPr>
        <a:solidFill>
          <a:srgbClr val="C27DAD"/>
        </a:solidFill>
      </dgm:spPr>
      <dgm:t>
        <a:bodyPr/>
        <a:lstStyle/>
        <a:p>
          <a:endParaRPr lang="zh-CN" altLang="en-US" sz="2000">
            <a:solidFill>
              <a:schemeClr val="bg1"/>
            </a:solidFill>
            <a:latin typeface="+mn-lt"/>
            <a:ea typeface="+mn-ea"/>
            <a:cs typeface="+mn-ea"/>
            <a:sym typeface="+mn-lt"/>
          </a:endParaRPr>
        </a:p>
      </dgm:t>
    </dgm:pt>
    <dgm:pt modelId="{4AAC448D-B58F-4086-8DD6-32C60AD23816}" type="parTrans" cxnId="{AE7DED2D-F2EE-4188-8CF5-F58C4B31A2AD}">
      <dgm:prSet/>
      <dgm:spPr/>
      <dgm:t>
        <a:bodyPr/>
        <a:lstStyle/>
        <a:p>
          <a:endParaRPr lang="zh-CN" altLang="en-US" sz="2000">
            <a:solidFill>
              <a:schemeClr val="bg1"/>
            </a:solidFill>
            <a:latin typeface="微软雅黑" panose="020B0503020204020204" pitchFamily="34" charset="-122"/>
            <a:ea typeface="微软雅黑" panose="020B0503020204020204" pitchFamily="34" charset="-122"/>
          </a:endParaRPr>
        </a:p>
      </dgm:t>
    </dgm:pt>
    <dgm:pt modelId="{FF5AB8F7-86F5-45F7-ADD8-FF64C4FC1C29}" type="sibTrans" cxnId="{AE7DED2D-F2EE-4188-8CF5-F58C4B31A2AD}">
      <dgm:prSet/>
      <dgm:spPr/>
      <dgm:t>
        <a:bodyPr/>
        <a:lstStyle/>
        <a:p>
          <a:endParaRPr lang="zh-CN" altLang="en-US" sz="2000">
            <a:solidFill>
              <a:schemeClr val="bg1"/>
            </a:solidFill>
            <a:latin typeface="微软雅黑" panose="020B0503020204020204" pitchFamily="34" charset="-122"/>
            <a:ea typeface="微软雅黑" panose="020B0503020204020204" pitchFamily="34" charset="-122"/>
          </a:endParaRPr>
        </a:p>
      </dgm:t>
    </dgm:pt>
    <dgm:pt modelId="{5E7D75A7-EA71-4622-A377-7A17E734B4EB}">
      <dgm:prSet phldrT="[文本]" phldr="1" custT="1"/>
      <dgm:spPr>
        <a:solidFill>
          <a:srgbClr val="D6A8C9"/>
        </a:solidFill>
      </dgm:spPr>
      <dgm:t>
        <a:bodyPr/>
        <a:lstStyle/>
        <a:p>
          <a:endParaRPr lang="zh-CN" altLang="en-US" sz="2000">
            <a:solidFill>
              <a:schemeClr val="bg1"/>
            </a:solidFill>
            <a:latin typeface="+mn-lt"/>
            <a:ea typeface="+mn-ea"/>
            <a:cs typeface="+mn-ea"/>
            <a:sym typeface="+mn-lt"/>
          </a:endParaRPr>
        </a:p>
      </dgm:t>
    </dgm:pt>
    <dgm:pt modelId="{658E4778-5F97-486D-B5D0-5BFFB8E255FA}" type="parTrans" cxnId="{AA8F962D-507E-4BFD-B337-DC0100D4B6FE}">
      <dgm:prSet/>
      <dgm:spPr/>
      <dgm:t>
        <a:bodyPr/>
        <a:lstStyle/>
        <a:p>
          <a:endParaRPr lang="zh-CN" altLang="en-US" sz="2000">
            <a:solidFill>
              <a:schemeClr val="bg1"/>
            </a:solidFill>
            <a:latin typeface="微软雅黑" panose="020B0503020204020204" pitchFamily="34" charset="-122"/>
            <a:ea typeface="微软雅黑" panose="020B0503020204020204" pitchFamily="34" charset="-122"/>
          </a:endParaRPr>
        </a:p>
      </dgm:t>
    </dgm:pt>
    <dgm:pt modelId="{3118F146-5978-4F60-B5DD-940A3AB38CB5}" type="sibTrans" cxnId="{AA8F962D-507E-4BFD-B337-DC0100D4B6FE}">
      <dgm:prSet/>
      <dgm:spPr/>
      <dgm:t>
        <a:bodyPr/>
        <a:lstStyle/>
        <a:p>
          <a:endParaRPr lang="zh-CN" altLang="en-US" sz="2000">
            <a:solidFill>
              <a:schemeClr val="bg1"/>
            </a:solidFill>
            <a:latin typeface="微软雅黑" panose="020B0503020204020204" pitchFamily="34" charset="-122"/>
            <a:ea typeface="微软雅黑" panose="020B0503020204020204" pitchFamily="34" charset="-122"/>
          </a:endParaRPr>
        </a:p>
      </dgm:t>
    </dgm:pt>
    <dgm:pt modelId="{F3F371BA-A492-4B1E-822A-A2E5904B6510}">
      <dgm:prSet phldrT="[文本]" phldr="1" custT="1"/>
      <dgm:spPr>
        <a:solidFill>
          <a:srgbClr val="AD5192"/>
        </a:solidFill>
      </dgm:spPr>
      <dgm:t>
        <a:bodyPr/>
        <a:lstStyle/>
        <a:p>
          <a:endParaRPr lang="zh-CN" altLang="en-US" sz="2000">
            <a:solidFill>
              <a:schemeClr val="bg1"/>
            </a:solidFill>
            <a:latin typeface="+mn-lt"/>
            <a:ea typeface="+mn-ea"/>
            <a:cs typeface="+mn-ea"/>
            <a:sym typeface="+mn-lt"/>
          </a:endParaRPr>
        </a:p>
      </dgm:t>
    </dgm:pt>
    <dgm:pt modelId="{A3BF7C52-928B-485B-954B-3E26E2411C7E}" type="parTrans" cxnId="{5525D918-1FEC-46DA-8292-67CDA7A6274E}">
      <dgm:prSet/>
      <dgm:spPr/>
      <dgm:t>
        <a:bodyPr/>
        <a:lstStyle/>
        <a:p>
          <a:endParaRPr lang="zh-CN" altLang="en-US" sz="2000">
            <a:solidFill>
              <a:schemeClr val="bg1"/>
            </a:solidFill>
            <a:latin typeface="微软雅黑" panose="020B0503020204020204" pitchFamily="34" charset="-122"/>
            <a:ea typeface="微软雅黑" panose="020B0503020204020204" pitchFamily="34" charset="-122"/>
          </a:endParaRPr>
        </a:p>
      </dgm:t>
    </dgm:pt>
    <dgm:pt modelId="{F00AD284-3E1E-4EA4-B804-29D995D83390}" type="sibTrans" cxnId="{5525D918-1FEC-46DA-8292-67CDA7A6274E}">
      <dgm:prSet/>
      <dgm:spPr/>
      <dgm:t>
        <a:bodyPr/>
        <a:lstStyle/>
        <a:p>
          <a:endParaRPr lang="zh-CN" altLang="en-US" sz="2000">
            <a:solidFill>
              <a:schemeClr val="bg1"/>
            </a:solidFill>
            <a:latin typeface="微软雅黑" panose="020B0503020204020204" pitchFamily="34" charset="-122"/>
            <a:ea typeface="微软雅黑" panose="020B0503020204020204" pitchFamily="34" charset="-122"/>
          </a:endParaRPr>
        </a:p>
      </dgm:t>
    </dgm:pt>
    <dgm:pt modelId="{08D67696-DF18-474B-AAE6-0A6C98CFB6C5}" type="pres">
      <dgm:prSet presAssocID="{C936BB20-1A29-4588-8A87-94FC7D2D8836}" presName="linear" presStyleCnt="0">
        <dgm:presLayoutVars>
          <dgm:dir/>
          <dgm:animLvl val="lvl"/>
          <dgm:resizeHandles val="exact"/>
        </dgm:presLayoutVars>
      </dgm:prSet>
      <dgm:spPr/>
    </dgm:pt>
    <dgm:pt modelId="{FD3BCEE6-520C-49EE-B150-B9C9E8A7492D}" type="pres">
      <dgm:prSet presAssocID="{C894E593-4D02-421A-81FC-4449E4D4A38A}" presName="parentLin" presStyleCnt="0"/>
      <dgm:spPr/>
    </dgm:pt>
    <dgm:pt modelId="{35073401-1F36-4B97-8FCD-30739CC777D4}" type="pres">
      <dgm:prSet presAssocID="{C894E593-4D02-421A-81FC-4449E4D4A38A}" presName="parentLeftMargin" presStyleLbl="node1" presStyleIdx="0" presStyleCnt="3"/>
      <dgm:spPr/>
    </dgm:pt>
    <dgm:pt modelId="{FD02BE40-022D-4DC4-A01E-DA4D8A3B7473}" type="pres">
      <dgm:prSet presAssocID="{C894E593-4D02-421A-81FC-4449E4D4A38A}" presName="parentText" presStyleLbl="node1" presStyleIdx="0" presStyleCnt="3">
        <dgm:presLayoutVars>
          <dgm:chMax val="0"/>
          <dgm:bulletEnabled val="1"/>
        </dgm:presLayoutVars>
      </dgm:prSet>
      <dgm:spPr/>
    </dgm:pt>
    <dgm:pt modelId="{AC2F1391-AD41-4F24-B8CC-B0557ACF6DB3}" type="pres">
      <dgm:prSet presAssocID="{C894E593-4D02-421A-81FC-4449E4D4A38A}" presName="negativeSpace" presStyleCnt="0"/>
      <dgm:spPr/>
    </dgm:pt>
    <dgm:pt modelId="{C6A406B4-20FF-4DCB-8179-21C8AFC344D8}" type="pres">
      <dgm:prSet presAssocID="{C894E593-4D02-421A-81FC-4449E4D4A38A}" presName="childText" presStyleLbl="conFgAcc1" presStyleIdx="0" presStyleCnt="3">
        <dgm:presLayoutVars>
          <dgm:bulletEnabled val="1"/>
        </dgm:presLayoutVars>
      </dgm:prSet>
      <dgm:spPr>
        <a:ln w="28575">
          <a:solidFill>
            <a:srgbClr val="C27DAD"/>
          </a:solidFill>
        </a:ln>
      </dgm:spPr>
    </dgm:pt>
    <dgm:pt modelId="{60845E43-8D5F-4E83-8D45-DF887E873B2B}" type="pres">
      <dgm:prSet presAssocID="{FF5AB8F7-86F5-45F7-ADD8-FF64C4FC1C29}" presName="spaceBetweenRectangles" presStyleCnt="0"/>
      <dgm:spPr/>
    </dgm:pt>
    <dgm:pt modelId="{041F1553-A580-4E90-A4EA-7861117E4FA4}" type="pres">
      <dgm:prSet presAssocID="{5E7D75A7-EA71-4622-A377-7A17E734B4EB}" presName="parentLin" presStyleCnt="0"/>
      <dgm:spPr/>
    </dgm:pt>
    <dgm:pt modelId="{E9A012B0-C3C2-4B9D-9C0F-1819A4C73E7A}" type="pres">
      <dgm:prSet presAssocID="{5E7D75A7-EA71-4622-A377-7A17E734B4EB}" presName="parentLeftMargin" presStyleLbl="node1" presStyleIdx="0" presStyleCnt="3"/>
      <dgm:spPr/>
    </dgm:pt>
    <dgm:pt modelId="{D34F13EA-1ED4-4BA2-BC9A-4915A3B2FEC1}" type="pres">
      <dgm:prSet presAssocID="{5E7D75A7-EA71-4622-A377-7A17E734B4EB}" presName="parentText" presStyleLbl="node1" presStyleIdx="1" presStyleCnt="3">
        <dgm:presLayoutVars>
          <dgm:chMax val="0"/>
          <dgm:bulletEnabled val="1"/>
        </dgm:presLayoutVars>
      </dgm:prSet>
      <dgm:spPr/>
    </dgm:pt>
    <dgm:pt modelId="{9FE8679F-B291-4CFE-AB11-B7149E783711}" type="pres">
      <dgm:prSet presAssocID="{5E7D75A7-EA71-4622-A377-7A17E734B4EB}" presName="negativeSpace" presStyleCnt="0"/>
      <dgm:spPr/>
    </dgm:pt>
    <dgm:pt modelId="{656AEFF9-5238-4886-8DEA-9D760080B78E}" type="pres">
      <dgm:prSet presAssocID="{5E7D75A7-EA71-4622-A377-7A17E734B4EB}" presName="childText" presStyleLbl="conFgAcc1" presStyleIdx="1" presStyleCnt="3">
        <dgm:presLayoutVars>
          <dgm:bulletEnabled val="1"/>
        </dgm:presLayoutVars>
      </dgm:prSet>
      <dgm:spPr>
        <a:ln w="28575">
          <a:solidFill>
            <a:srgbClr val="D6A8C9"/>
          </a:solidFill>
        </a:ln>
      </dgm:spPr>
    </dgm:pt>
    <dgm:pt modelId="{B4C18C00-1590-4161-B528-7B0B93C8B326}" type="pres">
      <dgm:prSet presAssocID="{3118F146-5978-4F60-B5DD-940A3AB38CB5}" presName="spaceBetweenRectangles" presStyleCnt="0"/>
      <dgm:spPr/>
    </dgm:pt>
    <dgm:pt modelId="{8866B1D0-2A33-4B18-820A-C09E04A52043}" type="pres">
      <dgm:prSet presAssocID="{F3F371BA-A492-4B1E-822A-A2E5904B6510}" presName="parentLin" presStyleCnt="0"/>
      <dgm:spPr/>
    </dgm:pt>
    <dgm:pt modelId="{8F4DA6BB-7C4E-4112-8BE8-A5882824BCE3}" type="pres">
      <dgm:prSet presAssocID="{F3F371BA-A492-4B1E-822A-A2E5904B6510}" presName="parentLeftMargin" presStyleLbl="node1" presStyleIdx="1" presStyleCnt="3"/>
      <dgm:spPr/>
    </dgm:pt>
    <dgm:pt modelId="{FA03CFB8-0DA5-4663-8E44-5CF956E8268C}" type="pres">
      <dgm:prSet presAssocID="{F3F371BA-A492-4B1E-822A-A2E5904B6510}" presName="parentText" presStyleLbl="node1" presStyleIdx="2" presStyleCnt="3">
        <dgm:presLayoutVars>
          <dgm:chMax val="0"/>
          <dgm:bulletEnabled val="1"/>
        </dgm:presLayoutVars>
      </dgm:prSet>
      <dgm:spPr/>
    </dgm:pt>
    <dgm:pt modelId="{24A5A2AE-8CFD-4412-ABD3-12477D6C39FA}" type="pres">
      <dgm:prSet presAssocID="{F3F371BA-A492-4B1E-822A-A2E5904B6510}" presName="negativeSpace" presStyleCnt="0"/>
      <dgm:spPr/>
    </dgm:pt>
    <dgm:pt modelId="{51BE1BBA-C171-40B2-B741-9CE5CEEC36AE}" type="pres">
      <dgm:prSet presAssocID="{F3F371BA-A492-4B1E-822A-A2E5904B6510}" presName="childText" presStyleLbl="conFgAcc1" presStyleIdx="2" presStyleCnt="3">
        <dgm:presLayoutVars>
          <dgm:bulletEnabled val="1"/>
        </dgm:presLayoutVars>
      </dgm:prSet>
      <dgm:spPr>
        <a:ln w="28575">
          <a:solidFill>
            <a:srgbClr val="AD5192"/>
          </a:solidFill>
        </a:ln>
      </dgm:spPr>
    </dgm:pt>
  </dgm:ptLst>
  <dgm:cxnLst>
    <dgm:cxn modelId="{5525D918-1FEC-46DA-8292-67CDA7A6274E}" srcId="{C936BB20-1A29-4588-8A87-94FC7D2D8836}" destId="{F3F371BA-A492-4B1E-822A-A2E5904B6510}" srcOrd="2" destOrd="0" parTransId="{A3BF7C52-928B-485B-954B-3E26E2411C7E}" sibTransId="{F00AD284-3E1E-4EA4-B804-29D995D83390}"/>
    <dgm:cxn modelId="{F0C8401E-C788-43B4-8211-2C1AA8214055}" type="presOf" srcId="{C894E593-4D02-421A-81FC-4449E4D4A38A}" destId="{FD02BE40-022D-4DC4-A01E-DA4D8A3B7473}" srcOrd="1" destOrd="0" presId="urn:microsoft.com/office/officeart/2005/8/layout/list1"/>
    <dgm:cxn modelId="{AA8F962D-507E-4BFD-B337-DC0100D4B6FE}" srcId="{C936BB20-1A29-4588-8A87-94FC7D2D8836}" destId="{5E7D75A7-EA71-4622-A377-7A17E734B4EB}" srcOrd="1" destOrd="0" parTransId="{658E4778-5F97-486D-B5D0-5BFFB8E255FA}" sibTransId="{3118F146-5978-4F60-B5DD-940A3AB38CB5}"/>
    <dgm:cxn modelId="{AE7DED2D-F2EE-4188-8CF5-F58C4B31A2AD}" srcId="{C936BB20-1A29-4588-8A87-94FC7D2D8836}" destId="{C894E593-4D02-421A-81FC-4449E4D4A38A}" srcOrd="0" destOrd="0" parTransId="{4AAC448D-B58F-4086-8DD6-32C60AD23816}" sibTransId="{FF5AB8F7-86F5-45F7-ADD8-FF64C4FC1C29}"/>
    <dgm:cxn modelId="{FCA15964-2E37-49F9-B14A-664BE7444F6D}" type="presOf" srcId="{F3F371BA-A492-4B1E-822A-A2E5904B6510}" destId="{8F4DA6BB-7C4E-4112-8BE8-A5882824BCE3}" srcOrd="0" destOrd="0" presId="urn:microsoft.com/office/officeart/2005/8/layout/list1"/>
    <dgm:cxn modelId="{E0D81456-0AB2-474A-BC6E-58C828D40243}" type="presOf" srcId="{C936BB20-1A29-4588-8A87-94FC7D2D8836}" destId="{08D67696-DF18-474B-AAE6-0A6C98CFB6C5}" srcOrd="0" destOrd="0" presId="urn:microsoft.com/office/officeart/2005/8/layout/list1"/>
    <dgm:cxn modelId="{C85CC59F-F970-41FE-A11E-828F07E6D93B}" type="presOf" srcId="{F3F371BA-A492-4B1E-822A-A2E5904B6510}" destId="{FA03CFB8-0DA5-4663-8E44-5CF956E8268C}" srcOrd="1" destOrd="0" presId="urn:microsoft.com/office/officeart/2005/8/layout/list1"/>
    <dgm:cxn modelId="{3539FED7-913D-4460-BC14-B2182B4D0C9C}" type="presOf" srcId="{5E7D75A7-EA71-4622-A377-7A17E734B4EB}" destId="{D34F13EA-1ED4-4BA2-BC9A-4915A3B2FEC1}" srcOrd="1" destOrd="0" presId="urn:microsoft.com/office/officeart/2005/8/layout/list1"/>
    <dgm:cxn modelId="{887AD2F6-5B95-4E56-951E-2C6C6F1250F9}" type="presOf" srcId="{C894E593-4D02-421A-81FC-4449E4D4A38A}" destId="{35073401-1F36-4B97-8FCD-30739CC777D4}" srcOrd="0" destOrd="0" presId="urn:microsoft.com/office/officeart/2005/8/layout/list1"/>
    <dgm:cxn modelId="{B10848F9-0B49-4294-819F-43D469E0526A}" type="presOf" srcId="{5E7D75A7-EA71-4622-A377-7A17E734B4EB}" destId="{E9A012B0-C3C2-4B9D-9C0F-1819A4C73E7A}" srcOrd="0" destOrd="0" presId="urn:microsoft.com/office/officeart/2005/8/layout/list1"/>
    <dgm:cxn modelId="{0D0B3B3B-5160-4C0E-9545-B5CD15B22F28}" type="presParOf" srcId="{08D67696-DF18-474B-AAE6-0A6C98CFB6C5}" destId="{FD3BCEE6-520C-49EE-B150-B9C9E8A7492D}" srcOrd="0" destOrd="0" presId="urn:microsoft.com/office/officeart/2005/8/layout/list1"/>
    <dgm:cxn modelId="{88BF8E73-121D-4157-AD43-54A36B27518D}" type="presParOf" srcId="{FD3BCEE6-520C-49EE-B150-B9C9E8A7492D}" destId="{35073401-1F36-4B97-8FCD-30739CC777D4}" srcOrd="0" destOrd="0" presId="urn:microsoft.com/office/officeart/2005/8/layout/list1"/>
    <dgm:cxn modelId="{0EEA687A-B0C4-47D5-AFBF-47AEF1FC7EFF}" type="presParOf" srcId="{FD3BCEE6-520C-49EE-B150-B9C9E8A7492D}" destId="{FD02BE40-022D-4DC4-A01E-DA4D8A3B7473}" srcOrd="1" destOrd="0" presId="urn:microsoft.com/office/officeart/2005/8/layout/list1"/>
    <dgm:cxn modelId="{63218788-F770-423A-A374-81820A16A8FD}" type="presParOf" srcId="{08D67696-DF18-474B-AAE6-0A6C98CFB6C5}" destId="{AC2F1391-AD41-4F24-B8CC-B0557ACF6DB3}" srcOrd="1" destOrd="0" presId="urn:microsoft.com/office/officeart/2005/8/layout/list1"/>
    <dgm:cxn modelId="{8900244E-1758-4E3C-8006-88CB4F63C70C}" type="presParOf" srcId="{08D67696-DF18-474B-AAE6-0A6C98CFB6C5}" destId="{C6A406B4-20FF-4DCB-8179-21C8AFC344D8}" srcOrd="2" destOrd="0" presId="urn:microsoft.com/office/officeart/2005/8/layout/list1"/>
    <dgm:cxn modelId="{FCD674C0-92C4-4422-A7FC-8F9866C7B7C4}" type="presParOf" srcId="{08D67696-DF18-474B-AAE6-0A6C98CFB6C5}" destId="{60845E43-8D5F-4E83-8D45-DF887E873B2B}" srcOrd="3" destOrd="0" presId="urn:microsoft.com/office/officeart/2005/8/layout/list1"/>
    <dgm:cxn modelId="{401306D9-C6D2-4137-975C-513ED2C47A06}" type="presParOf" srcId="{08D67696-DF18-474B-AAE6-0A6C98CFB6C5}" destId="{041F1553-A580-4E90-A4EA-7861117E4FA4}" srcOrd="4" destOrd="0" presId="urn:microsoft.com/office/officeart/2005/8/layout/list1"/>
    <dgm:cxn modelId="{09F8A37F-F1E0-4090-BF07-9C448940565B}" type="presParOf" srcId="{041F1553-A580-4E90-A4EA-7861117E4FA4}" destId="{E9A012B0-C3C2-4B9D-9C0F-1819A4C73E7A}" srcOrd="0" destOrd="0" presId="urn:microsoft.com/office/officeart/2005/8/layout/list1"/>
    <dgm:cxn modelId="{05C4500F-BD79-4C50-AE6E-A87D64208176}" type="presParOf" srcId="{041F1553-A580-4E90-A4EA-7861117E4FA4}" destId="{D34F13EA-1ED4-4BA2-BC9A-4915A3B2FEC1}" srcOrd="1" destOrd="0" presId="urn:microsoft.com/office/officeart/2005/8/layout/list1"/>
    <dgm:cxn modelId="{B11D768B-A19B-4DE8-8C15-040383FE170C}" type="presParOf" srcId="{08D67696-DF18-474B-AAE6-0A6C98CFB6C5}" destId="{9FE8679F-B291-4CFE-AB11-B7149E783711}" srcOrd="5" destOrd="0" presId="urn:microsoft.com/office/officeart/2005/8/layout/list1"/>
    <dgm:cxn modelId="{8625D3DE-7D00-4433-BDDF-AEA805953B29}" type="presParOf" srcId="{08D67696-DF18-474B-AAE6-0A6C98CFB6C5}" destId="{656AEFF9-5238-4886-8DEA-9D760080B78E}" srcOrd="6" destOrd="0" presId="urn:microsoft.com/office/officeart/2005/8/layout/list1"/>
    <dgm:cxn modelId="{4B044B1A-C4E8-461D-810A-7B33E1C8DA6B}" type="presParOf" srcId="{08D67696-DF18-474B-AAE6-0A6C98CFB6C5}" destId="{B4C18C00-1590-4161-B528-7B0B93C8B326}" srcOrd="7" destOrd="0" presId="urn:microsoft.com/office/officeart/2005/8/layout/list1"/>
    <dgm:cxn modelId="{97AD9F00-6E7A-482C-8F6F-BBE46A0CB39C}" type="presParOf" srcId="{08D67696-DF18-474B-AAE6-0A6C98CFB6C5}" destId="{8866B1D0-2A33-4B18-820A-C09E04A52043}" srcOrd="8" destOrd="0" presId="urn:microsoft.com/office/officeart/2005/8/layout/list1"/>
    <dgm:cxn modelId="{E136AC4F-C7DD-49B5-A0D7-C4ED18BBBDAD}" type="presParOf" srcId="{8866B1D0-2A33-4B18-820A-C09E04A52043}" destId="{8F4DA6BB-7C4E-4112-8BE8-A5882824BCE3}" srcOrd="0" destOrd="0" presId="urn:microsoft.com/office/officeart/2005/8/layout/list1"/>
    <dgm:cxn modelId="{72CFA732-2DC7-419C-A8D1-6B124FD365C5}" type="presParOf" srcId="{8866B1D0-2A33-4B18-820A-C09E04A52043}" destId="{FA03CFB8-0DA5-4663-8E44-5CF956E8268C}" srcOrd="1" destOrd="0" presId="urn:microsoft.com/office/officeart/2005/8/layout/list1"/>
    <dgm:cxn modelId="{42B872C5-E7F4-44CD-9DBF-507C82329F4E}" type="presParOf" srcId="{08D67696-DF18-474B-AAE6-0A6C98CFB6C5}" destId="{24A5A2AE-8CFD-4412-ABD3-12477D6C39FA}" srcOrd="9" destOrd="0" presId="urn:microsoft.com/office/officeart/2005/8/layout/list1"/>
    <dgm:cxn modelId="{C653500E-F3F5-42C5-AB37-BF40B6F6CD44}" type="presParOf" srcId="{08D67696-DF18-474B-AAE6-0A6C98CFB6C5}" destId="{51BE1BBA-C171-40B2-B741-9CE5CEEC36AE}"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4C120B0-DA63-4F7D-8D21-FFF282B6C044}" type="doc">
      <dgm:prSet loTypeId="urn:microsoft.com/office/officeart/2005/8/layout/hProcess4" loCatId="process" qsTypeId="urn:microsoft.com/office/officeart/2005/8/quickstyle/simple2" qsCatId="simple" csTypeId="urn:microsoft.com/office/officeart/2005/8/colors/accent1_2" csCatId="accent1" phldr="1"/>
      <dgm:spPr/>
      <dgm:t>
        <a:bodyPr/>
        <a:lstStyle/>
        <a:p>
          <a:endParaRPr lang="zh-CN" altLang="en-US"/>
        </a:p>
      </dgm:t>
    </dgm:pt>
    <dgm:pt modelId="{B2416150-FF78-4E46-A7AA-6F8862E683BE}">
      <dgm:prSet phldrT="[文本]" custT="1"/>
      <dgm:spPr>
        <a:solidFill>
          <a:srgbClr val="C27DAD"/>
        </a:solidFill>
      </dgm:spPr>
      <dgm:t>
        <a:bodyPr/>
        <a:lstStyle/>
        <a:p>
          <a:r>
            <a:rPr lang="zh-CN" altLang="en-US" sz="2000" b="1" dirty="0">
              <a:latin typeface="+mn-lt"/>
              <a:ea typeface="+mn-ea"/>
              <a:cs typeface="+mn-ea"/>
              <a:sym typeface="+mn-lt"/>
            </a:rPr>
            <a:t>标题</a:t>
          </a:r>
          <a:r>
            <a:rPr lang="en-US" altLang="zh-CN" sz="2000" b="1" dirty="0">
              <a:latin typeface="+mn-lt"/>
              <a:ea typeface="+mn-ea"/>
              <a:cs typeface="+mn-ea"/>
              <a:sym typeface="+mn-lt"/>
            </a:rPr>
            <a:t>1</a:t>
          </a:r>
          <a:endParaRPr lang="zh-CN" altLang="en-US" sz="2000" b="1" dirty="0">
            <a:latin typeface="+mn-lt"/>
            <a:ea typeface="+mn-ea"/>
            <a:cs typeface="+mn-ea"/>
            <a:sym typeface="+mn-lt"/>
          </a:endParaRPr>
        </a:p>
      </dgm:t>
    </dgm:pt>
    <dgm:pt modelId="{CD3AB1BA-8A78-44B3-8490-1EFB3D3C6569}" type="parTrans" cxnId="{10A307DB-69CB-4F42-A413-AA08DD40F260}">
      <dgm:prSet/>
      <dgm:spPr/>
      <dgm:t>
        <a:bodyPr/>
        <a:lstStyle/>
        <a:p>
          <a:endParaRPr lang="zh-CN" altLang="en-US"/>
        </a:p>
      </dgm:t>
    </dgm:pt>
    <dgm:pt modelId="{B93554E1-75E3-40AF-8133-9F28CA03459D}" type="sibTrans" cxnId="{10A307DB-69CB-4F42-A413-AA08DD40F260}">
      <dgm:prSet/>
      <dgm:spPr>
        <a:solidFill>
          <a:srgbClr val="992677"/>
        </a:solidFill>
      </dgm:spPr>
      <dgm:t>
        <a:bodyPr/>
        <a:lstStyle/>
        <a:p>
          <a:endParaRPr lang="zh-CN" altLang="en-US"/>
        </a:p>
      </dgm:t>
    </dgm:pt>
    <dgm:pt modelId="{E34EBA99-1D05-4D07-A3BC-B85535FEF155}">
      <dgm:prSet phldrT="[文本]" phldr="1" custT="1"/>
      <dgm:spPr>
        <a:ln w="63500">
          <a:solidFill>
            <a:srgbClr val="C27DAD"/>
          </a:solidFill>
        </a:ln>
      </dgm:spPr>
      <dgm:t>
        <a:bodyPr/>
        <a:lstStyle/>
        <a:p>
          <a:endParaRPr lang="zh-CN" altLang="en-US" sz="1400" dirty="0">
            <a:solidFill>
              <a:srgbClr val="992677"/>
            </a:solidFill>
            <a:latin typeface="+mn-lt"/>
            <a:ea typeface="+mn-ea"/>
            <a:cs typeface="+mn-ea"/>
            <a:sym typeface="+mn-lt"/>
          </a:endParaRPr>
        </a:p>
      </dgm:t>
    </dgm:pt>
    <dgm:pt modelId="{17A1F0A4-64F5-423D-87AE-F604708A0CA6}" type="parTrans" cxnId="{D852526E-9E6A-4445-ADBA-D0FA858B575B}">
      <dgm:prSet/>
      <dgm:spPr/>
      <dgm:t>
        <a:bodyPr/>
        <a:lstStyle/>
        <a:p>
          <a:endParaRPr lang="zh-CN" altLang="en-US"/>
        </a:p>
      </dgm:t>
    </dgm:pt>
    <dgm:pt modelId="{A68C9792-DAE2-4DDD-BEA9-BE1C69C52E8F}" type="sibTrans" cxnId="{D852526E-9E6A-4445-ADBA-D0FA858B575B}">
      <dgm:prSet/>
      <dgm:spPr/>
      <dgm:t>
        <a:bodyPr/>
        <a:lstStyle/>
        <a:p>
          <a:endParaRPr lang="zh-CN" altLang="en-US"/>
        </a:p>
      </dgm:t>
    </dgm:pt>
    <dgm:pt modelId="{13FE11A7-5332-4F9E-BCE6-227157AB3930}">
      <dgm:prSet phldrT="[文本]" phldr="1" custT="1"/>
      <dgm:spPr>
        <a:ln w="63500">
          <a:solidFill>
            <a:srgbClr val="C27DAD"/>
          </a:solidFill>
        </a:ln>
      </dgm:spPr>
      <dgm:t>
        <a:bodyPr/>
        <a:lstStyle/>
        <a:p>
          <a:endParaRPr lang="zh-CN" altLang="en-US" sz="1400">
            <a:solidFill>
              <a:srgbClr val="992677"/>
            </a:solidFill>
            <a:latin typeface="+mn-lt"/>
            <a:ea typeface="+mn-ea"/>
            <a:cs typeface="+mn-ea"/>
            <a:sym typeface="+mn-lt"/>
          </a:endParaRPr>
        </a:p>
      </dgm:t>
    </dgm:pt>
    <dgm:pt modelId="{9F2D0616-39DF-4742-8AE2-95C112606112}" type="parTrans" cxnId="{FFE68F7D-E595-4D67-AAFA-AA04E7239EE3}">
      <dgm:prSet/>
      <dgm:spPr/>
      <dgm:t>
        <a:bodyPr/>
        <a:lstStyle/>
        <a:p>
          <a:endParaRPr lang="zh-CN" altLang="en-US"/>
        </a:p>
      </dgm:t>
    </dgm:pt>
    <dgm:pt modelId="{D672C98E-3DF4-44F1-A668-2E2C7074C52D}" type="sibTrans" cxnId="{FFE68F7D-E595-4D67-AAFA-AA04E7239EE3}">
      <dgm:prSet/>
      <dgm:spPr/>
      <dgm:t>
        <a:bodyPr/>
        <a:lstStyle/>
        <a:p>
          <a:endParaRPr lang="zh-CN" altLang="en-US"/>
        </a:p>
      </dgm:t>
    </dgm:pt>
    <dgm:pt modelId="{193F2249-3953-462B-8AD3-16B6C912626A}">
      <dgm:prSet phldrT="[文本]" custT="1"/>
      <dgm:spPr>
        <a:solidFill>
          <a:srgbClr val="D6A8C9"/>
        </a:solidFill>
      </dgm:spPr>
      <dgm:t>
        <a:bodyPr/>
        <a:lstStyle/>
        <a:p>
          <a:r>
            <a:rPr lang="zh-CN" altLang="en-US" sz="2000" b="1" dirty="0">
              <a:latin typeface="+mn-lt"/>
              <a:ea typeface="+mn-ea"/>
              <a:cs typeface="+mn-ea"/>
              <a:sym typeface="+mn-lt"/>
            </a:rPr>
            <a:t>标题</a:t>
          </a:r>
          <a:r>
            <a:rPr lang="en-US" altLang="zh-CN" sz="2000" b="1" dirty="0">
              <a:latin typeface="+mn-lt"/>
              <a:ea typeface="+mn-ea"/>
              <a:cs typeface="+mn-ea"/>
              <a:sym typeface="+mn-lt"/>
            </a:rPr>
            <a:t>2</a:t>
          </a:r>
          <a:endParaRPr lang="zh-CN" altLang="en-US" sz="2000" b="1" dirty="0">
            <a:latin typeface="+mn-lt"/>
            <a:ea typeface="+mn-ea"/>
            <a:cs typeface="+mn-ea"/>
            <a:sym typeface="+mn-lt"/>
          </a:endParaRPr>
        </a:p>
      </dgm:t>
    </dgm:pt>
    <dgm:pt modelId="{E8976EF6-C412-4F1F-BE5D-B527285117A2}" type="parTrans" cxnId="{1A448996-0AB4-4AE5-82DB-16A850EECFB3}">
      <dgm:prSet/>
      <dgm:spPr/>
      <dgm:t>
        <a:bodyPr/>
        <a:lstStyle/>
        <a:p>
          <a:endParaRPr lang="zh-CN" altLang="en-US"/>
        </a:p>
      </dgm:t>
    </dgm:pt>
    <dgm:pt modelId="{B54AE325-A748-464B-9CCF-09083E218B76}" type="sibTrans" cxnId="{1A448996-0AB4-4AE5-82DB-16A850EECFB3}">
      <dgm:prSet/>
      <dgm:spPr>
        <a:solidFill>
          <a:srgbClr val="992677"/>
        </a:solidFill>
      </dgm:spPr>
      <dgm:t>
        <a:bodyPr/>
        <a:lstStyle/>
        <a:p>
          <a:endParaRPr lang="zh-CN" altLang="en-US"/>
        </a:p>
      </dgm:t>
    </dgm:pt>
    <dgm:pt modelId="{19084519-CE42-47AA-9211-DEDF4B09D99B}">
      <dgm:prSet phldrT="[文本]" phldr="1" custT="1"/>
      <dgm:spPr>
        <a:ln w="63500">
          <a:solidFill>
            <a:srgbClr val="D6A8C9"/>
          </a:solidFill>
        </a:ln>
      </dgm:spPr>
      <dgm:t>
        <a:bodyPr/>
        <a:lstStyle/>
        <a:p>
          <a:endParaRPr lang="zh-CN" altLang="en-US" sz="1400" dirty="0">
            <a:solidFill>
              <a:srgbClr val="992677"/>
            </a:solidFill>
            <a:latin typeface="+mn-lt"/>
            <a:ea typeface="+mn-ea"/>
            <a:cs typeface="+mn-ea"/>
            <a:sym typeface="+mn-lt"/>
          </a:endParaRPr>
        </a:p>
      </dgm:t>
    </dgm:pt>
    <dgm:pt modelId="{F2A573A0-1F26-40F9-A674-CBCE240ADA91}" type="parTrans" cxnId="{B426A67D-FB20-45D0-A3C6-B0C9C466318F}">
      <dgm:prSet/>
      <dgm:spPr/>
      <dgm:t>
        <a:bodyPr/>
        <a:lstStyle/>
        <a:p>
          <a:endParaRPr lang="zh-CN" altLang="en-US"/>
        </a:p>
      </dgm:t>
    </dgm:pt>
    <dgm:pt modelId="{65E42440-6B43-44E2-9992-D158ECB4AB7E}" type="sibTrans" cxnId="{B426A67D-FB20-45D0-A3C6-B0C9C466318F}">
      <dgm:prSet/>
      <dgm:spPr/>
      <dgm:t>
        <a:bodyPr/>
        <a:lstStyle/>
        <a:p>
          <a:endParaRPr lang="zh-CN" altLang="en-US"/>
        </a:p>
      </dgm:t>
    </dgm:pt>
    <dgm:pt modelId="{F19E03B8-B502-465E-A0B4-FC1FE5F7D9A7}">
      <dgm:prSet phldrT="[文本]" phldr="1" custT="1"/>
      <dgm:spPr>
        <a:ln w="63500">
          <a:solidFill>
            <a:srgbClr val="D6A8C9"/>
          </a:solidFill>
        </a:ln>
      </dgm:spPr>
      <dgm:t>
        <a:bodyPr/>
        <a:lstStyle/>
        <a:p>
          <a:endParaRPr lang="zh-CN" altLang="en-US" sz="1400">
            <a:solidFill>
              <a:srgbClr val="992677"/>
            </a:solidFill>
            <a:latin typeface="+mn-lt"/>
            <a:ea typeface="+mn-ea"/>
            <a:cs typeface="+mn-ea"/>
            <a:sym typeface="+mn-lt"/>
          </a:endParaRPr>
        </a:p>
      </dgm:t>
    </dgm:pt>
    <dgm:pt modelId="{9F5B2B1B-DA83-43D5-8014-5C964677BE38}" type="parTrans" cxnId="{9B98DDB3-7ABE-43CA-A98B-687AB3093DAD}">
      <dgm:prSet/>
      <dgm:spPr/>
      <dgm:t>
        <a:bodyPr/>
        <a:lstStyle/>
        <a:p>
          <a:endParaRPr lang="zh-CN" altLang="en-US"/>
        </a:p>
      </dgm:t>
    </dgm:pt>
    <dgm:pt modelId="{8C1AFB78-12A6-4CBE-85B8-BED881067512}" type="sibTrans" cxnId="{9B98DDB3-7ABE-43CA-A98B-687AB3093DAD}">
      <dgm:prSet/>
      <dgm:spPr/>
      <dgm:t>
        <a:bodyPr/>
        <a:lstStyle/>
        <a:p>
          <a:endParaRPr lang="zh-CN" altLang="en-US"/>
        </a:p>
      </dgm:t>
    </dgm:pt>
    <dgm:pt modelId="{1C435268-76A6-4A1B-A98F-7C87C35DA9A8}">
      <dgm:prSet phldrT="[文本]" custT="1"/>
      <dgm:spPr>
        <a:solidFill>
          <a:srgbClr val="AD5192"/>
        </a:solidFill>
      </dgm:spPr>
      <dgm:t>
        <a:bodyPr/>
        <a:lstStyle/>
        <a:p>
          <a:r>
            <a:rPr lang="zh-CN" altLang="en-US" sz="2000" b="1" dirty="0">
              <a:latin typeface="+mn-lt"/>
              <a:ea typeface="+mn-ea"/>
              <a:cs typeface="+mn-ea"/>
              <a:sym typeface="+mn-lt"/>
            </a:rPr>
            <a:t>标题</a:t>
          </a:r>
          <a:r>
            <a:rPr lang="en-US" altLang="zh-CN" sz="2000" b="1" dirty="0">
              <a:latin typeface="+mn-lt"/>
              <a:ea typeface="+mn-ea"/>
              <a:cs typeface="+mn-ea"/>
              <a:sym typeface="+mn-lt"/>
            </a:rPr>
            <a:t>3</a:t>
          </a:r>
          <a:endParaRPr lang="zh-CN" altLang="en-US" sz="2000" b="1" dirty="0">
            <a:latin typeface="+mn-lt"/>
            <a:ea typeface="+mn-ea"/>
            <a:cs typeface="+mn-ea"/>
            <a:sym typeface="+mn-lt"/>
          </a:endParaRPr>
        </a:p>
      </dgm:t>
    </dgm:pt>
    <dgm:pt modelId="{C9D9F363-F00A-4946-A315-76F424EDCDEA}" type="parTrans" cxnId="{BBFE72A1-48F5-48FC-941B-DDA15344730A}">
      <dgm:prSet/>
      <dgm:spPr/>
      <dgm:t>
        <a:bodyPr/>
        <a:lstStyle/>
        <a:p>
          <a:endParaRPr lang="zh-CN" altLang="en-US"/>
        </a:p>
      </dgm:t>
    </dgm:pt>
    <dgm:pt modelId="{4EF0F9F0-2262-4EA2-8A1E-991FDFF1C4E6}" type="sibTrans" cxnId="{BBFE72A1-48F5-48FC-941B-DDA15344730A}">
      <dgm:prSet/>
      <dgm:spPr/>
      <dgm:t>
        <a:bodyPr/>
        <a:lstStyle/>
        <a:p>
          <a:endParaRPr lang="zh-CN" altLang="en-US"/>
        </a:p>
      </dgm:t>
    </dgm:pt>
    <dgm:pt modelId="{C2608895-3643-4415-B861-451FB9118184}">
      <dgm:prSet phldrT="[文本]" phldr="1" custT="1"/>
      <dgm:spPr>
        <a:ln w="63500">
          <a:solidFill>
            <a:srgbClr val="AD5192"/>
          </a:solidFill>
        </a:ln>
      </dgm:spPr>
      <dgm:t>
        <a:bodyPr/>
        <a:lstStyle/>
        <a:p>
          <a:endParaRPr lang="zh-CN" altLang="en-US" sz="1400" dirty="0">
            <a:solidFill>
              <a:srgbClr val="992677"/>
            </a:solidFill>
            <a:latin typeface="+mn-lt"/>
            <a:ea typeface="+mn-ea"/>
            <a:cs typeface="+mn-ea"/>
            <a:sym typeface="+mn-lt"/>
          </a:endParaRPr>
        </a:p>
      </dgm:t>
    </dgm:pt>
    <dgm:pt modelId="{C4CE40BF-D166-4BC2-803A-0C37DC81338C}" type="parTrans" cxnId="{7805762D-F377-4905-8B90-7EAE77A91B2E}">
      <dgm:prSet/>
      <dgm:spPr/>
      <dgm:t>
        <a:bodyPr/>
        <a:lstStyle/>
        <a:p>
          <a:endParaRPr lang="zh-CN" altLang="en-US"/>
        </a:p>
      </dgm:t>
    </dgm:pt>
    <dgm:pt modelId="{DE00390E-2456-4FA5-BA9D-2FE223E45BB7}" type="sibTrans" cxnId="{7805762D-F377-4905-8B90-7EAE77A91B2E}">
      <dgm:prSet/>
      <dgm:spPr/>
      <dgm:t>
        <a:bodyPr/>
        <a:lstStyle/>
        <a:p>
          <a:endParaRPr lang="zh-CN" altLang="en-US"/>
        </a:p>
      </dgm:t>
    </dgm:pt>
    <dgm:pt modelId="{C0EC89E4-E3EC-4C03-968F-4DDEC6B97B25}">
      <dgm:prSet phldrT="[文本]" phldr="1" custT="1"/>
      <dgm:spPr>
        <a:ln w="63500">
          <a:solidFill>
            <a:srgbClr val="AD5192"/>
          </a:solidFill>
        </a:ln>
      </dgm:spPr>
      <dgm:t>
        <a:bodyPr/>
        <a:lstStyle/>
        <a:p>
          <a:endParaRPr lang="zh-CN" altLang="en-US" sz="1400">
            <a:solidFill>
              <a:srgbClr val="992677"/>
            </a:solidFill>
            <a:latin typeface="+mn-lt"/>
            <a:ea typeface="+mn-ea"/>
            <a:cs typeface="+mn-ea"/>
            <a:sym typeface="+mn-lt"/>
          </a:endParaRPr>
        </a:p>
      </dgm:t>
    </dgm:pt>
    <dgm:pt modelId="{4DF190F3-9E7B-46E9-924D-15B3C2969242}" type="parTrans" cxnId="{E1F45F82-330C-4341-88A9-6758EFA6A700}">
      <dgm:prSet/>
      <dgm:spPr/>
      <dgm:t>
        <a:bodyPr/>
        <a:lstStyle/>
        <a:p>
          <a:endParaRPr lang="zh-CN" altLang="en-US"/>
        </a:p>
      </dgm:t>
    </dgm:pt>
    <dgm:pt modelId="{44F2B9D1-953B-4B74-93CD-700400B1D57F}" type="sibTrans" cxnId="{E1F45F82-330C-4341-88A9-6758EFA6A700}">
      <dgm:prSet/>
      <dgm:spPr/>
      <dgm:t>
        <a:bodyPr/>
        <a:lstStyle/>
        <a:p>
          <a:endParaRPr lang="zh-CN" altLang="en-US"/>
        </a:p>
      </dgm:t>
    </dgm:pt>
    <dgm:pt modelId="{3FCE476A-25E9-4FF1-91D9-BBFECBB77250}" type="pres">
      <dgm:prSet presAssocID="{C4C120B0-DA63-4F7D-8D21-FFF282B6C044}" presName="Name0" presStyleCnt="0">
        <dgm:presLayoutVars>
          <dgm:dir/>
          <dgm:animLvl val="lvl"/>
          <dgm:resizeHandles val="exact"/>
        </dgm:presLayoutVars>
      </dgm:prSet>
      <dgm:spPr/>
    </dgm:pt>
    <dgm:pt modelId="{39B22F2A-0362-41E5-9271-69AB10C14F50}" type="pres">
      <dgm:prSet presAssocID="{C4C120B0-DA63-4F7D-8D21-FFF282B6C044}" presName="tSp" presStyleCnt="0"/>
      <dgm:spPr/>
    </dgm:pt>
    <dgm:pt modelId="{BF42C21C-376D-440B-9AE2-DA3BB2A37117}" type="pres">
      <dgm:prSet presAssocID="{C4C120B0-DA63-4F7D-8D21-FFF282B6C044}" presName="bSp" presStyleCnt="0"/>
      <dgm:spPr/>
    </dgm:pt>
    <dgm:pt modelId="{508FD334-3986-409E-AC44-33712232C3FF}" type="pres">
      <dgm:prSet presAssocID="{C4C120B0-DA63-4F7D-8D21-FFF282B6C044}" presName="process" presStyleCnt="0"/>
      <dgm:spPr/>
    </dgm:pt>
    <dgm:pt modelId="{A7498815-4414-41C7-A171-43694191C059}" type="pres">
      <dgm:prSet presAssocID="{B2416150-FF78-4E46-A7AA-6F8862E683BE}" presName="composite1" presStyleCnt="0"/>
      <dgm:spPr/>
    </dgm:pt>
    <dgm:pt modelId="{51E5806C-AE8B-4D37-AE96-6A74736FDC5F}" type="pres">
      <dgm:prSet presAssocID="{B2416150-FF78-4E46-A7AA-6F8862E683BE}" presName="dummyNode1" presStyleLbl="node1" presStyleIdx="0" presStyleCnt="3"/>
      <dgm:spPr/>
    </dgm:pt>
    <dgm:pt modelId="{DBFBE924-60B2-4E70-99D5-3AB1BC44AD24}" type="pres">
      <dgm:prSet presAssocID="{B2416150-FF78-4E46-A7AA-6F8862E683BE}" presName="childNode1" presStyleLbl="bgAcc1" presStyleIdx="0" presStyleCnt="3">
        <dgm:presLayoutVars>
          <dgm:bulletEnabled val="1"/>
        </dgm:presLayoutVars>
      </dgm:prSet>
      <dgm:spPr/>
    </dgm:pt>
    <dgm:pt modelId="{7BCEC3A5-91B6-48AF-9A42-F21E7728DAAB}" type="pres">
      <dgm:prSet presAssocID="{B2416150-FF78-4E46-A7AA-6F8862E683BE}" presName="childNode1tx" presStyleLbl="bgAcc1" presStyleIdx="0" presStyleCnt="3">
        <dgm:presLayoutVars>
          <dgm:bulletEnabled val="1"/>
        </dgm:presLayoutVars>
      </dgm:prSet>
      <dgm:spPr/>
    </dgm:pt>
    <dgm:pt modelId="{28379542-C127-4DE7-AA28-3DC8B21DA289}" type="pres">
      <dgm:prSet presAssocID="{B2416150-FF78-4E46-A7AA-6F8862E683BE}" presName="parentNode1" presStyleLbl="node1" presStyleIdx="0" presStyleCnt="3">
        <dgm:presLayoutVars>
          <dgm:chMax val="1"/>
          <dgm:bulletEnabled val="1"/>
        </dgm:presLayoutVars>
      </dgm:prSet>
      <dgm:spPr/>
    </dgm:pt>
    <dgm:pt modelId="{4E5A114D-F18F-4BF5-B4B0-3A7D8E5B1269}" type="pres">
      <dgm:prSet presAssocID="{B2416150-FF78-4E46-A7AA-6F8862E683BE}" presName="connSite1" presStyleCnt="0"/>
      <dgm:spPr/>
    </dgm:pt>
    <dgm:pt modelId="{A69BF934-98E7-4C62-8F2E-EA3AC1EAA599}" type="pres">
      <dgm:prSet presAssocID="{B93554E1-75E3-40AF-8133-9F28CA03459D}" presName="Name9" presStyleLbl="sibTrans2D1" presStyleIdx="0" presStyleCnt="2"/>
      <dgm:spPr/>
    </dgm:pt>
    <dgm:pt modelId="{622BEE86-B465-49BB-81C0-B198F805475E}" type="pres">
      <dgm:prSet presAssocID="{193F2249-3953-462B-8AD3-16B6C912626A}" presName="composite2" presStyleCnt="0"/>
      <dgm:spPr/>
    </dgm:pt>
    <dgm:pt modelId="{9F45F05B-AC48-4D91-BE37-002DC4260A83}" type="pres">
      <dgm:prSet presAssocID="{193F2249-3953-462B-8AD3-16B6C912626A}" presName="dummyNode2" presStyleLbl="node1" presStyleIdx="0" presStyleCnt="3"/>
      <dgm:spPr/>
    </dgm:pt>
    <dgm:pt modelId="{BF0FC948-93DF-4DB6-96C0-167351903045}" type="pres">
      <dgm:prSet presAssocID="{193F2249-3953-462B-8AD3-16B6C912626A}" presName="childNode2" presStyleLbl="bgAcc1" presStyleIdx="1" presStyleCnt="3">
        <dgm:presLayoutVars>
          <dgm:bulletEnabled val="1"/>
        </dgm:presLayoutVars>
      </dgm:prSet>
      <dgm:spPr/>
    </dgm:pt>
    <dgm:pt modelId="{D4155752-8612-40D7-9D5B-2DE68EB17142}" type="pres">
      <dgm:prSet presAssocID="{193F2249-3953-462B-8AD3-16B6C912626A}" presName="childNode2tx" presStyleLbl="bgAcc1" presStyleIdx="1" presStyleCnt="3">
        <dgm:presLayoutVars>
          <dgm:bulletEnabled val="1"/>
        </dgm:presLayoutVars>
      </dgm:prSet>
      <dgm:spPr/>
    </dgm:pt>
    <dgm:pt modelId="{F856645C-2237-49CA-BAD1-8C010501247D}" type="pres">
      <dgm:prSet presAssocID="{193F2249-3953-462B-8AD3-16B6C912626A}" presName="parentNode2" presStyleLbl="node1" presStyleIdx="1" presStyleCnt="3">
        <dgm:presLayoutVars>
          <dgm:chMax val="0"/>
          <dgm:bulletEnabled val="1"/>
        </dgm:presLayoutVars>
      </dgm:prSet>
      <dgm:spPr/>
    </dgm:pt>
    <dgm:pt modelId="{5A1A598E-D915-4CBF-8F8D-B70E207641A9}" type="pres">
      <dgm:prSet presAssocID="{193F2249-3953-462B-8AD3-16B6C912626A}" presName="connSite2" presStyleCnt="0"/>
      <dgm:spPr/>
    </dgm:pt>
    <dgm:pt modelId="{681D5270-C6BF-4217-9DF2-801D6337936A}" type="pres">
      <dgm:prSet presAssocID="{B54AE325-A748-464B-9CCF-09083E218B76}" presName="Name18" presStyleLbl="sibTrans2D1" presStyleIdx="1" presStyleCnt="2"/>
      <dgm:spPr/>
    </dgm:pt>
    <dgm:pt modelId="{EBFC3E79-8239-4752-B991-737AF455D808}" type="pres">
      <dgm:prSet presAssocID="{1C435268-76A6-4A1B-A98F-7C87C35DA9A8}" presName="composite1" presStyleCnt="0"/>
      <dgm:spPr/>
    </dgm:pt>
    <dgm:pt modelId="{1AB05985-F7DE-46F8-9461-F3438931B2AC}" type="pres">
      <dgm:prSet presAssocID="{1C435268-76A6-4A1B-A98F-7C87C35DA9A8}" presName="dummyNode1" presStyleLbl="node1" presStyleIdx="1" presStyleCnt="3"/>
      <dgm:spPr/>
    </dgm:pt>
    <dgm:pt modelId="{6CB554F8-7156-463C-BD21-931929F71DD4}" type="pres">
      <dgm:prSet presAssocID="{1C435268-76A6-4A1B-A98F-7C87C35DA9A8}" presName="childNode1" presStyleLbl="bgAcc1" presStyleIdx="2" presStyleCnt="3">
        <dgm:presLayoutVars>
          <dgm:bulletEnabled val="1"/>
        </dgm:presLayoutVars>
      </dgm:prSet>
      <dgm:spPr/>
    </dgm:pt>
    <dgm:pt modelId="{5FCE0234-8BD6-4D3C-9940-67B20978CF9E}" type="pres">
      <dgm:prSet presAssocID="{1C435268-76A6-4A1B-A98F-7C87C35DA9A8}" presName="childNode1tx" presStyleLbl="bgAcc1" presStyleIdx="2" presStyleCnt="3">
        <dgm:presLayoutVars>
          <dgm:bulletEnabled val="1"/>
        </dgm:presLayoutVars>
      </dgm:prSet>
      <dgm:spPr/>
    </dgm:pt>
    <dgm:pt modelId="{4FF54FD0-4160-4278-929F-01878BAD704F}" type="pres">
      <dgm:prSet presAssocID="{1C435268-76A6-4A1B-A98F-7C87C35DA9A8}" presName="parentNode1" presStyleLbl="node1" presStyleIdx="2" presStyleCnt="3">
        <dgm:presLayoutVars>
          <dgm:chMax val="1"/>
          <dgm:bulletEnabled val="1"/>
        </dgm:presLayoutVars>
      </dgm:prSet>
      <dgm:spPr/>
    </dgm:pt>
    <dgm:pt modelId="{93363A85-E0C9-40F9-A8AC-0846503F3D49}" type="pres">
      <dgm:prSet presAssocID="{1C435268-76A6-4A1B-A98F-7C87C35DA9A8}" presName="connSite1" presStyleCnt="0"/>
      <dgm:spPr/>
    </dgm:pt>
  </dgm:ptLst>
  <dgm:cxnLst>
    <dgm:cxn modelId="{7805762D-F377-4905-8B90-7EAE77A91B2E}" srcId="{1C435268-76A6-4A1B-A98F-7C87C35DA9A8}" destId="{C2608895-3643-4415-B861-451FB9118184}" srcOrd="0" destOrd="0" parTransId="{C4CE40BF-D166-4BC2-803A-0C37DC81338C}" sibTransId="{DE00390E-2456-4FA5-BA9D-2FE223E45BB7}"/>
    <dgm:cxn modelId="{1786EE2E-5A14-4D3A-8E6A-5ADF75CDEE52}" type="presOf" srcId="{19084519-CE42-47AA-9211-DEDF4B09D99B}" destId="{BF0FC948-93DF-4DB6-96C0-167351903045}" srcOrd="0" destOrd="0" presId="urn:microsoft.com/office/officeart/2005/8/layout/hProcess4"/>
    <dgm:cxn modelId="{3B2B885D-9E24-4075-B824-DA09D3A412AE}" type="presOf" srcId="{13FE11A7-5332-4F9E-BCE6-227157AB3930}" destId="{DBFBE924-60B2-4E70-99D5-3AB1BC44AD24}" srcOrd="0" destOrd="1" presId="urn:microsoft.com/office/officeart/2005/8/layout/hProcess4"/>
    <dgm:cxn modelId="{D852526E-9E6A-4445-ADBA-D0FA858B575B}" srcId="{B2416150-FF78-4E46-A7AA-6F8862E683BE}" destId="{E34EBA99-1D05-4D07-A3BC-B85535FEF155}" srcOrd="0" destOrd="0" parTransId="{17A1F0A4-64F5-423D-87AE-F604708A0CA6}" sibTransId="{A68C9792-DAE2-4DDD-BEA9-BE1C69C52E8F}"/>
    <dgm:cxn modelId="{39D20C6F-52B6-4478-A4E2-C6E993FDC9B6}" type="presOf" srcId="{C2608895-3643-4415-B861-451FB9118184}" destId="{6CB554F8-7156-463C-BD21-931929F71DD4}" srcOrd="0" destOrd="0" presId="urn:microsoft.com/office/officeart/2005/8/layout/hProcess4"/>
    <dgm:cxn modelId="{13BC3971-D645-49F2-B03E-3DA35D0C4F3A}" type="presOf" srcId="{C2608895-3643-4415-B861-451FB9118184}" destId="{5FCE0234-8BD6-4D3C-9940-67B20978CF9E}" srcOrd="1" destOrd="0" presId="urn:microsoft.com/office/officeart/2005/8/layout/hProcess4"/>
    <dgm:cxn modelId="{CB0C4E53-ED70-4A53-BFC4-CC3EC1B2BF01}" type="presOf" srcId="{1C435268-76A6-4A1B-A98F-7C87C35DA9A8}" destId="{4FF54FD0-4160-4278-929F-01878BAD704F}" srcOrd="0" destOrd="0" presId="urn:microsoft.com/office/officeart/2005/8/layout/hProcess4"/>
    <dgm:cxn modelId="{FFE68F7D-E595-4D67-AAFA-AA04E7239EE3}" srcId="{B2416150-FF78-4E46-A7AA-6F8862E683BE}" destId="{13FE11A7-5332-4F9E-BCE6-227157AB3930}" srcOrd="1" destOrd="0" parTransId="{9F2D0616-39DF-4742-8AE2-95C112606112}" sibTransId="{D672C98E-3DF4-44F1-A668-2E2C7074C52D}"/>
    <dgm:cxn modelId="{B426A67D-FB20-45D0-A3C6-B0C9C466318F}" srcId="{193F2249-3953-462B-8AD3-16B6C912626A}" destId="{19084519-CE42-47AA-9211-DEDF4B09D99B}" srcOrd="0" destOrd="0" parTransId="{F2A573A0-1F26-40F9-A674-CBCE240ADA91}" sibTransId="{65E42440-6B43-44E2-9992-D158ECB4AB7E}"/>
    <dgm:cxn modelId="{E1F45F82-330C-4341-88A9-6758EFA6A700}" srcId="{1C435268-76A6-4A1B-A98F-7C87C35DA9A8}" destId="{C0EC89E4-E3EC-4C03-968F-4DDEC6B97B25}" srcOrd="1" destOrd="0" parTransId="{4DF190F3-9E7B-46E9-924D-15B3C2969242}" sibTransId="{44F2B9D1-953B-4B74-93CD-700400B1D57F}"/>
    <dgm:cxn modelId="{F0866E95-A54F-4C8A-A69E-135245624674}" type="presOf" srcId="{F19E03B8-B502-465E-A0B4-FC1FE5F7D9A7}" destId="{BF0FC948-93DF-4DB6-96C0-167351903045}" srcOrd="0" destOrd="1" presId="urn:microsoft.com/office/officeart/2005/8/layout/hProcess4"/>
    <dgm:cxn modelId="{38437695-DFA9-437F-BA7A-B2723FC2261F}" type="presOf" srcId="{B2416150-FF78-4E46-A7AA-6F8862E683BE}" destId="{28379542-C127-4DE7-AA28-3DC8B21DA289}" srcOrd="0" destOrd="0" presId="urn:microsoft.com/office/officeart/2005/8/layout/hProcess4"/>
    <dgm:cxn modelId="{1A448996-0AB4-4AE5-82DB-16A850EECFB3}" srcId="{C4C120B0-DA63-4F7D-8D21-FFF282B6C044}" destId="{193F2249-3953-462B-8AD3-16B6C912626A}" srcOrd="1" destOrd="0" parTransId="{E8976EF6-C412-4F1F-BE5D-B527285117A2}" sibTransId="{B54AE325-A748-464B-9CCF-09083E218B76}"/>
    <dgm:cxn modelId="{BBFE72A1-48F5-48FC-941B-DDA15344730A}" srcId="{C4C120B0-DA63-4F7D-8D21-FFF282B6C044}" destId="{1C435268-76A6-4A1B-A98F-7C87C35DA9A8}" srcOrd="2" destOrd="0" parTransId="{C9D9F363-F00A-4946-A315-76F424EDCDEA}" sibTransId="{4EF0F9F0-2262-4EA2-8A1E-991FDFF1C4E6}"/>
    <dgm:cxn modelId="{BF9863A4-66DF-42A3-8E9F-D398E3E22B61}" type="presOf" srcId="{19084519-CE42-47AA-9211-DEDF4B09D99B}" destId="{D4155752-8612-40D7-9D5B-2DE68EB17142}" srcOrd="1" destOrd="0" presId="urn:microsoft.com/office/officeart/2005/8/layout/hProcess4"/>
    <dgm:cxn modelId="{3A31BFA6-DDF6-42F8-88AF-9FAAC4CA663E}" type="presOf" srcId="{B54AE325-A748-464B-9CCF-09083E218B76}" destId="{681D5270-C6BF-4217-9DF2-801D6337936A}" srcOrd="0" destOrd="0" presId="urn:microsoft.com/office/officeart/2005/8/layout/hProcess4"/>
    <dgm:cxn modelId="{43044DAA-2763-40F4-95B9-6492643A5087}" type="presOf" srcId="{B93554E1-75E3-40AF-8133-9F28CA03459D}" destId="{A69BF934-98E7-4C62-8F2E-EA3AC1EAA599}" srcOrd="0" destOrd="0" presId="urn:microsoft.com/office/officeart/2005/8/layout/hProcess4"/>
    <dgm:cxn modelId="{FFED47AD-A09B-4889-89C4-E3B71C57535C}" type="presOf" srcId="{C4C120B0-DA63-4F7D-8D21-FFF282B6C044}" destId="{3FCE476A-25E9-4FF1-91D9-BBFECBB77250}" srcOrd="0" destOrd="0" presId="urn:microsoft.com/office/officeart/2005/8/layout/hProcess4"/>
    <dgm:cxn modelId="{99E62CAF-EFBB-4EEC-AEBA-EB472F9402D0}" type="presOf" srcId="{C0EC89E4-E3EC-4C03-968F-4DDEC6B97B25}" destId="{5FCE0234-8BD6-4D3C-9940-67B20978CF9E}" srcOrd="1" destOrd="1" presId="urn:microsoft.com/office/officeart/2005/8/layout/hProcess4"/>
    <dgm:cxn modelId="{9B98DDB3-7ABE-43CA-A98B-687AB3093DAD}" srcId="{193F2249-3953-462B-8AD3-16B6C912626A}" destId="{F19E03B8-B502-465E-A0B4-FC1FE5F7D9A7}" srcOrd="1" destOrd="0" parTransId="{9F5B2B1B-DA83-43D5-8014-5C964677BE38}" sibTransId="{8C1AFB78-12A6-4CBE-85B8-BED881067512}"/>
    <dgm:cxn modelId="{9BFC56B6-881A-429A-B084-D27741C04D55}" type="presOf" srcId="{13FE11A7-5332-4F9E-BCE6-227157AB3930}" destId="{7BCEC3A5-91B6-48AF-9A42-F21E7728DAAB}" srcOrd="1" destOrd="1" presId="urn:microsoft.com/office/officeart/2005/8/layout/hProcess4"/>
    <dgm:cxn modelId="{DFA7E4B6-10B9-4B14-A32E-26B21D2A4C22}" type="presOf" srcId="{E34EBA99-1D05-4D07-A3BC-B85535FEF155}" destId="{DBFBE924-60B2-4E70-99D5-3AB1BC44AD24}" srcOrd="0" destOrd="0" presId="urn:microsoft.com/office/officeart/2005/8/layout/hProcess4"/>
    <dgm:cxn modelId="{D1F548BB-D8A6-4B8C-9EAE-23B735E68956}" type="presOf" srcId="{193F2249-3953-462B-8AD3-16B6C912626A}" destId="{F856645C-2237-49CA-BAD1-8C010501247D}" srcOrd="0" destOrd="0" presId="urn:microsoft.com/office/officeart/2005/8/layout/hProcess4"/>
    <dgm:cxn modelId="{57A8E1D0-2115-4FA9-ABE6-75DC11A9BEA7}" type="presOf" srcId="{E34EBA99-1D05-4D07-A3BC-B85535FEF155}" destId="{7BCEC3A5-91B6-48AF-9A42-F21E7728DAAB}" srcOrd="1" destOrd="0" presId="urn:microsoft.com/office/officeart/2005/8/layout/hProcess4"/>
    <dgm:cxn modelId="{809938D7-8B6F-4BB7-89DD-7CC69F98A520}" type="presOf" srcId="{C0EC89E4-E3EC-4C03-968F-4DDEC6B97B25}" destId="{6CB554F8-7156-463C-BD21-931929F71DD4}" srcOrd="0" destOrd="1" presId="urn:microsoft.com/office/officeart/2005/8/layout/hProcess4"/>
    <dgm:cxn modelId="{839905DA-552D-4292-82F2-4CA1A7786114}" type="presOf" srcId="{F19E03B8-B502-465E-A0B4-FC1FE5F7D9A7}" destId="{D4155752-8612-40D7-9D5B-2DE68EB17142}" srcOrd="1" destOrd="1" presId="urn:microsoft.com/office/officeart/2005/8/layout/hProcess4"/>
    <dgm:cxn modelId="{10A307DB-69CB-4F42-A413-AA08DD40F260}" srcId="{C4C120B0-DA63-4F7D-8D21-FFF282B6C044}" destId="{B2416150-FF78-4E46-A7AA-6F8862E683BE}" srcOrd="0" destOrd="0" parTransId="{CD3AB1BA-8A78-44B3-8490-1EFB3D3C6569}" sibTransId="{B93554E1-75E3-40AF-8133-9F28CA03459D}"/>
    <dgm:cxn modelId="{E82074F7-226D-4FAA-BE66-2B42F75692E5}" type="presParOf" srcId="{3FCE476A-25E9-4FF1-91D9-BBFECBB77250}" destId="{39B22F2A-0362-41E5-9271-69AB10C14F50}" srcOrd="0" destOrd="0" presId="urn:microsoft.com/office/officeart/2005/8/layout/hProcess4"/>
    <dgm:cxn modelId="{B2FDF294-DEA5-4985-B3E7-4F4599E22ECF}" type="presParOf" srcId="{3FCE476A-25E9-4FF1-91D9-BBFECBB77250}" destId="{BF42C21C-376D-440B-9AE2-DA3BB2A37117}" srcOrd="1" destOrd="0" presId="urn:microsoft.com/office/officeart/2005/8/layout/hProcess4"/>
    <dgm:cxn modelId="{CBBDADAB-F87E-4AB0-ABC2-16C19908E37F}" type="presParOf" srcId="{3FCE476A-25E9-4FF1-91D9-BBFECBB77250}" destId="{508FD334-3986-409E-AC44-33712232C3FF}" srcOrd="2" destOrd="0" presId="urn:microsoft.com/office/officeart/2005/8/layout/hProcess4"/>
    <dgm:cxn modelId="{41C93EAC-ACCC-483E-BF5D-BB1C2D50D141}" type="presParOf" srcId="{508FD334-3986-409E-AC44-33712232C3FF}" destId="{A7498815-4414-41C7-A171-43694191C059}" srcOrd="0" destOrd="0" presId="urn:microsoft.com/office/officeart/2005/8/layout/hProcess4"/>
    <dgm:cxn modelId="{8BAC6FEA-590A-44A9-ACA2-F25B4554AEA2}" type="presParOf" srcId="{A7498815-4414-41C7-A171-43694191C059}" destId="{51E5806C-AE8B-4D37-AE96-6A74736FDC5F}" srcOrd="0" destOrd="0" presId="urn:microsoft.com/office/officeart/2005/8/layout/hProcess4"/>
    <dgm:cxn modelId="{F11F53A6-DA21-4EC6-9E1D-1B2312FB4D5B}" type="presParOf" srcId="{A7498815-4414-41C7-A171-43694191C059}" destId="{DBFBE924-60B2-4E70-99D5-3AB1BC44AD24}" srcOrd="1" destOrd="0" presId="urn:microsoft.com/office/officeart/2005/8/layout/hProcess4"/>
    <dgm:cxn modelId="{7756E541-24C8-4A04-83CB-90BE7951300E}" type="presParOf" srcId="{A7498815-4414-41C7-A171-43694191C059}" destId="{7BCEC3A5-91B6-48AF-9A42-F21E7728DAAB}" srcOrd="2" destOrd="0" presId="urn:microsoft.com/office/officeart/2005/8/layout/hProcess4"/>
    <dgm:cxn modelId="{D3C4DB72-0A34-43DA-B2BB-5607936E88A8}" type="presParOf" srcId="{A7498815-4414-41C7-A171-43694191C059}" destId="{28379542-C127-4DE7-AA28-3DC8B21DA289}" srcOrd="3" destOrd="0" presId="urn:microsoft.com/office/officeart/2005/8/layout/hProcess4"/>
    <dgm:cxn modelId="{72165634-5C55-4E04-B378-DD445DDA204C}" type="presParOf" srcId="{A7498815-4414-41C7-A171-43694191C059}" destId="{4E5A114D-F18F-4BF5-B4B0-3A7D8E5B1269}" srcOrd="4" destOrd="0" presId="urn:microsoft.com/office/officeart/2005/8/layout/hProcess4"/>
    <dgm:cxn modelId="{7B5A4B5E-2D1F-49DE-9654-14A6A7C7A825}" type="presParOf" srcId="{508FD334-3986-409E-AC44-33712232C3FF}" destId="{A69BF934-98E7-4C62-8F2E-EA3AC1EAA599}" srcOrd="1" destOrd="0" presId="urn:microsoft.com/office/officeart/2005/8/layout/hProcess4"/>
    <dgm:cxn modelId="{036FEBF4-CF21-4C67-BB1D-5DDEAC2794B8}" type="presParOf" srcId="{508FD334-3986-409E-AC44-33712232C3FF}" destId="{622BEE86-B465-49BB-81C0-B198F805475E}" srcOrd="2" destOrd="0" presId="urn:microsoft.com/office/officeart/2005/8/layout/hProcess4"/>
    <dgm:cxn modelId="{AB6E1B33-0B0E-4E58-A8F3-655543DC8755}" type="presParOf" srcId="{622BEE86-B465-49BB-81C0-B198F805475E}" destId="{9F45F05B-AC48-4D91-BE37-002DC4260A83}" srcOrd="0" destOrd="0" presId="urn:microsoft.com/office/officeart/2005/8/layout/hProcess4"/>
    <dgm:cxn modelId="{FFE54313-5AC2-49F4-9E2D-9D03358BEBF7}" type="presParOf" srcId="{622BEE86-B465-49BB-81C0-B198F805475E}" destId="{BF0FC948-93DF-4DB6-96C0-167351903045}" srcOrd="1" destOrd="0" presId="urn:microsoft.com/office/officeart/2005/8/layout/hProcess4"/>
    <dgm:cxn modelId="{9D79E6C9-0895-4FA7-B142-33C1587D8888}" type="presParOf" srcId="{622BEE86-B465-49BB-81C0-B198F805475E}" destId="{D4155752-8612-40D7-9D5B-2DE68EB17142}" srcOrd="2" destOrd="0" presId="urn:microsoft.com/office/officeart/2005/8/layout/hProcess4"/>
    <dgm:cxn modelId="{DF9AFD2D-7A59-482D-9EE3-49B4946A4C4F}" type="presParOf" srcId="{622BEE86-B465-49BB-81C0-B198F805475E}" destId="{F856645C-2237-49CA-BAD1-8C010501247D}" srcOrd="3" destOrd="0" presId="urn:microsoft.com/office/officeart/2005/8/layout/hProcess4"/>
    <dgm:cxn modelId="{94F642BC-E766-46E1-9989-E129B09A268D}" type="presParOf" srcId="{622BEE86-B465-49BB-81C0-B198F805475E}" destId="{5A1A598E-D915-4CBF-8F8D-B70E207641A9}" srcOrd="4" destOrd="0" presId="urn:microsoft.com/office/officeart/2005/8/layout/hProcess4"/>
    <dgm:cxn modelId="{B48196FF-7F16-4A34-B08A-1DF001FFE123}" type="presParOf" srcId="{508FD334-3986-409E-AC44-33712232C3FF}" destId="{681D5270-C6BF-4217-9DF2-801D6337936A}" srcOrd="3" destOrd="0" presId="urn:microsoft.com/office/officeart/2005/8/layout/hProcess4"/>
    <dgm:cxn modelId="{33949C40-FFB3-4F16-BCC6-7AEF999B0E67}" type="presParOf" srcId="{508FD334-3986-409E-AC44-33712232C3FF}" destId="{EBFC3E79-8239-4752-B991-737AF455D808}" srcOrd="4" destOrd="0" presId="urn:microsoft.com/office/officeart/2005/8/layout/hProcess4"/>
    <dgm:cxn modelId="{02725FD7-5104-49E0-A924-39B6D5365A93}" type="presParOf" srcId="{EBFC3E79-8239-4752-B991-737AF455D808}" destId="{1AB05985-F7DE-46F8-9461-F3438931B2AC}" srcOrd="0" destOrd="0" presId="urn:microsoft.com/office/officeart/2005/8/layout/hProcess4"/>
    <dgm:cxn modelId="{9720BAD9-6730-403C-A38E-49CD31B1B36D}" type="presParOf" srcId="{EBFC3E79-8239-4752-B991-737AF455D808}" destId="{6CB554F8-7156-463C-BD21-931929F71DD4}" srcOrd="1" destOrd="0" presId="urn:microsoft.com/office/officeart/2005/8/layout/hProcess4"/>
    <dgm:cxn modelId="{4C7F9BAF-248F-457A-931F-CB2999535CF9}" type="presParOf" srcId="{EBFC3E79-8239-4752-B991-737AF455D808}" destId="{5FCE0234-8BD6-4D3C-9940-67B20978CF9E}" srcOrd="2" destOrd="0" presId="urn:microsoft.com/office/officeart/2005/8/layout/hProcess4"/>
    <dgm:cxn modelId="{8D97708F-22E2-4FD9-B7FE-AA55A08BD09A}" type="presParOf" srcId="{EBFC3E79-8239-4752-B991-737AF455D808}" destId="{4FF54FD0-4160-4278-929F-01878BAD704F}" srcOrd="3" destOrd="0" presId="urn:microsoft.com/office/officeart/2005/8/layout/hProcess4"/>
    <dgm:cxn modelId="{93E81230-9A37-4D0C-A1D4-3250A7D883FE}" type="presParOf" srcId="{EBFC3E79-8239-4752-B991-737AF455D808}" destId="{93363A85-E0C9-40F9-A8AC-0846503F3D49}"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AA45B5AC-C828-4E29-A07D-BC3AA703DF17}" type="doc">
      <dgm:prSet loTypeId="urn:microsoft.com/office/officeart/2005/8/layout/pList1" loCatId="picture" qsTypeId="urn:microsoft.com/office/officeart/2005/8/quickstyle/simple1" qsCatId="simple" csTypeId="urn:microsoft.com/office/officeart/2005/8/colors/accent1_2" csCatId="accent1" phldr="1"/>
      <dgm:spPr/>
      <dgm:t>
        <a:bodyPr/>
        <a:lstStyle/>
        <a:p>
          <a:endParaRPr lang="zh-CN" altLang="en-US"/>
        </a:p>
      </dgm:t>
    </dgm:pt>
    <dgm:pt modelId="{A44B7C1D-DDA4-4287-AEFA-E6920FF50375}">
      <dgm:prSet phldrT="[文本]" phldr="1" custT="1"/>
      <dgm:spPr/>
      <dgm:t>
        <a:bodyPr/>
        <a:lstStyle/>
        <a:p>
          <a:endParaRPr lang="zh-CN" altLang="en-US" sz="1400">
            <a:solidFill>
              <a:srgbClr val="992677"/>
            </a:solidFill>
            <a:latin typeface="+mn-lt"/>
            <a:ea typeface="+mn-ea"/>
            <a:cs typeface="+mn-ea"/>
            <a:sym typeface="+mn-lt"/>
          </a:endParaRPr>
        </a:p>
      </dgm:t>
    </dgm:pt>
    <dgm:pt modelId="{80D90161-867E-4F00-B625-AC3DD0E52EE7}" type="parTrans" cxnId="{98F7C500-30EB-4080-9A53-5E955E411736}">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6C9258D0-B420-4A32-9590-7EF508CB6DB9}" type="sibTrans" cxnId="{98F7C500-30EB-4080-9A53-5E955E411736}">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98D2FA2B-E699-47B8-BF3F-CAAEE525D465}">
      <dgm:prSet phldrT="[文本]" phldr="1" custT="1"/>
      <dgm:spPr/>
      <dgm:t>
        <a:bodyPr/>
        <a:lstStyle/>
        <a:p>
          <a:endParaRPr lang="zh-CN" altLang="en-US" sz="1400">
            <a:solidFill>
              <a:srgbClr val="992677"/>
            </a:solidFill>
            <a:latin typeface="+mn-lt"/>
            <a:ea typeface="+mn-ea"/>
            <a:cs typeface="+mn-ea"/>
            <a:sym typeface="+mn-lt"/>
          </a:endParaRPr>
        </a:p>
      </dgm:t>
    </dgm:pt>
    <dgm:pt modelId="{13B5625E-94BF-4F3E-8083-E719AAC1469C}" type="parTrans" cxnId="{CE910E4E-F09C-427E-A19C-0D2EFFCA6C51}">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AF96C443-279E-49FF-B0FC-EE862659AFC8}" type="sibTrans" cxnId="{CE910E4E-F09C-427E-A19C-0D2EFFCA6C51}">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29550E0A-F706-4F07-B347-1967F2AC8AFF}">
      <dgm:prSet phldrT="[文本]" phldr="1" custT="1"/>
      <dgm:spPr/>
      <dgm:t>
        <a:bodyPr/>
        <a:lstStyle/>
        <a:p>
          <a:endParaRPr lang="zh-CN" altLang="en-US" sz="1400">
            <a:solidFill>
              <a:srgbClr val="992677"/>
            </a:solidFill>
            <a:latin typeface="+mn-lt"/>
            <a:ea typeface="+mn-ea"/>
            <a:cs typeface="+mn-ea"/>
            <a:sym typeface="+mn-lt"/>
          </a:endParaRPr>
        </a:p>
      </dgm:t>
    </dgm:pt>
    <dgm:pt modelId="{C90A5F3B-F820-4010-837C-5FC635C6B9A2}" type="parTrans" cxnId="{A8D89565-8734-4EF9-85C8-267B9E59BDB0}">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5DD93F87-CD4F-4BE2-998D-99AD785878A6}" type="sibTrans" cxnId="{A8D89565-8734-4EF9-85C8-267B9E59BDB0}">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2579422A-1A31-44D5-A6FE-362B968AB354}">
      <dgm:prSet phldrT="[文本]" phldr="1" custT="1"/>
      <dgm:spPr/>
      <dgm:t>
        <a:bodyPr/>
        <a:lstStyle/>
        <a:p>
          <a:endParaRPr lang="zh-CN" altLang="en-US" sz="1400" dirty="0">
            <a:solidFill>
              <a:srgbClr val="992677"/>
            </a:solidFill>
            <a:latin typeface="+mn-lt"/>
            <a:ea typeface="+mn-ea"/>
            <a:cs typeface="+mn-ea"/>
            <a:sym typeface="+mn-lt"/>
          </a:endParaRPr>
        </a:p>
      </dgm:t>
    </dgm:pt>
    <dgm:pt modelId="{610BA932-D8BD-44CF-A466-507684DFEF7F}" type="sibTrans" cxnId="{92B1BC37-2A6C-4C7D-95BD-299794B376F0}">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1DA55B72-A24C-4E89-B236-8C4991544C9F}" type="parTrans" cxnId="{92B1BC37-2A6C-4C7D-95BD-299794B376F0}">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5EEA99A1-E3FC-4C03-812C-43B37C7F556D}" type="pres">
      <dgm:prSet presAssocID="{AA45B5AC-C828-4E29-A07D-BC3AA703DF17}" presName="Name0" presStyleCnt="0">
        <dgm:presLayoutVars>
          <dgm:dir/>
          <dgm:resizeHandles val="exact"/>
        </dgm:presLayoutVars>
      </dgm:prSet>
      <dgm:spPr/>
    </dgm:pt>
    <dgm:pt modelId="{B9D3672D-29E5-47EF-A6F4-2F0E02CCC96D}" type="pres">
      <dgm:prSet presAssocID="{A44B7C1D-DDA4-4287-AEFA-E6920FF50375}" presName="compNode" presStyleCnt="0"/>
      <dgm:spPr/>
    </dgm:pt>
    <dgm:pt modelId="{9EE454D6-4F64-4479-ACA6-209021A6BF61}" type="pres">
      <dgm:prSet presAssocID="{A44B7C1D-DDA4-4287-AEFA-E6920FF50375}" presName="pictRect" presStyleLbl="node1" presStyleIdx="0" presStyleCnt="4"/>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l="-11000" r="-11000"/>
          </a:stretch>
        </a:blipFill>
      </dgm:spPr>
    </dgm:pt>
    <dgm:pt modelId="{B3F84405-1EC2-4C1A-AC0C-9E5880C07CDA}" type="pres">
      <dgm:prSet presAssocID="{A44B7C1D-DDA4-4287-AEFA-E6920FF50375}" presName="textRect" presStyleLbl="revTx" presStyleIdx="0" presStyleCnt="4">
        <dgm:presLayoutVars>
          <dgm:bulletEnabled val="1"/>
        </dgm:presLayoutVars>
      </dgm:prSet>
      <dgm:spPr/>
    </dgm:pt>
    <dgm:pt modelId="{D79F422A-0534-469D-9498-35789009268E}" type="pres">
      <dgm:prSet presAssocID="{6C9258D0-B420-4A32-9590-7EF508CB6DB9}" presName="sibTrans" presStyleLbl="sibTrans2D1" presStyleIdx="0" presStyleCnt="0"/>
      <dgm:spPr/>
    </dgm:pt>
    <dgm:pt modelId="{C60B7C18-AECE-42F8-BEA5-3104907FEC9A}" type="pres">
      <dgm:prSet presAssocID="{2579422A-1A31-44D5-A6FE-362B968AB354}" presName="compNode" presStyleCnt="0"/>
      <dgm:spPr/>
    </dgm:pt>
    <dgm:pt modelId="{1D7A119A-91F6-41EE-9041-EC1CE4045E3E}" type="pres">
      <dgm:prSet presAssocID="{2579422A-1A31-44D5-A6FE-362B968AB354}" presName="pictRect" presStyleLbl="node1" presStyleIdx="1" presStyleCnt="4"/>
      <dgm:spPr>
        <a:blipFill rotWithShape="1">
          <a:blip xmlns:r="http://schemas.openxmlformats.org/officeDocument/2006/relationships" r:embed="rId2">
            <a:extLst>
              <a:ext uri="{28A0092B-C50C-407E-A947-70E740481C1C}">
                <a14:useLocalDpi xmlns:a14="http://schemas.microsoft.com/office/drawing/2010/main" val="0"/>
              </a:ext>
            </a:extLst>
          </a:blip>
          <a:srcRect/>
          <a:stretch>
            <a:fillRect l="-11000" r="-11000"/>
          </a:stretch>
        </a:blipFill>
      </dgm:spPr>
    </dgm:pt>
    <dgm:pt modelId="{FAD30E30-7299-43F6-A5EF-354B002EF433}" type="pres">
      <dgm:prSet presAssocID="{2579422A-1A31-44D5-A6FE-362B968AB354}" presName="textRect" presStyleLbl="revTx" presStyleIdx="1" presStyleCnt="4">
        <dgm:presLayoutVars>
          <dgm:bulletEnabled val="1"/>
        </dgm:presLayoutVars>
      </dgm:prSet>
      <dgm:spPr/>
    </dgm:pt>
    <dgm:pt modelId="{841ED5E3-0C85-4E8A-8583-289DD454A52F}" type="pres">
      <dgm:prSet presAssocID="{610BA932-D8BD-44CF-A466-507684DFEF7F}" presName="sibTrans" presStyleLbl="sibTrans2D1" presStyleIdx="0" presStyleCnt="0"/>
      <dgm:spPr/>
    </dgm:pt>
    <dgm:pt modelId="{A06B6547-495E-4E3C-AEEA-EDB715A08BD7}" type="pres">
      <dgm:prSet presAssocID="{98D2FA2B-E699-47B8-BF3F-CAAEE525D465}" presName="compNode" presStyleCnt="0"/>
      <dgm:spPr/>
    </dgm:pt>
    <dgm:pt modelId="{813835C9-986C-4683-9701-E65D0B0D40D5}" type="pres">
      <dgm:prSet presAssocID="{98D2FA2B-E699-47B8-BF3F-CAAEE525D465}" presName="pictRect" presStyleLbl="node1" presStyleIdx="2" presStyleCnt="4"/>
      <dgm:spPr>
        <a:blipFill rotWithShape="1">
          <a:blip xmlns:r="http://schemas.openxmlformats.org/officeDocument/2006/relationships" r:embed="rId3">
            <a:extLst>
              <a:ext uri="{28A0092B-C50C-407E-A947-70E740481C1C}">
                <a14:useLocalDpi xmlns:a14="http://schemas.microsoft.com/office/drawing/2010/main" val="0"/>
              </a:ext>
            </a:extLst>
          </a:blip>
          <a:srcRect/>
          <a:stretch>
            <a:fillRect l="-11000" r="-11000"/>
          </a:stretch>
        </a:blipFill>
      </dgm:spPr>
    </dgm:pt>
    <dgm:pt modelId="{D9557C2D-B4E9-4987-A365-ED65CA1D6152}" type="pres">
      <dgm:prSet presAssocID="{98D2FA2B-E699-47B8-BF3F-CAAEE525D465}" presName="textRect" presStyleLbl="revTx" presStyleIdx="2" presStyleCnt="4">
        <dgm:presLayoutVars>
          <dgm:bulletEnabled val="1"/>
        </dgm:presLayoutVars>
      </dgm:prSet>
      <dgm:spPr/>
    </dgm:pt>
    <dgm:pt modelId="{B61C7149-5E9C-4AFB-BA60-6DAB84A67B73}" type="pres">
      <dgm:prSet presAssocID="{AF96C443-279E-49FF-B0FC-EE862659AFC8}" presName="sibTrans" presStyleLbl="sibTrans2D1" presStyleIdx="0" presStyleCnt="0"/>
      <dgm:spPr/>
    </dgm:pt>
    <dgm:pt modelId="{CAA9F15D-7123-4B75-AC2E-6D103359D756}" type="pres">
      <dgm:prSet presAssocID="{29550E0A-F706-4F07-B347-1967F2AC8AFF}" presName="compNode" presStyleCnt="0"/>
      <dgm:spPr/>
    </dgm:pt>
    <dgm:pt modelId="{1D740083-4DA2-4103-A095-61369A0B2923}" type="pres">
      <dgm:prSet presAssocID="{29550E0A-F706-4F07-B347-1967F2AC8AFF}" presName="pictRect" presStyleLbl="node1" presStyleIdx="3" presStyleCnt="4"/>
      <dgm:spPr>
        <a:blipFill rotWithShape="1">
          <a:blip xmlns:r="http://schemas.openxmlformats.org/officeDocument/2006/relationships" r:embed="rId4">
            <a:extLst>
              <a:ext uri="{28A0092B-C50C-407E-A947-70E740481C1C}">
                <a14:useLocalDpi xmlns:a14="http://schemas.microsoft.com/office/drawing/2010/main" val="0"/>
              </a:ext>
            </a:extLst>
          </a:blip>
          <a:srcRect/>
          <a:stretch>
            <a:fillRect l="-11000" r="-11000"/>
          </a:stretch>
        </a:blipFill>
      </dgm:spPr>
    </dgm:pt>
    <dgm:pt modelId="{46F207A9-9D59-4229-B02B-39CE850F69B5}" type="pres">
      <dgm:prSet presAssocID="{29550E0A-F706-4F07-B347-1967F2AC8AFF}" presName="textRect" presStyleLbl="revTx" presStyleIdx="3" presStyleCnt="4">
        <dgm:presLayoutVars>
          <dgm:bulletEnabled val="1"/>
        </dgm:presLayoutVars>
      </dgm:prSet>
      <dgm:spPr/>
    </dgm:pt>
  </dgm:ptLst>
  <dgm:cxnLst>
    <dgm:cxn modelId="{98F7C500-30EB-4080-9A53-5E955E411736}" srcId="{AA45B5AC-C828-4E29-A07D-BC3AA703DF17}" destId="{A44B7C1D-DDA4-4287-AEFA-E6920FF50375}" srcOrd="0" destOrd="0" parTransId="{80D90161-867E-4F00-B625-AC3DD0E52EE7}" sibTransId="{6C9258D0-B420-4A32-9590-7EF508CB6DB9}"/>
    <dgm:cxn modelId="{4D801323-3FA0-4098-8AD4-DF064F7F1C73}" type="presOf" srcId="{29550E0A-F706-4F07-B347-1967F2AC8AFF}" destId="{46F207A9-9D59-4229-B02B-39CE850F69B5}" srcOrd="0" destOrd="0" presId="urn:microsoft.com/office/officeart/2005/8/layout/pList1"/>
    <dgm:cxn modelId="{D537562F-8267-4CD7-B49D-5BC0B4E886AA}" type="presOf" srcId="{610BA932-D8BD-44CF-A466-507684DFEF7F}" destId="{841ED5E3-0C85-4E8A-8583-289DD454A52F}" srcOrd="0" destOrd="0" presId="urn:microsoft.com/office/officeart/2005/8/layout/pList1"/>
    <dgm:cxn modelId="{92B1BC37-2A6C-4C7D-95BD-299794B376F0}" srcId="{AA45B5AC-C828-4E29-A07D-BC3AA703DF17}" destId="{2579422A-1A31-44D5-A6FE-362B968AB354}" srcOrd="1" destOrd="0" parTransId="{1DA55B72-A24C-4E89-B236-8C4991544C9F}" sibTransId="{610BA932-D8BD-44CF-A466-507684DFEF7F}"/>
    <dgm:cxn modelId="{A8D89565-8734-4EF9-85C8-267B9E59BDB0}" srcId="{AA45B5AC-C828-4E29-A07D-BC3AA703DF17}" destId="{29550E0A-F706-4F07-B347-1967F2AC8AFF}" srcOrd="3" destOrd="0" parTransId="{C90A5F3B-F820-4010-837C-5FC635C6B9A2}" sibTransId="{5DD93F87-CD4F-4BE2-998D-99AD785878A6}"/>
    <dgm:cxn modelId="{CE910E4E-F09C-427E-A19C-0D2EFFCA6C51}" srcId="{AA45B5AC-C828-4E29-A07D-BC3AA703DF17}" destId="{98D2FA2B-E699-47B8-BF3F-CAAEE525D465}" srcOrd="2" destOrd="0" parTransId="{13B5625E-94BF-4F3E-8083-E719AAC1469C}" sibTransId="{AF96C443-279E-49FF-B0FC-EE862659AFC8}"/>
    <dgm:cxn modelId="{16A6A46E-CC21-40B3-9F8F-874F7462D14D}" type="presOf" srcId="{2579422A-1A31-44D5-A6FE-362B968AB354}" destId="{FAD30E30-7299-43F6-A5EF-354B002EF433}" srcOrd="0" destOrd="0" presId="urn:microsoft.com/office/officeart/2005/8/layout/pList1"/>
    <dgm:cxn modelId="{DDAEDD57-BFEF-4F5F-9CAE-43D9EAEF5363}" type="presOf" srcId="{A44B7C1D-DDA4-4287-AEFA-E6920FF50375}" destId="{B3F84405-1EC2-4C1A-AC0C-9E5880C07CDA}" srcOrd="0" destOrd="0" presId="urn:microsoft.com/office/officeart/2005/8/layout/pList1"/>
    <dgm:cxn modelId="{FD5E9C90-AC0C-4A44-8F1A-E75043BD2443}" type="presOf" srcId="{98D2FA2B-E699-47B8-BF3F-CAAEE525D465}" destId="{D9557C2D-B4E9-4987-A365-ED65CA1D6152}" srcOrd="0" destOrd="0" presId="urn:microsoft.com/office/officeart/2005/8/layout/pList1"/>
    <dgm:cxn modelId="{DB5747AC-D514-4EDC-BC2F-B49C7CBD508C}" type="presOf" srcId="{AF96C443-279E-49FF-B0FC-EE862659AFC8}" destId="{B61C7149-5E9C-4AFB-BA60-6DAB84A67B73}" srcOrd="0" destOrd="0" presId="urn:microsoft.com/office/officeart/2005/8/layout/pList1"/>
    <dgm:cxn modelId="{EAFA98C6-F891-410A-8BF7-BEC485A8DB3C}" type="presOf" srcId="{6C9258D0-B420-4A32-9590-7EF508CB6DB9}" destId="{D79F422A-0534-469D-9498-35789009268E}" srcOrd="0" destOrd="0" presId="urn:microsoft.com/office/officeart/2005/8/layout/pList1"/>
    <dgm:cxn modelId="{28C63BF8-595C-4066-8A69-11AFB5D72949}" type="presOf" srcId="{AA45B5AC-C828-4E29-A07D-BC3AA703DF17}" destId="{5EEA99A1-E3FC-4C03-812C-43B37C7F556D}" srcOrd="0" destOrd="0" presId="urn:microsoft.com/office/officeart/2005/8/layout/pList1"/>
    <dgm:cxn modelId="{81853CCC-308A-4DFB-9D6C-280269414D4D}" type="presParOf" srcId="{5EEA99A1-E3FC-4C03-812C-43B37C7F556D}" destId="{B9D3672D-29E5-47EF-A6F4-2F0E02CCC96D}" srcOrd="0" destOrd="0" presId="urn:microsoft.com/office/officeart/2005/8/layout/pList1"/>
    <dgm:cxn modelId="{4F7D202F-9A24-4268-BFFA-14622117BF4E}" type="presParOf" srcId="{B9D3672D-29E5-47EF-A6F4-2F0E02CCC96D}" destId="{9EE454D6-4F64-4479-ACA6-209021A6BF61}" srcOrd="0" destOrd="0" presId="urn:microsoft.com/office/officeart/2005/8/layout/pList1"/>
    <dgm:cxn modelId="{2311F062-2EBD-439B-9769-5D846C932E96}" type="presParOf" srcId="{B9D3672D-29E5-47EF-A6F4-2F0E02CCC96D}" destId="{B3F84405-1EC2-4C1A-AC0C-9E5880C07CDA}" srcOrd="1" destOrd="0" presId="urn:microsoft.com/office/officeart/2005/8/layout/pList1"/>
    <dgm:cxn modelId="{52842F7F-9CB6-4E7E-9667-FA092E2F6C87}" type="presParOf" srcId="{5EEA99A1-E3FC-4C03-812C-43B37C7F556D}" destId="{D79F422A-0534-469D-9498-35789009268E}" srcOrd="1" destOrd="0" presId="urn:microsoft.com/office/officeart/2005/8/layout/pList1"/>
    <dgm:cxn modelId="{835EDE95-7EF7-4385-8497-7D6B272A2183}" type="presParOf" srcId="{5EEA99A1-E3FC-4C03-812C-43B37C7F556D}" destId="{C60B7C18-AECE-42F8-BEA5-3104907FEC9A}" srcOrd="2" destOrd="0" presId="urn:microsoft.com/office/officeart/2005/8/layout/pList1"/>
    <dgm:cxn modelId="{1C3EAF7D-24E1-4143-93B7-938B98EADE29}" type="presParOf" srcId="{C60B7C18-AECE-42F8-BEA5-3104907FEC9A}" destId="{1D7A119A-91F6-41EE-9041-EC1CE4045E3E}" srcOrd="0" destOrd="0" presId="urn:microsoft.com/office/officeart/2005/8/layout/pList1"/>
    <dgm:cxn modelId="{5CB2323F-E831-4B9A-9EC2-CB76951466D0}" type="presParOf" srcId="{C60B7C18-AECE-42F8-BEA5-3104907FEC9A}" destId="{FAD30E30-7299-43F6-A5EF-354B002EF433}" srcOrd="1" destOrd="0" presId="urn:microsoft.com/office/officeart/2005/8/layout/pList1"/>
    <dgm:cxn modelId="{6F01DB46-ABE3-4228-8AC9-EBAC45F78CAB}" type="presParOf" srcId="{5EEA99A1-E3FC-4C03-812C-43B37C7F556D}" destId="{841ED5E3-0C85-4E8A-8583-289DD454A52F}" srcOrd="3" destOrd="0" presId="urn:microsoft.com/office/officeart/2005/8/layout/pList1"/>
    <dgm:cxn modelId="{90AC66D7-5141-4C72-A4AB-18900E375C39}" type="presParOf" srcId="{5EEA99A1-E3FC-4C03-812C-43B37C7F556D}" destId="{A06B6547-495E-4E3C-AEEA-EDB715A08BD7}" srcOrd="4" destOrd="0" presId="urn:microsoft.com/office/officeart/2005/8/layout/pList1"/>
    <dgm:cxn modelId="{BB2185D3-B9DF-41CC-A877-9846928D9ECF}" type="presParOf" srcId="{A06B6547-495E-4E3C-AEEA-EDB715A08BD7}" destId="{813835C9-986C-4683-9701-E65D0B0D40D5}" srcOrd="0" destOrd="0" presId="urn:microsoft.com/office/officeart/2005/8/layout/pList1"/>
    <dgm:cxn modelId="{7267A656-B937-4B20-BB1C-28328D08A02F}" type="presParOf" srcId="{A06B6547-495E-4E3C-AEEA-EDB715A08BD7}" destId="{D9557C2D-B4E9-4987-A365-ED65CA1D6152}" srcOrd="1" destOrd="0" presId="urn:microsoft.com/office/officeart/2005/8/layout/pList1"/>
    <dgm:cxn modelId="{B0D1D81D-81F6-48E6-97C8-40483D0B1CF0}" type="presParOf" srcId="{5EEA99A1-E3FC-4C03-812C-43B37C7F556D}" destId="{B61C7149-5E9C-4AFB-BA60-6DAB84A67B73}" srcOrd="5" destOrd="0" presId="urn:microsoft.com/office/officeart/2005/8/layout/pList1"/>
    <dgm:cxn modelId="{46088FF6-271E-4C01-AD15-EFF1374BA90F}" type="presParOf" srcId="{5EEA99A1-E3FC-4C03-812C-43B37C7F556D}" destId="{CAA9F15D-7123-4B75-AC2E-6D103359D756}" srcOrd="6" destOrd="0" presId="urn:microsoft.com/office/officeart/2005/8/layout/pList1"/>
    <dgm:cxn modelId="{42A2D834-38E5-4A29-844D-D2AB8750E38B}" type="presParOf" srcId="{CAA9F15D-7123-4B75-AC2E-6D103359D756}" destId="{1D740083-4DA2-4103-A095-61369A0B2923}" srcOrd="0" destOrd="0" presId="urn:microsoft.com/office/officeart/2005/8/layout/pList1"/>
    <dgm:cxn modelId="{21699773-E546-4206-8150-C9DA9F586146}" type="presParOf" srcId="{CAA9F15D-7123-4B75-AC2E-6D103359D756}" destId="{46F207A9-9D59-4229-B02B-39CE850F69B5}"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A45B5AC-C828-4E29-A07D-BC3AA703DF17}" type="doc">
      <dgm:prSet loTypeId="urn:microsoft.com/office/officeart/2005/8/layout/pList1" loCatId="picture" qsTypeId="urn:microsoft.com/office/officeart/2005/8/quickstyle/simple1" qsCatId="simple" csTypeId="urn:microsoft.com/office/officeart/2005/8/colors/accent1_2" csCatId="accent1" phldr="1"/>
      <dgm:spPr/>
      <dgm:t>
        <a:bodyPr/>
        <a:lstStyle/>
        <a:p>
          <a:endParaRPr lang="zh-CN" altLang="en-US"/>
        </a:p>
      </dgm:t>
    </dgm:pt>
    <dgm:pt modelId="{A44B7C1D-DDA4-4287-AEFA-E6920FF50375}">
      <dgm:prSet phldrT="[文本]" phldr="1" custT="1"/>
      <dgm:spPr/>
      <dgm:t>
        <a:bodyPr/>
        <a:lstStyle/>
        <a:p>
          <a:endParaRPr lang="zh-CN" altLang="en-US" sz="1400">
            <a:solidFill>
              <a:srgbClr val="992677"/>
            </a:solidFill>
            <a:latin typeface="+mn-lt"/>
            <a:ea typeface="+mn-ea"/>
            <a:cs typeface="+mn-ea"/>
            <a:sym typeface="+mn-lt"/>
          </a:endParaRPr>
        </a:p>
      </dgm:t>
    </dgm:pt>
    <dgm:pt modelId="{80D90161-867E-4F00-B625-AC3DD0E52EE7}" type="parTrans" cxnId="{98F7C500-30EB-4080-9A53-5E955E411736}">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6C9258D0-B420-4A32-9590-7EF508CB6DB9}" type="sibTrans" cxnId="{98F7C500-30EB-4080-9A53-5E955E411736}">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98D2FA2B-E699-47B8-BF3F-CAAEE525D465}">
      <dgm:prSet phldrT="[文本]" phldr="1" custT="1"/>
      <dgm:spPr/>
      <dgm:t>
        <a:bodyPr/>
        <a:lstStyle/>
        <a:p>
          <a:endParaRPr lang="zh-CN" altLang="en-US" sz="1400">
            <a:solidFill>
              <a:srgbClr val="992677"/>
            </a:solidFill>
            <a:latin typeface="+mn-lt"/>
            <a:ea typeface="+mn-ea"/>
            <a:cs typeface="+mn-ea"/>
            <a:sym typeface="+mn-lt"/>
          </a:endParaRPr>
        </a:p>
      </dgm:t>
    </dgm:pt>
    <dgm:pt modelId="{13B5625E-94BF-4F3E-8083-E719AAC1469C}" type="parTrans" cxnId="{CE910E4E-F09C-427E-A19C-0D2EFFCA6C51}">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AF96C443-279E-49FF-B0FC-EE862659AFC8}" type="sibTrans" cxnId="{CE910E4E-F09C-427E-A19C-0D2EFFCA6C51}">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29550E0A-F706-4F07-B347-1967F2AC8AFF}">
      <dgm:prSet phldrT="[文本]" phldr="1" custT="1"/>
      <dgm:spPr/>
      <dgm:t>
        <a:bodyPr/>
        <a:lstStyle/>
        <a:p>
          <a:endParaRPr lang="zh-CN" altLang="en-US" sz="1400">
            <a:solidFill>
              <a:srgbClr val="992677"/>
            </a:solidFill>
            <a:latin typeface="+mn-lt"/>
            <a:ea typeface="+mn-ea"/>
            <a:cs typeface="+mn-ea"/>
            <a:sym typeface="+mn-lt"/>
          </a:endParaRPr>
        </a:p>
      </dgm:t>
    </dgm:pt>
    <dgm:pt modelId="{C90A5F3B-F820-4010-837C-5FC635C6B9A2}" type="parTrans" cxnId="{A8D89565-8734-4EF9-85C8-267B9E59BDB0}">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5DD93F87-CD4F-4BE2-998D-99AD785878A6}" type="sibTrans" cxnId="{A8D89565-8734-4EF9-85C8-267B9E59BDB0}">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2579422A-1A31-44D5-A6FE-362B968AB354}">
      <dgm:prSet phldrT="[文本]" phldr="1" custT="1"/>
      <dgm:spPr/>
      <dgm:t>
        <a:bodyPr/>
        <a:lstStyle/>
        <a:p>
          <a:endParaRPr lang="zh-CN" altLang="en-US" sz="1400" dirty="0">
            <a:solidFill>
              <a:srgbClr val="992677"/>
            </a:solidFill>
            <a:latin typeface="+mn-lt"/>
            <a:ea typeface="+mn-ea"/>
            <a:cs typeface="+mn-ea"/>
            <a:sym typeface="+mn-lt"/>
          </a:endParaRPr>
        </a:p>
      </dgm:t>
    </dgm:pt>
    <dgm:pt modelId="{610BA932-D8BD-44CF-A466-507684DFEF7F}" type="sibTrans" cxnId="{92B1BC37-2A6C-4C7D-95BD-299794B376F0}">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1DA55B72-A24C-4E89-B236-8C4991544C9F}" type="parTrans" cxnId="{92B1BC37-2A6C-4C7D-95BD-299794B376F0}">
      <dgm:prSet/>
      <dgm:spPr/>
      <dgm:t>
        <a:bodyPr/>
        <a:lstStyle/>
        <a:p>
          <a:endParaRPr lang="zh-CN" altLang="en-US" sz="1400">
            <a:solidFill>
              <a:srgbClr val="992677"/>
            </a:solidFill>
            <a:latin typeface="微软雅黑" panose="020B0503020204020204" pitchFamily="34" charset="-122"/>
            <a:ea typeface="微软雅黑" panose="020B0503020204020204" pitchFamily="34" charset="-122"/>
          </a:endParaRPr>
        </a:p>
      </dgm:t>
    </dgm:pt>
    <dgm:pt modelId="{5EEA99A1-E3FC-4C03-812C-43B37C7F556D}" type="pres">
      <dgm:prSet presAssocID="{AA45B5AC-C828-4E29-A07D-BC3AA703DF17}" presName="Name0" presStyleCnt="0">
        <dgm:presLayoutVars>
          <dgm:dir/>
          <dgm:resizeHandles val="exact"/>
        </dgm:presLayoutVars>
      </dgm:prSet>
      <dgm:spPr/>
    </dgm:pt>
    <dgm:pt modelId="{B9D3672D-29E5-47EF-A6F4-2F0E02CCC96D}" type="pres">
      <dgm:prSet presAssocID="{A44B7C1D-DDA4-4287-AEFA-E6920FF50375}" presName="compNode" presStyleCnt="0"/>
      <dgm:spPr/>
    </dgm:pt>
    <dgm:pt modelId="{9EE454D6-4F64-4479-ACA6-209021A6BF61}" type="pres">
      <dgm:prSet presAssocID="{A44B7C1D-DDA4-4287-AEFA-E6920FF50375}" presName="pictRect" presStyleLbl="node1" presStyleIdx="0" presStyleCnt="4"/>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l="-11000" r="-11000"/>
          </a:stretch>
        </a:blipFill>
      </dgm:spPr>
    </dgm:pt>
    <dgm:pt modelId="{B3F84405-1EC2-4C1A-AC0C-9E5880C07CDA}" type="pres">
      <dgm:prSet presAssocID="{A44B7C1D-DDA4-4287-AEFA-E6920FF50375}" presName="textRect" presStyleLbl="revTx" presStyleIdx="0" presStyleCnt="4">
        <dgm:presLayoutVars>
          <dgm:bulletEnabled val="1"/>
        </dgm:presLayoutVars>
      </dgm:prSet>
      <dgm:spPr/>
    </dgm:pt>
    <dgm:pt modelId="{D79F422A-0534-469D-9498-35789009268E}" type="pres">
      <dgm:prSet presAssocID="{6C9258D0-B420-4A32-9590-7EF508CB6DB9}" presName="sibTrans" presStyleLbl="sibTrans2D1" presStyleIdx="0" presStyleCnt="0"/>
      <dgm:spPr/>
    </dgm:pt>
    <dgm:pt modelId="{C60B7C18-AECE-42F8-BEA5-3104907FEC9A}" type="pres">
      <dgm:prSet presAssocID="{2579422A-1A31-44D5-A6FE-362B968AB354}" presName="compNode" presStyleCnt="0"/>
      <dgm:spPr/>
    </dgm:pt>
    <dgm:pt modelId="{1D7A119A-91F6-41EE-9041-EC1CE4045E3E}" type="pres">
      <dgm:prSet presAssocID="{2579422A-1A31-44D5-A6FE-362B968AB354}" presName="pictRect" presStyleLbl="node1" presStyleIdx="1" presStyleCnt="4"/>
      <dgm:spPr>
        <a:blipFill rotWithShape="1">
          <a:blip xmlns:r="http://schemas.openxmlformats.org/officeDocument/2006/relationships" r:embed="rId2">
            <a:extLst>
              <a:ext uri="{28A0092B-C50C-407E-A947-70E740481C1C}">
                <a14:useLocalDpi xmlns:a14="http://schemas.microsoft.com/office/drawing/2010/main" val="0"/>
              </a:ext>
            </a:extLst>
          </a:blip>
          <a:srcRect/>
          <a:stretch>
            <a:fillRect l="-11000" r="-11000"/>
          </a:stretch>
        </a:blipFill>
      </dgm:spPr>
    </dgm:pt>
    <dgm:pt modelId="{FAD30E30-7299-43F6-A5EF-354B002EF433}" type="pres">
      <dgm:prSet presAssocID="{2579422A-1A31-44D5-A6FE-362B968AB354}" presName="textRect" presStyleLbl="revTx" presStyleIdx="1" presStyleCnt="4">
        <dgm:presLayoutVars>
          <dgm:bulletEnabled val="1"/>
        </dgm:presLayoutVars>
      </dgm:prSet>
      <dgm:spPr/>
    </dgm:pt>
    <dgm:pt modelId="{841ED5E3-0C85-4E8A-8583-289DD454A52F}" type="pres">
      <dgm:prSet presAssocID="{610BA932-D8BD-44CF-A466-507684DFEF7F}" presName="sibTrans" presStyleLbl="sibTrans2D1" presStyleIdx="0" presStyleCnt="0"/>
      <dgm:spPr/>
    </dgm:pt>
    <dgm:pt modelId="{A06B6547-495E-4E3C-AEEA-EDB715A08BD7}" type="pres">
      <dgm:prSet presAssocID="{98D2FA2B-E699-47B8-BF3F-CAAEE525D465}" presName="compNode" presStyleCnt="0"/>
      <dgm:spPr/>
    </dgm:pt>
    <dgm:pt modelId="{813835C9-986C-4683-9701-E65D0B0D40D5}" type="pres">
      <dgm:prSet presAssocID="{98D2FA2B-E699-47B8-BF3F-CAAEE525D465}" presName="pictRect" presStyleLbl="node1" presStyleIdx="2" presStyleCnt="4"/>
      <dgm:spPr>
        <a:blipFill rotWithShape="1">
          <a:blip xmlns:r="http://schemas.openxmlformats.org/officeDocument/2006/relationships" r:embed="rId3">
            <a:extLst>
              <a:ext uri="{28A0092B-C50C-407E-A947-70E740481C1C}">
                <a14:useLocalDpi xmlns:a14="http://schemas.microsoft.com/office/drawing/2010/main" val="0"/>
              </a:ext>
            </a:extLst>
          </a:blip>
          <a:srcRect/>
          <a:stretch>
            <a:fillRect l="-11000" r="-11000"/>
          </a:stretch>
        </a:blipFill>
      </dgm:spPr>
    </dgm:pt>
    <dgm:pt modelId="{D9557C2D-B4E9-4987-A365-ED65CA1D6152}" type="pres">
      <dgm:prSet presAssocID="{98D2FA2B-E699-47B8-BF3F-CAAEE525D465}" presName="textRect" presStyleLbl="revTx" presStyleIdx="2" presStyleCnt="4">
        <dgm:presLayoutVars>
          <dgm:bulletEnabled val="1"/>
        </dgm:presLayoutVars>
      </dgm:prSet>
      <dgm:spPr/>
    </dgm:pt>
    <dgm:pt modelId="{B61C7149-5E9C-4AFB-BA60-6DAB84A67B73}" type="pres">
      <dgm:prSet presAssocID="{AF96C443-279E-49FF-B0FC-EE862659AFC8}" presName="sibTrans" presStyleLbl="sibTrans2D1" presStyleIdx="0" presStyleCnt="0"/>
      <dgm:spPr/>
    </dgm:pt>
    <dgm:pt modelId="{CAA9F15D-7123-4B75-AC2E-6D103359D756}" type="pres">
      <dgm:prSet presAssocID="{29550E0A-F706-4F07-B347-1967F2AC8AFF}" presName="compNode" presStyleCnt="0"/>
      <dgm:spPr/>
    </dgm:pt>
    <dgm:pt modelId="{1D740083-4DA2-4103-A095-61369A0B2923}" type="pres">
      <dgm:prSet presAssocID="{29550E0A-F706-4F07-B347-1967F2AC8AFF}" presName="pictRect" presStyleLbl="node1" presStyleIdx="3" presStyleCnt="4"/>
      <dgm:spPr>
        <a:blipFill rotWithShape="1">
          <a:blip xmlns:r="http://schemas.openxmlformats.org/officeDocument/2006/relationships" r:embed="rId4">
            <a:extLst>
              <a:ext uri="{28A0092B-C50C-407E-A947-70E740481C1C}">
                <a14:useLocalDpi xmlns:a14="http://schemas.microsoft.com/office/drawing/2010/main" val="0"/>
              </a:ext>
            </a:extLst>
          </a:blip>
          <a:srcRect/>
          <a:stretch>
            <a:fillRect l="-11000" r="-11000"/>
          </a:stretch>
        </a:blipFill>
      </dgm:spPr>
    </dgm:pt>
    <dgm:pt modelId="{46F207A9-9D59-4229-B02B-39CE850F69B5}" type="pres">
      <dgm:prSet presAssocID="{29550E0A-F706-4F07-B347-1967F2AC8AFF}" presName="textRect" presStyleLbl="revTx" presStyleIdx="3" presStyleCnt="4">
        <dgm:presLayoutVars>
          <dgm:bulletEnabled val="1"/>
        </dgm:presLayoutVars>
      </dgm:prSet>
      <dgm:spPr/>
    </dgm:pt>
  </dgm:ptLst>
  <dgm:cxnLst>
    <dgm:cxn modelId="{98F7C500-30EB-4080-9A53-5E955E411736}" srcId="{AA45B5AC-C828-4E29-A07D-BC3AA703DF17}" destId="{A44B7C1D-DDA4-4287-AEFA-E6920FF50375}" srcOrd="0" destOrd="0" parTransId="{80D90161-867E-4F00-B625-AC3DD0E52EE7}" sibTransId="{6C9258D0-B420-4A32-9590-7EF508CB6DB9}"/>
    <dgm:cxn modelId="{4D801323-3FA0-4098-8AD4-DF064F7F1C73}" type="presOf" srcId="{29550E0A-F706-4F07-B347-1967F2AC8AFF}" destId="{46F207A9-9D59-4229-B02B-39CE850F69B5}" srcOrd="0" destOrd="0" presId="urn:microsoft.com/office/officeart/2005/8/layout/pList1"/>
    <dgm:cxn modelId="{D537562F-8267-4CD7-B49D-5BC0B4E886AA}" type="presOf" srcId="{610BA932-D8BD-44CF-A466-507684DFEF7F}" destId="{841ED5E3-0C85-4E8A-8583-289DD454A52F}" srcOrd="0" destOrd="0" presId="urn:microsoft.com/office/officeart/2005/8/layout/pList1"/>
    <dgm:cxn modelId="{92B1BC37-2A6C-4C7D-95BD-299794B376F0}" srcId="{AA45B5AC-C828-4E29-A07D-BC3AA703DF17}" destId="{2579422A-1A31-44D5-A6FE-362B968AB354}" srcOrd="1" destOrd="0" parTransId="{1DA55B72-A24C-4E89-B236-8C4991544C9F}" sibTransId="{610BA932-D8BD-44CF-A466-507684DFEF7F}"/>
    <dgm:cxn modelId="{A8D89565-8734-4EF9-85C8-267B9E59BDB0}" srcId="{AA45B5AC-C828-4E29-A07D-BC3AA703DF17}" destId="{29550E0A-F706-4F07-B347-1967F2AC8AFF}" srcOrd="3" destOrd="0" parTransId="{C90A5F3B-F820-4010-837C-5FC635C6B9A2}" sibTransId="{5DD93F87-CD4F-4BE2-998D-99AD785878A6}"/>
    <dgm:cxn modelId="{CE910E4E-F09C-427E-A19C-0D2EFFCA6C51}" srcId="{AA45B5AC-C828-4E29-A07D-BC3AA703DF17}" destId="{98D2FA2B-E699-47B8-BF3F-CAAEE525D465}" srcOrd="2" destOrd="0" parTransId="{13B5625E-94BF-4F3E-8083-E719AAC1469C}" sibTransId="{AF96C443-279E-49FF-B0FC-EE862659AFC8}"/>
    <dgm:cxn modelId="{16A6A46E-CC21-40B3-9F8F-874F7462D14D}" type="presOf" srcId="{2579422A-1A31-44D5-A6FE-362B968AB354}" destId="{FAD30E30-7299-43F6-A5EF-354B002EF433}" srcOrd="0" destOrd="0" presId="urn:microsoft.com/office/officeart/2005/8/layout/pList1"/>
    <dgm:cxn modelId="{DDAEDD57-BFEF-4F5F-9CAE-43D9EAEF5363}" type="presOf" srcId="{A44B7C1D-DDA4-4287-AEFA-E6920FF50375}" destId="{B3F84405-1EC2-4C1A-AC0C-9E5880C07CDA}" srcOrd="0" destOrd="0" presId="urn:microsoft.com/office/officeart/2005/8/layout/pList1"/>
    <dgm:cxn modelId="{FD5E9C90-AC0C-4A44-8F1A-E75043BD2443}" type="presOf" srcId="{98D2FA2B-E699-47B8-BF3F-CAAEE525D465}" destId="{D9557C2D-B4E9-4987-A365-ED65CA1D6152}" srcOrd="0" destOrd="0" presId="urn:microsoft.com/office/officeart/2005/8/layout/pList1"/>
    <dgm:cxn modelId="{DB5747AC-D514-4EDC-BC2F-B49C7CBD508C}" type="presOf" srcId="{AF96C443-279E-49FF-B0FC-EE862659AFC8}" destId="{B61C7149-5E9C-4AFB-BA60-6DAB84A67B73}" srcOrd="0" destOrd="0" presId="urn:microsoft.com/office/officeart/2005/8/layout/pList1"/>
    <dgm:cxn modelId="{EAFA98C6-F891-410A-8BF7-BEC485A8DB3C}" type="presOf" srcId="{6C9258D0-B420-4A32-9590-7EF508CB6DB9}" destId="{D79F422A-0534-469D-9498-35789009268E}" srcOrd="0" destOrd="0" presId="urn:microsoft.com/office/officeart/2005/8/layout/pList1"/>
    <dgm:cxn modelId="{28C63BF8-595C-4066-8A69-11AFB5D72949}" type="presOf" srcId="{AA45B5AC-C828-4E29-A07D-BC3AA703DF17}" destId="{5EEA99A1-E3FC-4C03-812C-43B37C7F556D}" srcOrd="0" destOrd="0" presId="urn:microsoft.com/office/officeart/2005/8/layout/pList1"/>
    <dgm:cxn modelId="{81853CCC-308A-4DFB-9D6C-280269414D4D}" type="presParOf" srcId="{5EEA99A1-E3FC-4C03-812C-43B37C7F556D}" destId="{B9D3672D-29E5-47EF-A6F4-2F0E02CCC96D}" srcOrd="0" destOrd="0" presId="urn:microsoft.com/office/officeart/2005/8/layout/pList1"/>
    <dgm:cxn modelId="{4F7D202F-9A24-4268-BFFA-14622117BF4E}" type="presParOf" srcId="{B9D3672D-29E5-47EF-A6F4-2F0E02CCC96D}" destId="{9EE454D6-4F64-4479-ACA6-209021A6BF61}" srcOrd="0" destOrd="0" presId="urn:microsoft.com/office/officeart/2005/8/layout/pList1"/>
    <dgm:cxn modelId="{2311F062-2EBD-439B-9769-5D846C932E96}" type="presParOf" srcId="{B9D3672D-29E5-47EF-A6F4-2F0E02CCC96D}" destId="{B3F84405-1EC2-4C1A-AC0C-9E5880C07CDA}" srcOrd="1" destOrd="0" presId="urn:microsoft.com/office/officeart/2005/8/layout/pList1"/>
    <dgm:cxn modelId="{52842F7F-9CB6-4E7E-9667-FA092E2F6C87}" type="presParOf" srcId="{5EEA99A1-E3FC-4C03-812C-43B37C7F556D}" destId="{D79F422A-0534-469D-9498-35789009268E}" srcOrd="1" destOrd="0" presId="urn:microsoft.com/office/officeart/2005/8/layout/pList1"/>
    <dgm:cxn modelId="{835EDE95-7EF7-4385-8497-7D6B272A2183}" type="presParOf" srcId="{5EEA99A1-E3FC-4C03-812C-43B37C7F556D}" destId="{C60B7C18-AECE-42F8-BEA5-3104907FEC9A}" srcOrd="2" destOrd="0" presId="urn:microsoft.com/office/officeart/2005/8/layout/pList1"/>
    <dgm:cxn modelId="{1C3EAF7D-24E1-4143-93B7-938B98EADE29}" type="presParOf" srcId="{C60B7C18-AECE-42F8-BEA5-3104907FEC9A}" destId="{1D7A119A-91F6-41EE-9041-EC1CE4045E3E}" srcOrd="0" destOrd="0" presId="urn:microsoft.com/office/officeart/2005/8/layout/pList1"/>
    <dgm:cxn modelId="{5CB2323F-E831-4B9A-9EC2-CB76951466D0}" type="presParOf" srcId="{C60B7C18-AECE-42F8-BEA5-3104907FEC9A}" destId="{FAD30E30-7299-43F6-A5EF-354B002EF433}" srcOrd="1" destOrd="0" presId="urn:microsoft.com/office/officeart/2005/8/layout/pList1"/>
    <dgm:cxn modelId="{6F01DB46-ABE3-4228-8AC9-EBAC45F78CAB}" type="presParOf" srcId="{5EEA99A1-E3FC-4C03-812C-43B37C7F556D}" destId="{841ED5E3-0C85-4E8A-8583-289DD454A52F}" srcOrd="3" destOrd="0" presId="urn:microsoft.com/office/officeart/2005/8/layout/pList1"/>
    <dgm:cxn modelId="{90AC66D7-5141-4C72-A4AB-18900E375C39}" type="presParOf" srcId="{5EEA99A1-E3FC-4C03-812C-43B37C7F556D}" destId="{A06B6547-495E-4E3C-AEEA-EDB715A08BD7}" srcOrd="4" destOrd="0" presId="urn:microsoft.com/office/officeart/2005/8/layout/pList1"/>
    <dgm:cxn modelId="{BB2185D3-B9DF-41CC-A877-9846928D9ECF}" type="presParOf" srcId="{A06B6547-495E-4E3C-AEEA-EDB715A08BD7}" destId="{813835C9-986C-4683-9701-E65D0B0D40D5}" srcOrd="0" destOrd="0" presId="urn:microsoft.com/office/officeart/2005/8/layout/pList1"/>
    <dgm:cxn modelId="{7267A656-B937-4B20-BB1C-28328D08A02F}" type="presParOf" srcId="{A06B6547-495E-4E3C-AEEA-EDB715A08BD7}" destId="{D9557C2D-B4E9-4987-A365-ED65CA1D6152}" srcOrd="1" destOrd="0" presId="urn:microsoft.com/office/officeart/2005/8/layout/pList1"/>
    <dgm:cxn modelId="{B0D1D81D-81F6-48E6-97C8-40483D0B1CF0}" type="presParOf" srcId="{5EEA99A1-E3FC-4C03-812C-43B37C7F556D}" destId="{B61C7149-5E9C-4AFB-BA60-6DAB84A67B73}" srcOrd="5" destOrd="0" presId="urn:microsoft.com/office/officeart/2005/8/layout/pList1"/>
    <dgm:cxn modelId="{46088FF6-271E-4C01-AD15-EFF1374BA90F}" type="presParOf" srcId="{5EEA99A1-E3FC-4C03-812C-43B37C7F556D}" destId="{CAA9F15D-7123-4B75-AC2E-6D103359D756}" srcOrd="6" destOrd="0" presId="urn:microsoft.com/office/officeart/2005/8/layout/pList1"/>
    <dgm:cxn modelId="{42A2D834-38E5-4A29-844D-D2AB8750E38B}" type="presParOf" srcId="{CAA9F15D-7123-4B75-AC2E-6D103359D756}" destId="{1D740083-4DA2-4103-A095-61369A0B2923}" srcOrd="0" destOrd="0" presId="urn:microsoft.com/office/officeart/2005/8/layout/pList1"/>
    <dgm:cxn modelId="{21699773-E546-4206-8150-C9DA9F586146}" type="presParOf" srcId="{CAA9F15D-7123-4B75-AC2E-6D103359D756}" destId="{46F207A9-9D59-4229-B02B-39CE850F69B5}" srcOrd="1" destOrd="0" presId="urn:microsoft.com/office/officeart/2005/8/layout/p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28FAF1-D4BA-48EE-A113-674A883E468B}">
      <dsp:nvSpPr>
        <dsp:cNvPr id="0" name=""/>
        <dsp:cNvSpPr/>
      </dsp:nvSpPr>
      <dsp:spPr>
        <a:xfrm>
          <a:off x="0" y="50069"/>
          <a:ext cx="5910305" cy="730080"/>
        </a:xfrm>
        <a:prstGeom prst="roundRect">
          <a:avLst/>
        </a:prstGeom>
        <a:solidFill>
          <a:srgbClr val="C27DA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altLang="en-US" sz="2000" kern="1200" dirty="0">
              <a:solidFill>
                <a:schemeClr val="bg1"/>
              </a:solidFill>
              <a:latin typeface="+mn-lt"/>
              <a:ea typeface="+mn-ea"/>
              <a:cs typeface="+mn-ea"/>
              <a:sym typeface="+mn-lt"/>
            </a:rPr>
            <a:t>标题</a:t>
          </a:r>
          <a:r>
            <a:rPr lang="en-US" altLang="zh-CN" sz="2000" kern="1200" dirty="0">
              <a:solidFill>
                <a:schemeClr val="bg1"/>
              </a:solidFill>
              <a:latin typeface="+mn-lt"/>
              <a:ea typeface="+mn-ea"/>
              <a:cs typeface="+mn-ea"/>
              <a:sym typeface="+mn-lt"/>
            </a:rPr>
            <a:t>1</a:t>
          </a:r>
          <a:endParaRPr lang="zh-CN" altLang="en-US" sz="2000" kern="1200" dirty="0">
            <a:solidFill>
              <a:schemeClr val="bg1"/>
            </a:solidFill>
            <a:latin typeface="+mn-lt"/>
            <a:ea typeface="+mn-ea"/>
            <a:cs typeface="+mn-ea"/>
            <a:sym typeface="+mn-lt"/>
          </a:endParaRPr>
        </a:p>
      </dsp:txBody>
      <dsp:txXfrm>
        <a:off x="35640" y="85709"/>
        <a:ext cx="5839025" cy="658800"/>
      </dsp:txXfrm>
    </dsp:sp>
    <dsp:sp modelId="{361F12EF-CB2C-4EF5-A6F9-93A75123A587}">
      <dsp:nvSpPr>
        <dsp:cNvPr id="0" name=""/>
        <dsp:cNvSpPr/>
      </dsp:nvSpPr>
      <dsp:spPr>
        <a:xfrm>
          <a:off x="0" y="780149"/>
          <a:ext cx="5910305" cy="645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652" tIns="17780" rIns="99568" bIns="17780" numCol="1" spcCol="1270" anchor="t" anchorCtr="0">
          <a:noAutofit/>
        </a:bodyPr>
        <a:lstStyle/>
        <a:p>
          <a:pPr marL="114300" lvl="1" indent="-114300" algn="l" defTabSz="622300">
            <a:lnSpc>
              <a:spcPct val="90000"/>
            </a:lnSpc>
            <a:spcBef>
              <a:spcPct val="0"/>
            </a:spcBef>
            <a:spcAft>
              <a:spcPct val="20000"/>
            </a:spcAft>
            <a:buChar char="•"/>
          </a:pPr>
          <a:r>
            <a:rPr lang="zh-CN" altLang="en-US" sz="1400" kern="1200" dirty="0">
              <a:solidFill>
                <a:srgbClr val="992677"/>
              </a:solidFill>
              <a:latin typeface="+mn-lt"/>
              <a:ea typeface="+mn-ea"/>
              <a:cs typeface="+mn-ea"/>
              <a:sym typeface="+mn-lt"/>
            </a:rPr>
            <a:t>内容</a:t>
          </a:r>
          <a:r>
            <a:rPr lang="en-US" altLang="zh-CN" sz="1400" kern="1200" dirty="0">
              <a:solidFill>
                <a:srgbClr val="992677"/>
              </a:solidFill>
              <a:latin typeface="+mn-lt"/>
              <a:ea typeface="+mn-ea"/>
              <a:cs typeface="+mn-ea"/>
              <a:sym typeface="+mn-lt"/>
            </a:rPr>
            <a:t>1</a:t>
          </a:r>
          <a:endParaRPr lang="zh-CN" altLang="en-US" sz="1400" kern="1200" dirty="0">
            <a:solidFill>
              <a:srgbClr val="992677"/>
            </a:solidFill>
            <a:latin typeface="+mn-lt"/>
            <a:ea typeface="+mn-ea"/>
            <a:cs typeface="+mn-ea"/>
            <a:sym typeface="+mn-lt"/>
          </a:endParaRPr>
        </a:p>
      </dsp:txBody>
      <dsp:txXfrm>
        <a:off x="0" y="780149"/>
        <a:ext cx="5910305" cy="645840"/>
      </dsp:txXfrm>
    </dsp:sp>
    <dsp:sp modelId="{365DFDA6-6E49-4E6D-8639-C051E5E3D402}">
      <dsp:nvSpPr>
        <dsp:cNvPr id="0" name=""/>
        <dsp:cNvSpPr/>
      </dsp:nvSpPr>
      <dsp:spPr>
        <a:xfrm>
          <a:off x="0" y="1425989"/>
          <a:ext cx="5910305" cy="730080"/>
        </a:xfrm>
        <a:prstGeom prst="roundRect">
          <a:avLst/>
        </a:prstGeom>
        <a:solidFill>
          <a:srgbClr val="D6A8C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altLang="en-US" sz="2000" kern="1200" dirty="0">
              <a:solidFill>
                <a:schemeClr val="bg1"/>
              </a:solidFill>
              <a:latin typeface="+mn-lt"/>
              <a:ea typeface="+mn-ea"/>
              <a:cs typeface="+mn-ea"/>
              <a:sym typeface="+mn-lt"/>
            </a:rPr>
            <a:t>标题</a:t>
          </a:r>
          <a:r>
            <a:rPr lang="en-US" altLang="zh-CN" sz="2000" kern="1200" dirty="0">
              <a:solidFill>
                <a:schemeClr val="bg1"/>
              </a:solidFill>
              <a:latin typeface="+mn-lt"/>
              <a:ea typeface="+mn-ea"/>
              <a:cs typeface="+mn-ea"/>
              <a:sym typeface="+mn-lt"/>
            </a:rPr>
            <a:t>2</a:t>
          </a:r>
          <a:endParaRPr lang="zh-CN" altLang="en-US" sz="2000" kern="1200" dirty="0">
            <a:solidFill>
              <a:schemeClr val="bg1"/>
            </a:solidFill>
            <a:latin typeface="+mn-lt"/>
            <a:ea typeface="+mn-ea"/>
            <a:cs typeface="+mn-ea"/>
            <a:sym typeface="+mn-lt"/>
          </a:endParaRPr>
        </a:p>
      </dsp:txBody>
      <dsp:txXfrm>
        <a:off x="35640" y="1461629"/>
        <a:ext cx="5839025" cy="658800"/>
      </dsp:txXfrm>
    </dsp:sp>
    <dsp:sp modelId="{8C9C3FD4-A702-4622-AC40-8CF4A5C12319}">
      <dsp:nvSpPr>
        <dsp:cNvPr id="0" name=""/>
        <dsp:cNvSpPr/>
      </dsp:nvSpPr>
      <dsp:spPr>
        <a:xfrm>
          <a:off x="0" y="2156069"/>
          <a:ext cx="5910305" cy="645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652" tIns="17780" rIns="99568" bIns="17780" numCol="1" spcCol="1270" anchor="t" anchorCtr="0">
          <a:noAutofit/>
        </a:bodyPr>
        <a:lstStyle/>
        <a:p>
          <a:pPr marL="114300" lvl="1" indent="-114300" algn="l" defTabSz="622300">
            <a:lnSpc>
              <a:spcPct val="90000"/>
            </a:lnSpc>
            <a:spcBef>
              <a:spcPct val="0"/>
            </a:spcBef>
            <a:spcAft>
              <a:spcPct val="20000"/>
            </a:spcAft>
            <a:buChar char="•"/>
          </a:pPr>
          <a:r>
            <a:rPr lang="zh-CN" altLang="en-US" sz="1400" kern="1200" dirty="0">
              <a:solidFill>
                <a:srgbClr val="992677"/>
              </a:solidFill>
              <a:latin typeface="+mn-lt"/>
              <a:ea typeface="+mn-ea"/>
              <a:cs typeface="+mn-ea"/>
              <a:sym typeface="+mn-lt"/>
            </a:rPr>
            <a:t>内容</a:t>
          </a:r>
          <a:r>
            <a:rPr lang="en-US" altLang="zh-CN" sz="1400" kern="1200" dirty="0">
              <a:solidFill>
                <a:srgbClr val="992677"/>
              </a:solidFill>
              <a:latin typeface="+mn-lt"/>
              <a:ea typeface="+mn-ea"/>
              <a:cs typeface="+mn-ea"/>
              <a:sym typeface="+mn-lt"/>
            </a:rPr>
            <a:t>2</a:t>
          </a:r>
          <a:endParaRPr lang="zh-CN" altLang="en-US" sz="1400" kern="1200" dirty="0">
            <a:solidFill>
              <a:srgbClr val="992677"/>
            </a:solidFill>
            <a:latin typeface="+mn-lt"/>
            <a:ea typeface="+mn-ea"/>
            <a:cs typeface="+mn-ea"/>
            <a:sym typeface="+mn-lt"/>
          </a:endParaRPr>
        </a:p>
      </dsp:txBody>
      <dsp:txXfrm>
        <a:off x="0" y="2156069"/>
        <a:ext cx="5910305" cy="645840"/>
      </dsp:txXfrm>
    </dsp:sp>
    <dsp:sp modelId="{D7A5E061-622F-4E54-B015-85A2B1FA0B83}">
      <dsp:nvSpPr>
        <dsp:cNvPr id="0" name=""/>
        <dsp:cNvSpPr/>
      </dsp:nvSpPr>
      <dsp:spPr>
        <a:xfrm>
          <a:off x="0" y="2801909"/>
          <a:ext cx="5910305" cy="730080"/>
        </a:xfrm>
        <a:prstGeom prst="roundRect">
          <a:avLst/>
        </a:prstGeom>
        <a:solidFill>
          <a:srgbClr val="AD519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altLang="en-US" sz="2000" kern="1200" dirty="0">
              <a:solidFill>
                <a:schemeClr val="bg1"/>
              </a:solidFill>
              <a:latin typeface="+mn-lt"/>
              <a:ea typeface="+mn-ea"/>
              <a:cs typeface="+mn-ea"/>
              <a:sym typeface="+mn-lt"/>
            </a:rPr>
            <a:t>标题</a:t>
          </a:r>
          <a:r>
            <a:rPr lang="en-US" altLang="zh-CN" sz="2000" kern="1200" dirty="0">
              <a:solidFill>
                <a:schemeClr val="bg1"/>
              </a:solidFill>
              <a:latin typeface="+mn-lt"/>
              <a:ea typeface="+mn-ea"/>
              <a:cs typeface="+mn-ea"/>
              <a:sym typeface="+mn-lt"/>
            </a:rPr>
            <a:t>3</a:t>
          </a:r>
          <a:endParaRPr lang="zh-CN" altLang="en-US" sz="2000" kern="1200" dirty="0">
            <a:solidFill>
              <a:schemeClr val="bg1"/>
            </a:solidFill>
            <a:latin typeface="+mn-lt"/>
            <a:ea typeface="+mn-ea"/>
            <a:cs typeface="+mn-ea"/>
            <a:sym typeface="+mn-lt"/>
          </a:endParaRPr>
        </a:p>
      </dsp:txBody>
      <dsp:txXfrm>
        <a:off x="35640" y="2837549"/>
        <a:ext cx="5839025" cy="658800"/>
      </dsp:txXfrm>
    </dsp:sp>
    <dsp:sp modelId="{DE10AD26-6B1A-4684-AD90-7F303A220A49}">
      <dsp:nvSpPr>
        <dsp:cNvPr id="0" name=""/>
        <dsp:cNvSpPr/>
      </dsp:nvSpPr>
      <dsp:spPr>
        <a:xfrm>
          <a:off x="0" y="3531989"/>
          <a:ext cx="5910305" cy="645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652" tIns="17780" rIns="99568" bIns="17780" numCol="1" spcCol="1270" anchor="t" anchorCtr="0">
          <a:noAutofit/>
        </a:bodyPr>
        <a:lstStyle/>
        <a:p>
          <a:pPr marL="114300" lvl="1" indent="-114300" algn="l" defTabSz="622300">
            <a:lnSpc>
              <a:spcPct val="90000"/>
            </a:lnSpc>
            <a:spcBef>
              <a:spcPct val="0"/>
            </a:spcBef>
            <a:spcAft>
              <a:spcPct val="20000"/>
            </a:spcAft>
            <a:buChar char="•"/>
          </a:pPr>
          <a:r>
            <a:rPr lang="zh-CN" altLang="en-US" sz="1400" kern="1200" dirty="0">
              <a:solidFill>
                <a:srgbClr val="992677"/>
              </a:solidFill>
              <a:latin typeface="+mn-lt"/>
              <a:ea typeface="+mn-ea"/>
              <a:cs typeface="+mn-ea"/>
              <a:sym typeface="+mn-lt"/>
            </a:rPr>
            <a:t>内容</a:t>
          </a:r>
          <a:r>
            <a:rPr lang="en-US" altLang="zh-CN" sz="1400" kern="1200" dirty="0">
              <a:solidFill>
                <a:srgbClr val="992677"/>
              </a:solidFill>
              <a:latin typeface="+mn-lt"/>
              <a:ea typeface="+mn-ea"/>
              <a:cs typeface="+mn-ea"/>
              <a:sym typeface="+mn-lt"/>
            </a:rPr>
            <a:t>3</a:t>
          </a:r>
          <a:endParaRPr lang="zh-CN" altLang="en-US" sz="1400" kern="1200" dirty="0">
            <a:solidFill>
              <a:srgbClr val="992677"/>
            </a:solidFill>
            <a:latin typeface="+mn-lt"/>
            <a:ea typeface="+mn-ea"/>
            <a:cs typeface="+mn-ea"/>
            <a:sym typeface="+mn-lt"/>
          </a:endParaRPr>
        </a:p>
      </dsp:txBody>
      <dsp:txXfrm>
        <a:off x="0" y="3531989"/>
        <a:ext cx="5910305" cy="6458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A406B4-20FF-4DCB-8179-21C8AFC344D8}">
      <dsp:nvSpPr>
        <dsp:cNvPr id="0" name=""/>
        <dsp:cNvSpPr/>
      </dsp:nvSpPr>
      <dsp:spPr>
        <a:xfrm>
          <a:off x="0" y="401528"/>
          <a:ext cx="3003972" cy="630000"/>
        </a:xfrm>
        <a:prstGeom prst="rect">
          <a:avLst/>
        </a:prstGeom>
        <a:solidFill>
          <a:schemeClr val="lt1">
            <a:alpha val="90000"/>
            <a:hueOff val="0"/>
            <a:satOff val="0"/>
            <a:lumOff val="0"/>
            <a:alphaOff val="0"/>
          </a:schemeClr>
        </a:solidFill>
        <a:ln w="28575" cap="flat" cmpd="sng" algn="ctr">
          <a:solidFill>
            <a:srgbClr val="C27DAD"/>
          </a:solidFill>
          <a:prstDash val="solid"/>
          <a:miter lim="800000"/>
        </a:ln>
        <a:effectLst/>
      </dsp:spPr>
      <dsp:style>
        <a:lnRef idx="2">
          <a:scrgbClr r="0" g="0" b="0"/>
        </a:lnRef>
        <a:fillRef idx="1">
          <a:scrgbClr r="0" g="0" b="0"/>
        </a:fillRef>
        <a:effectRef idx="0">
          <a:scrgbClr r="0" g="0" b="0"/>
        </a:effectRef>
        <a:fontRef idx="minor"/>
      </dsp:style>
    </dsp:sp>
    <dsp:sp modelId="{FD02BE40-022D-4DC4-A01E-DA4D8A3B7473}">
      <dsp:nvSpPr>
        <dsp:cNvPr id="0" name=""/>
        <dsp:cNvSpPr/>
      </dsp:nvSpPr>
      <dsp:spPr>
        <a:xfrm>
          <a:off x="150198" y="32528"/>
          <a:ext cx="2102780" cy="738000"/>
        </a:xfrm>
        <a:prstGeom prst="roundRect">
          <a:avLst/>
        </a:prstGeom>
        <a:solidFill>
          <a:srgbClr val="C27DA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480" tIns="0" rIns="79480" bIns="0" numCol="1" spcCol="1270" anchor="ctr" anchorCtr="0">
          <a:noAutofit/>
        </a:bodyPr>
        <a:lstStyle/>
        <a:p>
          <a:pPr marL="0" lvl="0" indent="0" algn="l" defTabSz="889000">
            <a:lnSpc>
              <a:spcPct val="90000"/>
            </a:lnSpc>
            <a:spcBef>
              <a:spcPct val="0"/>
            </a:spcBef>
            <a:spcAft>
              <a:spcPct val="35000"/>
            </a:spcAft>
            <a:buNone/>
          </a:pPr>
          <a:endParaRPr lang="zh-CN" altLang="en-US" sz="2000" kern="1200">
            <a:solidFill>
              <a:schemeClr val="bg1"/>
            </a:solidFill>
            <a:latin typeface="+mn-lt"/>
            <a:ea typeface="+mn-ea"/>
            <a:cs typeface="+mn-ea"/>
            <a:sym typeface="+mn-lt"/>
          </a:endParaRPr>
        </a:p>
      </dsp:txBody>
      <dsp:txXfrm>
        <a:off x="186224" y="68554"/>
        <a:ext cx="2030728" cy="665948"/>
      </dsp:txXfrm>
    </dsp:sp>
    <dsp:sp modelId="{656AEFF9-5238-4886-8DEA-9D760080B78E}">
      <dsp:nvSpPr>
        <dsp:cNvPr id="0" name=""/>
        <dsp:cNvSpPr/>
      </dsp:nvSpPr>
      <dsp:spPr>
        <a:xfrm>
          <a:off x="0" y="1535528"/>
          <a:ext cx="3003972" cy="630000"/>
        </a:xfrm>
        <a:prstGeom prst="rect">
          <a:avLst/>
        </a:prstGeom>
        <a:solidFill>
          <a:schemeClr val="lt1">
            <a:alpha val="90000"/>
            <a:hueOff val="0"/>
            <a:satOff val="0"/>
            <a:lumOff val="0"/>
            <a:alphaOff val="0"/>
          </a:schemeClr>
        </a:solidFill>
        <a:ln w="28575" cap="flat" cmpd="sng" algn="ctr">
          <a:solidFill>
            <a:srgbClr val="D6A8C9"/>
          </a:solidFill>
          <a:prstDash val="solid"/>
          <a:miter lim="800000"/>
        </a:ln>
        <a:effectLst/>
      </dsp:spPr>
      <dsp:style>
        <a:lnRef idx="2">
          <a:scrgbClr r="0" g="0" b="0"/>
        </a:lnRef>
        <a:fillRef idx="1">
          <a:scrgbClr r="0" g="0" b="0"/>
        </a:fillRef>
        <a:effectRef idx="0">
          <a:scrgbClr r="0" g="0" b="0"/>
        </a:effectRef>
        <a:fontRef idx="minor"/>
      </dsp:style>
    </dsp:sp>
    <dsp:sp modelId="{D34F13EA-1ED4-4BA2-BC9A-4915A3B2FEC1}">
      <dsp:nvSpPr>
        <dsp:cNvPr id="0" name=""/>
        <dsp:cNvSpPr/>
      </dsp:nvSpPr>
      <dsp:spPr>
        <a:xfrm>
          <a:off x="150198" y="1166528"/>
          <a:ext cx="2102780" cy="738000"/>
        </a:xfrm>
        <a:prstGeom prst="roundRect">
          <a:avLst/>
        </a:prstGeom>
        <a:solidFill>
          <a:srgbClr val="D6A8C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480" tIns="0" rIns="79480" bIns="0" numCol="1" spcCol="1270" anchor="ctr" anchorCtr="0">
          <a:noAutofit/>
        </a:bodyPr>
        <a:lstStyle/>
        <a:p>
          <a:pPr marL="0" lvl="0" indent="0" algn="l" defTabSz="889000">
            <a:lnSpc>
              <a:spcPct val="90000"/>
            </a:lnSpc>
            <a:spcBef>
              <a:spcPct val="0"/>
            </a:spcBef>
            <a:spcAft>
              <a:spcPct val="35000"/>
            </a:spcAft>
            <a:buNone/>
          </a:pPr>
          <a:endParaRPr lang="zh-CN" altLang="en-US" sz="2000" kern="1200">
            <a:solidFill>
              <a:schemeClr val="bg1"/>
            </a:solidFill>
            <a:latin typeface="+mn-lt"/>
            <a:ea typeface="+mn-ea"/>
            <a:cs typeface="+mn-ea"/>
            <a:sym typeface="+mn-lt"/>
          </a:endParaRPr>
        </a:p>
      </dsp:txBody>
      <dsp:txXfrm>
        <a:off x="186224" y="1202554"/>
        <a:ext cx="2030728" cy="665948"/>
      </dsp:txXfrm>
    </dsp:sp>
    <dsp:sp modelId="{51BE1BBA-C171-40B2-B741-9CE5CEEC36AE}">
      <dsp:nvSpPr>
        <dsp:cNvPr id="0" name=""/>
        <dsp:cNvSpPr/>
      </dsp:nvSpPr>
      <dsp:spPr>
        <a:xfrm>
          <a:off x="0" y="2669528"/>
          <a:ext cx="3003972" cy="630000"/>
        </a:xfrm>
        <a:prstGeom prst="rect">
          <a:avLst/>
        </a:prstGeom>
        <a:solidFill>
          <a:schemeClr val="lt1">
            <a:alpha val="90000"/>
            <a:hueOff val="0"/>
            <a:satOff val="0"/>
            <a:lumOff val="0"/>
            <a:alphaOff val="0"/>
          </a:schemeClr>
        </a:solidFill>
        <a:ln w="28575" cap="flat" cmpd="sng" algn="ctr">
          <a:solidFill>
            <a:srgbClr val="AD5192"/>
          </a:solidFill>
          <a:prstDash val="solid"/>
          <a:miter lim="800000"/>
        </a:ln>
        <a:effectLst/>
      </dsp:spPr>
      <dsp:style>
        <a:lnRef idx="2">
          <a:scrgbClr r="0" g="0" b="0"/>
        </a:lnRef>
        <a:fillRef idx="1">
          <a:scrgbClr r="0" g="0" b="0"/>
        </a:fillRef>
        <a:effectRef idx="0">
          <a:scrgbClr r="0" g="0" b="0"/>
        </a:effectRef>
        <a:fontRef idx="minor"/>
      </dsp:style>
    </dsp:sp>
    <dsp:sp modelId="{FA03CFB8-0DA5-4663-8E44-5CF956E8268C}">
      <dsp:nvSpPr>
        <dsp:cNvPr id="0" name=""/>
        <dsp:cNvSpPr/>
      </dsp:nvSpPr>
      <dsp:spPr>
        <a:xfrm>
          <a:off x="150198" y="2300528"/>
          <a:ext cx="2102780" cy="738000"/>
        </a:xfrm>
        <a:prstGeom prst="roundRect">
          <a:avLst/>
        </a:prstGeom>
        <a:solidFill>
          <a:srgbClr val="AD519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480" tIns="0" rIns="79480" bIns="0" numCol="1" spcCol="1270" anchor="ctr" anchorCtr="0">
          <a:noAutofit/>
        </a:bodyPr>
        <a:lstStyle/>
        <a:p>
          <a:pPr marL="0" lvl="0" indent="0" algn="l" defTabSz="889000">
            <a:lnSpc>
              <a:spcPct val="90000"/>
            </a:lnSpc>
            <a:spcBef>
              <a:spcPct val="0"/>
            </a:spcBef>
            <a:spcAft>
              <a:spcPct val="35000"/>
            </a:spcAft>
            <a:buNone/>
          </a:pPr>
          <a:endParaRPr lang="zh-CN" altLang="en-US" sz="2000" kern="1200">
            <a:solidFill>
              <a:schemeClr val="bg1"/>
            </a:solidFill>
            <a:latin typeface="+mn-lt"/>
            <a:ea typeface="+mn-ea"/>
            <a:cs typeface="+mn-ea"/>
            <a:sym typeface="+mn-lt"/>
          </a:endParaRPr>
        </a:p>
      </dsp:txBody>
      <dsp:txXfrm>
        <a:off x="186224" y="2336554"/>
        <a:ext cx="2030728" cy="6659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FBE924-60B2-4E70-99D5-3AB1BC44AD24}">
      <dsp:nvSpPr>
        <dsp:cNvPr id="0" name=""/>
        <dsp:cNvSpPr/>
      </dsp:nvSpPr>
      <dsp:spPr>
        <a:xfrm>
          <a:off x="4113" y="1556569"/>
          <a:ext cx="2740138" cy="2260040"/>
        </a:xfrm>
        <a:prstGeom prst="roundRect">
          <a:avLst>
            <a:gd name="adj" fmla="val 10000"/>
          </a:avLst>
        </a:prstGeom>
        <a:solidFill>
          <a:schemeClr val="lt1">
            <a:alpha val="90000"/>
            <a:hueOff val="0"/>
            <a:satOff val="0"/>
            <a:lumOff val="0"/>
            <a:alphaOff val="0"/>
          </a:schemeClr>
        </a:solidFill>
        <a:ln w="63500" cap="flat" cmpd="sng" algn="ctr">
          <a:solidFill>
            <a:srgbClr val="C27DAD"/>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endParaRPr lang="zh-CN" altLang="en-US" sz="1400" kern="1200" dirty="0">
            <a:solidFill>
              <a:srgbClr val="992677"/>
            </a:solidFill>
            <a:latin typeface="+mn-lt"/>
            <a:ea typeface="+mn-ea"/>
            <a:cs typeface="+mn-ea"/>
            <a:sym typeface="+mn-lt"/>
          </a:endParaRPr>
        </a:p>
        <a:p>
          <a:pPr marL="114300" lvl="1" indent="-114300" algn="l" defTabSz="622300">
            <a:lnSpc>
              <a:spcPct val="90000"/>
            </a:lnSpc>
            <a:spcBef>
              <a:spcPct val="0"/>
            </a:spcBef>
            <a:spcAft>
              <a:spcPct val="15000"/>
            </a:spcAft>
            <a:buChar char="•"/>
          </a:pPr>
          <a:endParaRPr lang="zh-CN" altLang="en-US" sz="1400" kern="1200">
            <a:solidFill>
              <a:srgbClr val="992677"/>
            </a:solidFill>
            <a:latin typeface="+mn-lt"/>
            <a:ea typeface="+mn-ea"/>
            <a:cs typeface="+mn-ea"/>
            <a:sym typeface="+mn-lt"/>
          </a:endParaRPr>
        </a:p>
      </dsp:txBody>
      <dsp:txXfrm>
        <a:off x="56123" y="1608579"/>
        <a:ext cx="2636118" cy="1671726"/>
      </dsp:txXfrm>
    </dsp:sp>
    <dsp:sp modelId="{A69BF934-98E7-4C62-8F2E-EA3AC1EAA599}">
      <dsp:nvSpPr>
        <dsp:cNvPr id="0" name=""/>
        <dsp:cNvSpPr/>
      </dsp:nvSpPr>
      <dsp:spPr>
        <a:xfrm>
          <a:off x="1551467" y="2121662"/>
          <a:ext cx="2982239" cy="2982239"/>
        </a:xfrm>
        <a:prstGeom prst="leftCircularArrow">
          <a:avLst>
            <a:gd name="adj1" fmla="val 3022"/>
            <a:gd name="adj2" fmla="val 370794"/>
            <a:gd name="adj3" fmla="val 2146305"/>
            <a:gd name="adj4" fmla="val 9024489"/>
            <a:gd name="adj5" fmla="val 3526"/>
          </a:avLst>
        </a:prstGeom>
        <a:solidFill>
          <a:srgbClr val="992677"/>
        </a:solidFill>
        <a:ln>
          <a:noFill/>
        </a:ln>
        <a:effectLst/>
      </dsp:spPr>
      <dsp:style>
        <a:lnRef idx="0">
          <a:scrgbClr r="0" g="0" b="0"/>
        </a:lnRef>
        <a:fillRef idx="1">
          <a:scrgbClr r="0" g="0" b="0"/>
        </a:fillRef>
        <a:effectRef idx="1">
          <a:scrgbClr r="0" g="0" b="0"/>
        </a:effectRef>
        <a:fontRef idx="minor">
          <a:schemeClr val="lt1"/>
        </a:fontRef>
      </dsp:style>
    </dsp:sp>
    <dsp:sp modelId="{28379542-C127-4DE7-AA28-3DC8B21DA289}">
      <dsp:nvSpPr>
        <dsp:cNvPr id="0" name=""/>
        <dsp:cNvSpPr/>
      </dsp:nvSpPr>
      <dsp:spPr>
        <a:xfrm>
          <a:off x="613032" y="3332315"/>
          <a:ext cx="2435678" cy="968588"/>
        </a:xfrm>
        <a:prstGeom prst="roundRect">
          <a:avLst>
            <a:gd name="adj" fmla="val 10000"/>
          </a:avLst>
        </a:prstGeom>
        <a:solidFill>
          <a:srgbClr val="C27DAD"/>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mn-lt"/>
              <a:ea typeface="+mn-ea"/>
              <a:cs typeface="+mn-ea"/>
              <a:sym typeface="+mn-lt"/>
            </a:rPr>
            <a:t>标题</a:t>
          </a:r>
          <a:r>
            <a:rPr lang="en-US" altLang="zh-CN" sz="2000" b="1" kern="1200" dirty="0">
              <a:latin typeface="+mn-lt"/>
              <a:ea typeface="+mn-ea"/>
              <a:cs typeface="+mn-ea"/>
              <a:sym typeface="+mn-lt"/>
            </a:rPr>
            <a:t>1</a:t>
          </a:r>
          <a:endParaRPr lang="zh-CN" altLang="en-US" sz="2000" b="1" kern="1200" dirty="0">
            <a:latin typeface="+mn-lt"/>
            <a:ea typeface="+mn-ea"/>
            <a:cs typeface="+mn-ea"/>
            <a:sym typeface="+mn-lt"/>
          </a:endParaRPr>
        </a:p>
      </dsp:txBody>
      <dsp:txXfrm>
        <a:off x="641401" y="3360684"/>
        <a:ext cx="2378940" cy="911850"/>
      </dsp:txXfrm>
    </dsp:sp>
    <dsp:sp modelId="{BF0FC948-93DF-4DB6-96C0-167351903045}">
      <dsp:nvSpPr>
        <dsp:cNvPr id="0" name=""/>
        <dsp:cNvSpPr/>
      </dsp:nvSpPr>
      <dsp:spPr>
        <a:xfrm>
          <a:off x="3477929" y="1556569"/>
          <a:ext cx="2740138" cy="2260040"/>
        </a:xfrm>
        <a:prstGeom prst="roundRect">
          <a:avLst>
            <a:gd name="adj" fmla="val 10000"/>
          </a:avLst>
        </a:prstGeom>
        <a:solidFill>
          <a:schemeClr val="lt1">
            <a:alpha val="90000"/>
            <a:hueOff val="0"/>
            <a:satOff val="0"/>
            <a:lumOff val="0"/>
            <a:alphaOff val="0"/>
          </a:schemeClr>
        </a:solidFill>
        <a:ln w="63500" cap="flat" cmpd="sng" algn="ctr">
          <a:solidFill>
            <a:srgbClr val="D6A8C9"/>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endParaRPr lang="zh-CN" altLang="en-US" sz="1400" kern="1200" dirty="0">
            <a:solidFill>
              <a:srgbClr val="992677"/>
            </a:solidFill>
            <a:latin typeface="+mn-lt"/>
            <a:ea typeface="+mn-ea"/>
            <a:cs typeface="+mn-ea"/>
            <a:sym typeface="+mn-lt"/>
          </a:endParaRPr>
        </a:p>
        <a:p>
          <a:pPr marL="114300" lvl="1" indent="-114300" algn="l" defTabSz="622300">
            <a:lnSpc>
              <a:spcPct val="90000"/>
            </a:lnSpc>
            <a:spcBef>
              <a:spcPct val="0"/>
            </a:spcBef>
            <a:spcAft>
              <a:spcPct val="15000"/>
            </a:spcAft>
            <a:buChar char="•"/>
          </a:pPr>
          <a:endParaRPr lang="zh-CN" altLang="en-US" sz="1400" kern="1200">
            <a:solidFill>
              <a:srgbClr val="992677"/>
            </a:solidFill>
            <a:latin typeface="+mn-lt"/>
            <a:ea typeface="+mn-ea"/>
            <a:cs typeface="+mn-ea"/>
            <a:sym typeface="+mn-lt"/>
          </a:endParaRPr>
        </a:p>
      </dsp:txBody>
      <dsp:txXfrm>
        <a:off x="3529939" y="2092873"/>
        <a:ext cx="2636118" cy="1671726"/>
      </dsp:txXfrm>
    </dsp:sp>
    <dsp:sp modelId="{681D5270-C6BF-4217-9DF2-801D6337936A}">
      <dsp:nvSpPr>
        <dsp:cNvPr id="0" name=""/>
        <dsp:cNvSpPr/>
      </dsp:nvSpPr>
      <dsp:spPr>
        <a:xfrm>
          <a:off x="5002449" y="180662"/>
          <a:ext cx="3332368" cy="3332368"/>
        </a:xfrm>
        <a:prstGeom prst="circularArrow">
          <a:avLst>
            <a:gd name="adj1" fmla="val 2705"/>
            <a:gd name="adj2" fmla="val 329376"/>
            <a:gd name="adj3" fmla="val 19495113"/>
            <a:gd name="adj4" fmla="val 12575511"/>
            <a:gd name="adj5" fmla="val 3156"/>
          </a:avLst>
        </a:prstGeom>
        <a:solidFill>
          <a:srgbClr val="992677"/>
        </a:solidFill>
        <a:ln>
          <a:noFill/>
        </a:ln>
        <a:effectLst/>
      </dsp:spPr>
      <dsp:style>
        <a:lnRef idx="0">
          <a:scrgbClr r="0" g="0" b="0"/>
        </a:lnRef>
        <a:fillRef idx="1">
          <a:scrgbClr r="0" g="0" b="0"/>
        </a:fillRef>
        <a:effectRef idx="1">
          <a:scrgbClr r="0" g="0" b="0"/>
        </a:effectRef>
        <a:fontRef idx="minor">
          <a:schemeClr val="lt1"/>
        </a:fontRef>
      </dsp:style>
    </dsp:sp>
    <dsp:sp modelId="{F856645C-2237-49CA-BAD1-8C010501247D}">
      <dsp:nvSpPr>
        <dsp:cNvPr id="0" name=""/>
        <dsp:cNvSpPr/>
      </dsp:nvSpPr>
      <dsp:spPr>
        <a:xfrm>
          <a:off x="4086849" y="1072274"/>
          <a:ext cx="2435678" cy="968588"/>
        </a:xfrm>
        <a:prstGeom prst="roundRect">
          <a:avLst>
            <a:gd name="adj" fmla="val 10000"/>
          </a:avLst>
        </a:prstGeom>
        <a:solidFill>
          <a:srgbClr val="D6A8C9"/>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mn-lt"/>
              <a:ea typeface="+mn-ea"/>
              <a:cs typeface="+mn-ea"/>
              <a:sym typeface="+mn-lt"/>
            </a:rPr>
            <a:t>标题</a:t>
          </a:r>
          <a:r>
            <a:rPr lang="en-US" altLang="zh-CN" sz="2000" b="1" kern="1200" dirty="0">
              <a:latin typeface="+mn-lt"/>
              <a:ea typeface="+mn-ea"/>
              <a:cs typeface="+mn-ea"/>
              <a:sym typeface="+mn-lt"/>
            </a:rPr>
            <a:t>2</a:t>
          </a:r>
          <a:endParaRPr lang="zh-CN" altLang="en-US" sz="2000" b="1" kern="1200" dirty="0">
            <a:latin typeface="+mn-lt"/>
            <a:ea typeface="+mn-ea"/>
            <a:cs typeface="+mn-ea"/>
            <a:sym typeface="+mn-lt"/>
          </a:endParaRPr>
        </a:p>
      </dsp:txBody>
      <dsp:txXfrm>
        <a:off x="4115218" y="1100643"/>
        <a:ext cx="2378940" cy="911850"/>
      </dsp:txXfrm>
    </dsp:sp>
    <dsp:sp modelId="{6CB554F8-7156-463C-BD21-931929F71DD4}">
      <dsp:nvSpPr>
        <dsp:cNvPr id="0" name=""/>
        <dsp:cNvSpPr/>
      </dsp:nvSpPr>
      <dsp:spPr>
        <a:xfrm>
          <a:off x="6951746" y="1556569"/>
          <a:ext cx="2740138" cy="2260040"/>
        </a:xfrm>
        <a:prstGeom prst="roundRect">
          <a:avLst>
            <a:gd name="adj" fmla="val 10000"/>
          </a:avLst>
        </a:prstGeom>
        <a:solidFill>
          <a:schemeClr val="lt1">
            <a:alpha val="90000"/>
            <a:hueOff val="0"/>
            <a:satOff val="0"/>
            <a:lumOff val="0"/>
            <a:alphaOff val="0"/>
          </a:schemeClr>
        </a:solidFill>
        <a:ln w="63500" cap="flat" cmpd="sng" algn="ctr">
          <a:solidFill>
            <a:srgbClr val="AD519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endParaRPr lang="zh-CN" altLang="en-US" sz="1400" kern="1200" dirty="0">
            <a:solidFill>
              <a:srgbClr val="992677"/>
            </a:solidFill>
            <a:latin typeface="+mn-lt"/>
            <a:ea typeface="+mn-ea"/>
            <a:cs typeface="+mn-ea"/>
            <a:sym typeface="+mn-lt"/>
          </a:endParaRPr>
        </a:p>
        <a:p>
          <a:pPr marL="114300" lvl="1" indent="-114300" algn="l" defTabSz="622300">
            <a:lnSpc>
              <a:spcPct val="90000"/>
            </a:lnSpc>
            <a:spcBef>
              <a:spcPct val="0"/>
            </a:spcBef>
            <a:spcAft>
              <a:spcPct val="15000"/>
            </a:spcAft>
            <a:buChar char="•"/>
          </a:pPr>
          <a:endParaRPr lang="zh-CN" altLang="en-US" sz="1400" kern="1200">
            <a:solidFill>
              <a:srgbClr val="992677"/>
            </a:solidFill>
            <a:latin typeface="+mn-lt"/>
            <a:ea typeface="+mn-ea"/>
            <a:cs typeface="+mn-ea"/>
            <a:sym typeface="+mn-lt"/>
          </a:endParaRPr>
        </a:p>
      </dsp:txBody>
      <dsp:txXfrm>
        <a:off x="7003756" y="1608579"/>
        <a:ext cx="2636118" cy="1671726"/>
      </dsp:txXfrm>
    </dsp:sp>
    <dsp:sp modelId="{4FF54FD0-4160-4278-929F-01878BAD704F}">
      <dsp:nvSpPr>
        <dsp:cNvPr id="0" name=""/>
        <dsp:cNvSpPr/>
      </dsp:nvSpPr>
      <dsp:spPr>
        <a:xfrm>
          <a:off x="7560666" y="3332315"/>
          <a:ext cx="2435678" cy="968588"/>
        </a:xfrm>
        <a:prstGeom prst="roundRect">
          <a:avLst>
            <a:gd name="adj" fmla="val 10000"/>
          </a:avLst>
        </a:prstGeom>
        <a:solidFill>
          <a:srgbClr val="AD519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mn-lt"/>
              <a:ea typeface="+mn-ea"/>
              <a:cs typeface="+mn-ea"/>
              <a:sym typeface="+mn-lt"/>
            </a:rPr>
            <a:t>标题</a:t>
          </a:r>
          <a:r>
            <a:rPr lang="en-US" altLang="zh-CN" sz="2000" b="1" kern="1200" dirty="0">
              <a:latin typeface="+mn-lt"/>
              <a:ea typeface="+mn-ea"/>
              <a:cs typeface="+mn-ea"/>
              <a:sym typeface="+mn-lt"/>
            </a:rPr>
            <a:t>3</a:t>
          </a:r>
          <a:endParaRPr lang="zh-CN" altLang="en-US" sz="2000" b="1" kern="1200" dirty="0">
            <a:latin typeface="+mn-lt"/>
            <a:ea typeface="+mn-ea"/>
            <a:cs typeface="+mn-ea"/>
            <a:sym typeface="+mn-lt"/>
          </a:endParaRPr>
        </a:p>
      </dsp:txBody>
      <dsp:txXfrm>
        <a:off x="7589035" y="3360684"/>
        <a:ext cx="2378940" cy="9118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E454D6-4F64-4479-ACA6-209021A6BF61}">
      <dsp:nvSpPr>
        <dsp:cNvPr id="0" name=""/>
        <dsp:cNvSpPr/>
      </dsp:nvSpPr>
      <dsp:spPr>
        <a:xfrm>
          <a:off x="674523" y="821"/>
          <a:ext cx="1898819" cy="1308286"/>
        </a:xfrm>
        <a:prstGeom prst="roundRect">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l="-11000" r="-1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F84405-1EC2-4C1A-AC0C-9E5880C07CDA}">
      <dsp:nvSpPr>
        <dsp:cNvPr id="0" name=""/>
        <dsp:cNvSpPr/>
      </dsp:nvSpPr>
      <dsp:spPr>
        <a:xfrm>
          <a:off x="674523" y="1309107"/>
          <a:ext cx="1898819" cy="704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marL="0" lvl="0" indent="0" algn="ctr" defTabSz="622300">
            <a:lnSpc>
              <a:spcPct val="90000"/>
            </a:lnSpc>
            <a:spcBef>
              <a:spcPct val="0"/>
            </a:spcBef>
            <a:spcAft>
              <a:spcPct val="35000"/>
            </a:spcAft>
            <a:buNone/>
          </a:pPr>
          <a:endParaRPr lang="zh-CN" altLang="en-US" sz="1400" kern="1200">
            <a:solidFill>
              <a:srgbClr val="992677"/>
            </a:solidFill>
            <a:latin typeface="+mn-lt"/>
            <a:ea typeface="+mn-ea"/>
            <a:cs typeface="+mn-ea"/>
            <a:sym typeface="+mn-lt"/>
          </a:endParaRPr>
        </a:p>
      </dsp:txBody>
      <dsp:txXfrm>
        <a:off x="674523" y="1309107"/>
        <a:ext cx="1898819" cy="704462"/>
      </dsp:txXfrm>
    </dsp:sp>
    <dsp:sp modelId="{1D7A119A-91F6-41EE-9041-EC1CE4045E3E}">
      <dsp:nvSpPr>
        <dsp:cNvPr id="0" name=""/>
        <dsp:cNvSpPr/>
      </dsp:nvSpPr>
      <dsp:spPr>
        <a:xfrm>
          <a:off x="2763304" y="821"/>
          <a:ext cx="1898819" cy="1308286"/>
        </a:xfrm>
        <a:prstGeom prst="roundRect">
          <a:avLst/>
        </a:prstGeom>
        <a:blipFill rotWithShape="1">
          <a:blip xmlns:r="http://schemas.openxmlformats.org/officeDocument/2006/relationships" r:embed="rId2">
            <a:extLst>
              <a:ext uri="{28A0092B-C50C-407E-A947-70E740481C1C}">
                <a14:useLocalDpi xmlns:a14="http://schemas.microsoft.com/office/drawing/2010/main" val="0"/>
              </a:ext>
            </a:extLst>
          </a:blip>
          <a:srcRect/>
          <a:stretch>
            <a:fillRect l="-11000" r="-1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D30E30-7299-43F6-A5EF-354B002EF433}">
      <dsp:nvSpPr>
        <dsp:cNvPr id="0" name=""/>
        <dsp:cNvSpPr/>
      </dsp:nvSpPr>
      <dsp:spPr>
        <a:xfrm>
          <a:off x="2763304" y="1309107"/>
          <a:ext cx="1898819" cy="704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marL="0" lvl="0" indent="0" algn="ctr" defTabSz="622300">
            <a:lnSpc>
              <a:spcPct val="90000"/>
            </a:lnSpc>
            <a:spcBef>
              <a:spcPct val="0"/>
            </a:spcBef>
            <a:spcAft>
              <a:spcPct val="35000"/>
            </a:spcAft>
            <a:buNone/>
          </a:pPr>
          <a:endParaRPr lang="zh-CN" altLang="en-US" sz="1400" kern="1200" dirty="0">
            <a:solidFill>
              <a:srgbClr val="992677"/>
            </a:solidFill>
            <a:latin typeface="+mn-lt"/>
            <a:ea typeface="+mn-ea"/>
            <a:cs typeface="+mn-ea"/>
            <a:sym typeface="+mn-lt"/>
          </a:endParaRPr>
        </a:p>
      </dsp:txBody>
      <dsp:txXfrm>
        <a:off x="2763304" y="1309107"/>
        <a:ext cx="1898819" cy="704462"/>
      </dsp:txXfrm>
    </dsp:sp>
    <dsp:sp modelId="{813835C9-986C-4683-9701-E65D0B0D40D5}">
      <dsp:nvSpPr>
        <dsp:cNvPr id="0" name=""/>
        <dsp:cNvSpPr/>
      </dsp:nvSpPr>
      <dsp:spPr>
        <a:xfrm>
          <a:off x="674523" y="2203451"/>
          <a:ext cx="1898819" cy="1308286"/>
        </a:xfrm>
        <a:prstGeom prst="roundRect">
          <a:avLst/>
        </a:prstGeom>
        <a:blipFill rotWithShape="1">
          <a:blip xmlns:r="http://schemas.openxmlformats.org/officeDocument/2006/relationships" r:embed="rId3">
            <a:extLst>
              <a:ext uri="{28A0092B-C50C-407E-A947-70E740481C1C}">
                <a14:useLocalDpi xmlns:a14="http://schemas.microsoft.com/office/drawing/2010/main" val="0"/>
              </a:ext>
            </a:extLst>
          </a:blip>
          <a:srcRect/>
          <a:stretch>
            <a:fillRect l="-11000" r="-1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557C2D-B4E9-4987-A365-ED65CA1D6152}">
      <dsp:nvSpPr>
        <dsp:cNvPr id="0" name=""/>
        <dsp:cNvSpPr/>
      </dsp:nvSpPr>
      <dsp:spPr>
        <a:xfrm>
          <a:off x="674523" y="3511738"/>
          <a:ext cx="1898819" cy="704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marL="0" lvl="0" indent="0" algn="ctr" defTabSz="622300">
            <a:lnSpc>
              <a:spcPct val="90000"/>
            </a:lnSpc>
            <a:spcBef>
              <a:spcPct val="0"/>
            </a:spcBef>
            <a:spcAft>
              <a:spcPct val="35000"/>
            </a:spcAft>
            <a:buNone/>
          </a:pPr>
          <a:endParaRPr lang="zh-CN" altLang="en-US" sz="1400" kern="1200">
            <a:solidFill>
              <a:srgbClr val="992677"/>
            </a:solidFill>
            <a:latin typeface="+mn-lt"/>
            <a:ea typeface="+mn-ea"/>
            <a:cs typeface="+mn-ea"/>
            <a:sym typeface="+mn-lt"/>
          </a:endParaRPr>
        </a:p>
      </dsp:txBody>
      <dsp:txXfrm>
        <a:off x="674523" y="3511738"/>
        <a:ext cx="1898819" cy="704462"/>
      </dsp:txXfrm>
    </dsp:sp>
    <dsp:sp modelId="{1D740083-4DA2-4103-A095-61369A0B2923}">
      <dsp:nvSpPr>
        <dsp:cNvPr id="0" name=""/>
        <dsp:cNvSpPr/>
      </dsp:nvSpPr>
      <dsp:spPr>
        <a:xfrm>
          <a:off x="2763304" y="2203451"/>
          <a:ext cx="1898819" cy="1308286"/>
        </a:xfrm>
        <a:prstGeom prst="roundRect">
          <a:avLst/>
        </a:prstGeom>
        <a:blipFill rotWithShape="1">
          <a:blip xmlns:r="http://schemas.openxmlformats.org/officeDocument/2006/relationships" r:embed="rId4">
            <a:extLst>
              <a:ext uri="{28A0092B-C50C-407E-A947-70E740481C1C}">
                <a14:useLocalDpi xmlns:a14="http://schemas.microsoft.com/office/drawing/2010/main" val="0"/>
              </a:ext>
            </a:extLst>
          </a:blip>
          <a:srcRect/>
          <a:stretch>
            <a:fillRect l="-11000" r="-1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F207A9-9D59-4229-B02B-39CE850F69B5}">
      <dsp:nvSpPr>
        <dsp:cNvPr id="0" name=""/>
        <dsp:cNvSpPr/>
      </dsp:nvSpPr>
      <dsp:spPr>
        <a:xfrm>
          <a:off x="2763304" y="3511738"/>
          <a:ext cx="1898819" cy="704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marL="0" lvl="0" indent="0" algn="ctr" defTabSz="622300">
            <a:lnSpc>
              <a:spcPct val="90000"/>
            </a:lnSpc>
            <a:spcBef>
              <a:spcPct val="0"/>
            </a:spcBef>
            <a:spcAft>
              <a:spcPct val="35000"/>
            </a:spcAft>
            <a:buNone/>
          </a:pPr>
          <a:endParaRPr lang="zh-CN" altLang="en-US" sz="1400" kern="1200">
            <a:solidFill>
              <a:srgbClr val="992677"/>
            </a:solidFill>
            <a:latin typeface="+mn-lt"/>
            <a:ea typeface="+mn-ea"/>
            <a:cs typeface="+mn-ea"/>
            <a:sym typeface="+mn-lt"/>
          </a:endParaRPr>
        </a:p>
      </dsp:txBody>
      <dsp:txXfrm>
        <a:off x="2763304" y="3511738"/>
        <a:ext cx="1898819" cy="7044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E454D6-4F64-4479-ACA6-209021A6BF61}">
      <dsp:nvSpPr>
        <dsp:cNvPr id="0" name=""/>
        <dsp:cNvSpPr/>
      </dsp:nvSpPr>
      <dsp:spPr>
        <a:xfrm>
          <a:off x="674523" y="821"/>
          <a:ext cx="1898819" cy="1308286"/>
        </a:xfrm>
        <a:prstGeom prst="roundRect">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l="-11000" r="-1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F84405-1EC2-4C1A-AC0C-9E5880C07CDA}">
      <dsp:nvSpPr>
        <dsp:cNvPr id="0" name=""/>
        <dsp:cNvSpPr/>
      </dsp:nvSpPr>
      <dsp:spPr>
        <a:xfrm>
          <a:off x="674523" y="1309107"/>
          <a:ext cx="1898819" cy="704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marL="0" lvl="0" indent="0" algn="ctr" defTabSz="622300">
            <a:lnSpc>
              <a:spcPct val="90000"/>
            </a:lnSpc>
            <a:spcBef>
              <a:spcPct val="0"/>
            </a:spcBef>
            <a:spcAft>
              <a:spcPct val="35000"/>
            </a:spcAft>
            <a:buNone/>
          </a:pPr>
          <a:endParaRPr lang="zh-CN" altLang="en-US" sz="1400" kern="1200">
            <a:solidFill>
              <a:srgbClr val="992677"/>
            </a:solidFill>
            <a:latin typeface="+mn-lt"/>
            <a:ea typeface="+mn-ea"/>
            <a:cs typeface="+mn-ea"/>
            <a:sym typeface="+mn-lt"/>
          </a:endParaRPr>
        </a:p>
      </dsp:txBody>
      <dsp:txXfrm>
        <a:off x="674523" y="1309107"/>
        <a:ext cx="1898819" cy="704462"/>
      </dsp:txXfrm>
    </dsp:sp>
    <dsp:sp modelId="{1D7A119A-91F6-41EE-9041-EC1CE4045E3E}">
      <dsp:nvSpPr>
        <dsp:cNvPr id="0" name=""/>
        <dsp:cNvSpPr/>
      </dsp:nvSpPr>
      <dsp:spPr>
        <a:xfrm>
          <a:off x="2763304" y="821"/>
          <a:ext cx="1898819" cy="1308286"/>
        </a:xfrm>
        <a:prstGeom prst="roundRect">
          <a:avLst/>
        </a:prstGeom>
        <a:blipFill rotWithShape="1">
          <a:blip xmlns:r="http://schemas.openxmlformats.org/officeDocument/2006/relationships" r:embed="rId2">
            <a:extLst>
              <a:ext uri="{28A0092B-C50C-407E-A947-70E740481C1C}">
                <a14:useLocalDpi xmlns:a14="http://schemas.microsoft.com/office/drawing/2010/main" val="0"/>
              </a:ext>
            </a:extLst>
          </a:blip>
          <a:srcRect/>
          <a:stretch>
            <a:fillRect l="-11000" r="-1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D30E30-7299-43F6-A5EF-354B002EF433}">
      <dsp:nvSpPr>
        <dsp:cNvPr id="0" name=""/>
        <dsp:cNvSpPr/>
      </dsp:nvSpPr>
      <dsp:spPr>
        <a:xfrm>
          <a:off x="2763304" y="1309107"/>
          <a:ext cx="1898819" cy="704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marL="0" lvl="0" indent="0" algn="ctr" defTabSz="622300">
            <a:lnSpc>
              <a:spcPct val="90000"/>
            </a:lnSpc>
            <a:spcBef>
              <a:spcPct val="0"/>
            </a:spcBef>
            <a:spcAft>
              <a:spcPct val="35000"/>
            </a:spcAft>
            <a:buNone/>
          </a:pPr>
          <a:endParaRPr lang="zh-CN" altLang="en-US" sz="1400" kern="1200" dirty="0">
            <a:solidFill>
              <a:srgbClr val="992677"/>
            </a:solidFill>
            <a:latin typeface="+mn-lt"/>
            <a:ea typeface="+mn-ea"/>
            <a:cs typeface="+mn-ea"/>
            <a:sym typeface="+mn-lt"/>
          </a:endParaRPr>
        </a:p>
      </dsp:txBody>
      <dsp:txXfrm>
        <a:off x="2763304" y="1309107"/>
        <a:ext cx="1898819" cy="704462"/>
      </dsp:txXfrm>
    </dsp:sp>
    <dsp:sp modelId="{813835C9-986C-4683-9701-E65D0B0D40D5}">
      <dsp:nvSpPr>
        <dsp:cNvPr id="0" name=""/>
        <dsp:cNvSpPr/>
      </dsp:nvSpPr>
      <dsp:spPr>
        <a:xfrm>
          <a:off x="674523" y="2203451"/>
          <a:ext cx="1898819" cy="1308286"/>
        </a:xfrm>
        <a:prstGeom prst="roundRect">
          <a:avLst/>
        </a:prstGeom>
        <a:blipFill rotWithShape="1">
          <a:blip xmlns:r="http://schemas.openxmlformats.org/officeDocument/2006/relationships" r:embed="rId3">
            <a:extLst>
              <a:ext uri="{28A0092B-C50C-407E-A947-70E740481C1C}">
                <a14:useLocalDpi xmlns:a14="http://schemas.microsoft.com/office/drawing/2010/main" val="0"/>
              </a:ext>
            </a:extLst>
          </a:blip>
          <a:srcRect/>
          <a:stretch>
            <a:fillRect l="-11000" r="-1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557C2D-B4E9-4987-A365-ED65CA1D6152}">
      <dsp:nvSpPr>
        <dsp:cNvPr id="0" name=""/>
        <dsp:cNvSpPr/>
      </dsp:nvSpPr>
      <dsp:spPr>
        <a:xfrm>
          <a:off x="674523" y="3511738"/>
          <a:ext cx="1898819" cy="704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marL="0" lvl="0" indent="0" algn="ctr" defTabSz="622300">
            <a:lnSpc>
              <a:spcPct val="90000"/>
            </a:lnSpc>
            <a:spcBef>
              <a:spcPct val="0"/>
            </a:spcBef>
            <a:spcAft>
              <a:spcPct val="35000"/>
            </a:spcAft>
            <a:buNone/>
          </a:pPr>
          <a:endParaRPr lang="zh-CN" altLang="en-US" sz="1400" kern="1200">
            <a:solidFill>
              <a:srgbClr val="992677"/>
            </a:solidFill>
            <a:latin typeface="+mn-lt"/>
            <a:ea typeface="+mn-ea"/>
            <a:cs typeface="+mn-ea"/>
            <a:sym typeface="+mn-lt"/>
          </a:endParaRPr>
        </a:p>
      </dsp:txBody>
      <dsp:txXfrm>
        <a:off x="674523" y="3511738"/>
        <a:ext cx="1898819" cy="704462"/>
      </dsp:txXfrm>
    </dsp:sp>
    <dsp:sp modelId="{1D740083-4DA2-4103-A095-61369A0B2923}">
      <dsp:nvSpPr>
        <dsp:cNvPr id="0" name=""/>
        <dsp:cNvSpPr/>
      </dsp:nvSpPr>
      <dsp:spPr>
        <a:xfrm>
          <a:off x="2763304" y="2203451"/>
          <a:ext cx="1898819" cy="1308286"/>
        </a:xfrm>
        <a:prstGeom prst="roundRect">
          <a:avLst/>
        </a:prstGeom>
        <a:blipFill rotWithShape="1">
          <a:blip xmlns:r="http://schemas.openxmlformats.org/officeDocument/2006/relationships" r:embed="rId4">
            <a:extLst>
              <a:ext uri="{28A0092B-C50C-407E-A947-70E740481C1C}">
                <a14:useLocalDpi xmlns:a14="http://schemas.microsoft.com/office/drawing/2010/main" val="0"/>
              </a:ext>
            </a:extLst>
          </a:blip>
          <a:srcRect/>
          <a:stretch>
            <a:fillRect l="-11000" r="-1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F207A9-9D59-4229-B02B-39CE850F69B5}">
      <dsp:nvSpPr>
        <dsp:cNvPr id="0" name=""/>
        <dsp:cNvSpPr/>
      </dsp:nvSpPr>
      <dsp:spPr>
        <a:xfrm>
          <a:off x="2763304" y="3511738"/>
          <a:ext cx="1898819" cy="704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marL="0" lvl="0" indent="0" algn="ctr" defTabSz="622300">
            <a:lnSpc>
              <a:spcPct val="90000"/>
            </a:lnSpc>
            <a:spcBef>
              <a:spcPct val="0"/>
            </a:spcBef>
            <a:spcAft>
              <a:spcPct val="35000"/>
            </a:spcAft>
            <a:buNone/>
          </a:pPr>
          <a:endParaRPr lang="zh-CN" altLang="en-US" sz="1400" kern="1200">
            <a:solidFill>
              <a:srgbClr val="992677"/>
            </a:solidFill>
            <a:latin typeface="+mn-lt"/>
            <a:ea typeface="+mn-ea"/>
            <a:cs typeface="+mn-ea"/>
            <a:sym typeface="+mn-lt"/>
          </a:endParaRPr>
        </a:p>
      </dsp:txBody>
      <dsp:txXfrm>
        <a:off x="2763304" y="3511738"/>
        <a:ext cx="1898819" cy="70446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DD3747EC-AAE0-4EB0-A45D-AFB1D6BC1EF0}"/>
              </a:ext>
            </a:extLst>
          </p:cNvPr>
          <p:cNvSpPr>
            <a:spLocks noGrp="1"/>
          </p:cNvSpPr>
          <p:nvPr>
            <p:ph type="dt" sz="half" idx="10"/>
          </p:nvPr>
        </p:nvSpPr>
        <p:spPr/>
        <p:txBody>
          <a:bodyPr/>
          <a:lstStyle/>
          <a:p>
            <a:fld id="{E8BE3411-E0AE-4FCC-8C86-9EE6B416C77C}" type="datetimeFigureOut">
              <a:rPr lang="zh-CN" altLang="en-US" smtClean="0"/>
              <a:t>2020.6.4</a:t>
            </a:fld>
            <a:endParaRPr lang="zh-CN" altLang="en-US"/>
          </a:p>
        </p:txBody>
      </p:sp>
      <p:sp>
        <p:nvSpPr>
          <p:cNvPr id="5" name="页脚占位符 4">
            <a:extLst>
              <a:ext uri="{FF2B5EF4-FFF2-40B4-BE49-F238E27FC236}">
                <a16:creationId xmlns:a16="http://schemas.microsoft.com/office/drawing/2014/main" id="{09B96193-9538-4EA2-895C-FB882020F8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7BD8953-8C92-4D9B-8DBC-71F736007C74}"/>
              </a:ext>
            </a:extLst>
          </p:cNvPr>
          <p:cNvSpPr>
            <a:spLocks noGrp="1"/>
          </p:cNvSpPr>
          <p:nvPr>
            <p:ph type="sldNum" sz="quarter" idx="12"/>
          </p:nvPr>
        </p:nvSpPr>
        <p:spPr/>
        <p:txBody>
          <a:bodyPr/>
          <a:lstStyle/>
          <a:p>
            <a:fld id="{5F4E7C40-A64D-41A3-9025-CF415EBFF886}" type="slidenum">
              <a:rPr lang="zh-CN" altLang="en-US" smtClean="0"/>
              <a:t>‹#›</a:t>
            </a:fld>
            <a:endParaRPr lang="zh-CN" altLang="en-US"/>
          </a:p>
        </p:txBody>
      </p:sp>
    </p:spTree>
    <p:extLst>
      <p:ext uri="{BB962C8B-B14F-4D97-AF65-F5344CB8AC3E}">
        <p14:creationId xmlns:p14="http://schemas.microsoft.com/office/powerpoint/2010/main" val="461419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章节一">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66F73BCB-0921-4F37-A6F9-3A3C72363237}"/>
              </a:ext>
            </a:extLst>
          </p:cNvPr>
          <p:cNvSpPr/>
          <p:nvPr userDrawn="1"/>
        </p:nvSpPr>
        <p:spPr>
          <a:xfrm>
            <a:off x="2041931" y="505917"/>
            <a:ext cx="1295062" cy="384050"/>
          </a:xfrm>
          <a:prstGeom prst="roundRect">
            <a:avLst>
              <a:gd name="adj" fmla="val 50000"/>
            </a:avLst>
          </a:prstGeom>
          <a:solidFill>
            <a:srgbClr val="992677"/>
          </a:solidFill>
          <a:ln>
            <a:noFill/>
          </a:ln>
          <a:effectLst>
            <a:outerShdw blurRad="63500" sx="102000" sy="102000" algn="ctr" rotWithShape="0">
              <a:srgbClr val="992677">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ea typeface="冬青黑体简体中文 W3"/>
              <a:cs typeface="+mn-cs"/>
            </a:endParaRPr>
          </a:p>
        </p:txBody>
      </p:sp>
      <p:sp>
        <p:nvSpPr>
          <p:cNvPr id="8" name="文本框 7">
            <a:extLst>
              <a:ext uri="{FF2B5EF4-FFF2-40B4-BE49-F238E27FC236}">
                <a16:creationId xmlns:a16="http://schemas.microsoft.com/office/drawing/2014/main" id="{9488FF1A-FC38-46B5-826A-7CBA88DB127A}"/>
              </a:ext>
            </a:extLst>
          </p:cNvPr>
          <p:cNvSpPr txBox="1"/>
          <p:nvPr userDrawn="1"/>
        </p:nvSpPr>
        <p:spPr>
          <a:xfrm>
            <a:off x="221581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chemeClr val="bg1"/>
                </a:solidFill>
                <a:effectLst/>
                <a:uLnTx/>
                <a:uFillTx/>
                <a:latin typeface="微软雅黑" panose="020B0503020204020204" pitchFamily="34" charset="-122"/>
                <a:ea typeface="微软雅黑" panose="020B0503020204020204" pitchFamily="34" charset="-122"/>
              </a:rPr>
              <a:t>章节一</a:t>
            </a:r>
          </a:p>
        </p:txBody>
      </p:sp>
      <p:sp>
        <p:nvSpPr>
          <p:cNvPr id="9" name="文本框 8">
            <a:extLst>
              <a:ext uri="{FF2B5EF4-FFF2-40B4-BE49-F238E27FC236}">
                <a16:creationId xmlns:a16="http://schemas.microsoft.com/office/drawing/2014/main" id="{535669C4-5EE3-43D3-A398-3D4BDAA498CE}"/>
              </a:ext>
            </a:extLst>
          </p:cNvPr>
          <p:cNvSpPr txBox="1"/>
          <p:nvPr userDrawn="1"/>
        </p:nvSpPr>
        <p:spPr>
          <a:xfrm>
            <a:off x="349009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章节二</a:t>
            </a:r>
          </a:p>
        </p:txBody>
      </p:sp>
      <p:sp>
        <p:nvSpPr>
          <p:cNvPr id="10" name="文本框 9">
            <a:extLst>
              <a:ext uri="{FF2B5EF4-FFF2-40B4-BE49-F238E27FC236}">
                <a16:creationId xmlns:a16="http://schemas.microsoft.com/office/drawing/2014/main" id="{E899C75E-013F-453E-82DE-FA9063D50CD1}"/>
              </a:ext>
            </a:extLst>
          </p:cNvPr>
          <p:cNvSpPr txBox="1"/>
          <p:nvPr userDrawn="1"/>
        </p:nvSpPr>
        <p:spPr>
          <a:xfrm>
            <a:off x="476438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章节三</a:t>
            </a:r>
          </a:p>
        </p:txBody>
      </p:sp>
      <p:sp>
        <p:nvSpPr>
          <p:cNvPr id="11" name="文本框 10">
            <a:extLst>
              <a:ext uri="{FF2B5EF4-FFF2-40B4-BE49-F238E27FC236}">
                <a16:creationId xmlns:a16="http://schemas.microsoft.com/office/drawing/2014/main" id="{917EEA38-2BDD-4238-94F7-EB36E23A5EB2}"/>
              </a:ext>
            </a:extLst>
          </p:cNvPr>
          <p:cNvSpPr txBox="1"/>
          <p:nvPr userDrawn="1"/>
        </p:nvSpPr>
        <p:spPr>
          <a:xfrm>
            <a:off x="603866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章节四</a:t>
            </a:r>
          </a:p>
        </p:txBody>
      </p:sp>
      <p:sp>
        <p:nvSpPr>
          <p:cNvPr id="12" name="文本框 11">
            <a:extLst>
              <a:ext uri="{FF2B5EF4-FFF2-40B4-BE49-F238E27FC236}">
                <a16:creationId xmlns:a16="http://schemas.microsoft.com/office/drawing/2014/main" id="{F0091E84-8270-4BE5-B251-54356560A9FF}"/>
              </a:ext>
            </a:extLst>
          </p:cNvPr>
          <p:cNvSpPr txBox="1"/>
          <p:nvPr userDrawn="1"/>
        </p:nvSpPr>
        <p:spPr>
          <a:xfrm>
            <a:off x="731295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章节五</a:t>
            </a:r>
          </a:p>
        </p:txBody>
      </p:sp>
      <p:sp>
        <p:nvSpPr>
          <p:cNvPr id="13" name="文本框 12">
            <a:extLst>
              <a:ext uri="{FF2B5EF4-FFF2-40B4-BE49-F238E27FC236}">
                <a16:creationId xmlns:a16="http://schemas.microsoft.com/office/drawing/2014/main" id="{2E6E2E8C-1B3C-4A5E-8737-7E6056B6A3EE}"/>
              </a:ext>
            </a:extLst>
          </p:cNvPr>
          <p:cNvSpPr txBox="1"/>
          <p:nvPr userDrawn="1"/>
        </p:nvSpPr>
        <p:spPr>
          <a:xfrm>
            <a:off x="8587241"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章节六</a:t>
            </a:r>
          </a:p>
        </p:txBody>
      </p:sp>
      <p:grpSp>
        <p:nvGrpSpPr>
          <p:cNvPr id="14"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80CEFFC5-74D0-426A-A951-B96FA502AA6F}"/>
              </a:ext>
            </a:extLst>
          </p:cNvPr>
          <p:cNvGrpSpPr>
            <a:grpSpLocks noChangeAspect="1"/>
          </p:cNvGrpSpPr>
          <p:nvPr userDrawn="1">
            <p:custDataLst>
              <p:tags r:id="rId1"/>
            </p:custDataLst>
          </p:nvPr>
        </p:nvGrpSpPr>
        <p:grpSpPr>
          <a:xfrm>
            <a:off x="9870454" y="552258"/>
            <a:ext cx="1265859" cy="291971"/>
            <a:chOff x="2035175" y="2493963"/>
            <a:chExt cx="8121650" cy="1873250"/>
          </a:xfrm>
        </p:grpSpPr>
        <p:sp>
          <p:nvSpPr>
            <p:cNvPr id="15" name="iṡľïḑê">
              <a:extLst>
                <a:ext uri="{FF2B5EF4-FFF2-40B4-BE49-F238E27FC236}">
                  <a16:creationId xmlns:a16="http://schemas.microsoft.com/office/drawing/2014/main" id="{9FA7B1B3-2EBF-452C-9631-BA5118D9DE18}"/>
                </a:ext>
              </a:extLst>
            </p:cNvPr>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 name="íṩ1iḓê">
              <a:extLst>
                <a:ext uri="{FF2B5EF4-FFF2-40B4-BE49-F238E27FC236}">
                  <a16:creationId xmlns:a16="http://schemas.microsoft.com/office/drawing/2014/main" id="{40CEB5E5-94B5-48E2-967D-7F9D7F74A42D}"/>
                </a:ext>
              </a:extLst>
            </p:cNvPr>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 name="î$ľîḑè">
              <a:extLst>
                <a:ext uri="{FF2B5EF4-FFF2-40B4-BE49-F238E27FC236}">
                  <a16:creationId xmlns:a16="http://schemas.microsoft.com/office/drawing/2014/main" id="{F8991CA6-FF3E-4277-AC68-4541F1E0EFBC}"/>
                </a:ext>
              </a:extLst>
            </p:cNvPr>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 name="isḷiďè">
              <a:extLst>
                <a:ext uri="{FF2B5EF4-FFF2-40B4-BE49-F238E27FC236}">
                  <a16:creationId xmlns:a16="http://schemas.microsoft.com/office/drawing/2014/main" id="{48D071E2-61E1-49DB-AF75-ABF26410C721}"/>
                </a:ext>
              </a:extLst>
            </p:cNvPr>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 name="iśľíḋè">
              <a:extLst>
                <a:ext uri="{FF2B5EF4-FFF2-40B4-BE49-F238E27FC236}">
                  <a16:creationId xmlns:a16="http://schemas.microsoft.com/office/drawing/2014/main" id="{ADD0E3F1-B39C-406B-B07A-9560B9A8CA2E}"/>
                </a:ext>
              </a:extLst>
            </p:cNvPr>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 name="iṩḻiḋé">
              <a:extLst>
                <a:ext uri="{FF2B5EF4-FFF2-40B4-BE49-F238E27FC236}">
                  <a16:creationId xmlns:a16="http://schemas.microsoft.com/office/drawing/2014/main" id="{7E1248CE-4EBC-4934-839E-E70A164C68CA}"/>
                </a:ext>
              </a:extLst>
            </p:cNvPr>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 name="îṥļïḓè">
              <a:extLst>
                <a:ext uri="{FF2B5EF4-FFF2-40B4-BE49-F238E27FC236}">
                  <a16:creationId xmlns:a16="http://schemas.microsoft.com/office/drawing/2014/main" id="{DD7358A1-1C50-47B7-8620-906DD3DB1F95}"/>
                </a:ext>
              </a:extLst>
            </p:cNvPr>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 name="ïṥliḍè">
              <a:extLst>
                <a:ext uri="{FF2B5EF4-FFF2-40B4-BE49-F238E27FC236}">
                  <a16:creationId xmlns:a16="http://schemas.microsoft.com/office/drawing/2014/main" id="{2EE4ED8B-CA24-4F81-83DE-FE2D00C8B57F}"/>
                </a:ext>
              </a:extLst>
            </p:cNvPr>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 name="iśḷíḓê">
              <a:extLst>
                <a:ext uri="{FF2B5EF4-FFF2-40B4-BE49-F238E27FC236}">
                  <a16:creationId xmlns:a16="http://schemas.microsoft.com/office/drawing/2014/main" id="{3CEA9077-340A-474B-A90F-D8A8A74516E5}"/>
                </a:ext>
              </a:extLst>
            </p:cNvPr>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 name="isļiḓe">
              <a:extLst>
                <a:ext uri="{FF2B5EF4-FFF2-40B4-BE49-F238E27FC236}">
                  <a16:creationId xmlns:a16="http://schemas.microsoft.com/office/drawing/2014/main" id="{C70B7EB7-5857-4FF7-9B4C-61FC89FDCE36}"/>
                </a:ext>
              </a:extLst>
            </p:cNvPr>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 name="îs1ïdè">
              <a:extLst>
                <a:ext uri="{FF2B5EF4-FFF2-40B4-BE49-F238E27FC236}">
                  <a16:creationId xmlns:a16="http://schemas.microsoft.com/office/drawing/2014/main" id="{F0F642DB-87AD-4C44-B975-DDBF069B400C}"/>
                </a:ext>
              </a:extLst>
            </p:cNvPr>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 name="iṡḻïďe">
              <a:extLst>
                <a:ext uri="{FF2B5EF4-FFF2-40B4-BE49-F238E27FC236}">
                  <a16:creationId xmlns:a16="http://schemas.microsoft.com/office/drawing/2014/main" id="{D6F44F21-FD10-4ED8-9FB0-E1EC9E124F00}"/>
                </a:ext>
              </a:extLst>
            </p:cNvPr>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 name="ï$ľídè">
              <a:extLst>
                <a:ext uri="{FF2B5EF4-FFF2-40B4-BE49-F238E27FC236}">
                  <a16:creationId xmlns:a16="http://schemas.microsoft.com/office/drawing/2014/main" id="{26A45281-C8A6-4E1D-9A3D-8D4224D19F3D}"/>
                </a:ext>
              </a:extLst>
            </p:cNvPr>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 name="isḻïḋê">
              <a:extLst>
                <a:ext uri="{FF2B5EF4-FFF2-40B4-BE49-F238E27FC236}">
                  <a16:creationId xmlns:a16="http://schemas.microsoft.com/office/drawing/2014/main" id="{F95C37FD-DCA4-45F8-852C-AD373309BEDB}"/>
                </a:ext>
              </a:extLst>
            </p:cNvPr>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 name="îṧḷïde">
              <a:extLst>
                <a:ext uri="{FF2B5EF4-FFF2-40B4-BE49-F238E27FC236}">
                  <a16:creationId xmlns:a16="http://schemas.microsoft.com/office/drawing/2014/main" id="{59A7D4F4-762C-4755-BD4B-EDBA8092C186}"/>
                </a:ext>
              </a:extLst>
            </p:cNvPr>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 name="iṣḷíḍé">
              <a:extLst>
                <a:ext uri="{FF2B5EF4-FFF2-40B4-BE49-F238E27FC236}">
                  <a16:creationId xmlns:a16="http://schemas.microsoft.com/office/drawing/2014/main" id="{C7DB9BB8-8227-4D99-A8B0-BCB3160EBD7D}"/>
                </a:ext>
              </a:extLst>
            </p:cNvPr>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 name="isľïde">
              <a:extLst>
                <a:ext uri="{FF2B5EF4-FFF2-40B4-BE49-F238E27FC236}">
                  <a16:creationId xmlns:a16="http://schemas.microsoft.com/office/drawing/2014/main" id="{78DB73F4-47FC-44E4-9A3B-B77C22385F90}"/>
                </a:ext>
              </a:extLst>
            </p:cNvPr>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 name="îślîḍé">
              <a:extLst>
                <a:ext uri="{FF2B5EF4-FFF2-40B4-BE49-F238E27FC236}">
                  <a16:creationId xmlns:a16="http://schemas.microsoft.com/office/drawing/2014/main" id="{549101AD-7D19-40B5-B7C6-8961FA99DDE6}"/>
                </a:ext>
              </a:extLst>
            </p:cNvPr>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 name="îŝḻiďé">
              <a:extLst>
                <a:ext uri="{FF2B5EF4-FFF2-40B4-BE49-F238E27FC236}">
                  <a16:creationId xmlns:a16="http://schemas.microsoft.com/office/drawing/2014/main" id="{BFB979A8-FB36-4F93-A3FE-2F9C1BF7000C}"/>
                </a:ext>
              </a:extLst>
            </p:cNvPr>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 name="íṣḻiḋè">
              <a:extLst>
                <a:ext uri="{FF2B5EF4-FFF2-40B4-BE49-F238E27FC236}">
                  <a16:creationId xmlns:a16="http://schemas.microsoft.com/office/drawing/2014/main" id="{F06E7775-7374-4F4F-AD84-9FC6DB1520FA}"/>
                </a:ext>
              </a:extLst>
            </p:cNvPr>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5" name="îSlîḓè">
              <a:extLst>
                <a:ext uri="{FF2B5EF4-FFF2-40B4-BE49-F238E27FC236}">
                  <a16:creationId xmlns:a16="http://schemas.microsoft.com/office/drawing/2014/main" id="{71D817FA-25F4-4F86-9355-F17C89691F97}"/>
                </a:ext>
              </a:extLst>
            </p:cNvPr>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6" name="iṩḷïdê">
              <a:extLst>
                <a:ext uri="{FF2B5EF4-FFF2-40B4-BE49-F238E27FC236}">
                  <a16:creationId xmlns:a16="http://schemas.microsoft.com/office/drawing/2014/main" id="{8249EB2B-41A3-44E3-8820-5B1A9FAE8CE3}"/>
                </a:ext>
              </a:extLst>
            </p:cNvPr>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7" name="ïś1ïḍê">
              <a:extLst>
                <a:ext uri="{FF2B5EF4-FFF2-40B4-BE49-F238E27FC236}">
                  <a16:creationId xmlns:a16="http://schemas.microsoft.com/office/drawing/2014/main" id="{513A2CD9-2236-47F7-95A9-188F0BAD09DA}"/>
                </a:ext>
              </a:extLst>
            </p:cNvPr>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8" name="îşliḍè">
              <a:extLst>
                <a:ext uri="{FF2B5EF4-FFF2-40B4-BE49-F238E27FC236}">
                  <a16:creationId xmlns:a16="http://schemas.microsoft.com/office/drawing/2014/main" id="{BA4CABE1-753E-4211-B6EF-ACD89B0534D9}"/>
                </a:ext>
              </a:extLst>
            </p:cNvPr>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9" name="išḷidê">
              <a:extLst>
                <a:ext uri="{FF2B5EF4-FFF2-40B4-BE49-F238E27FC236}">
                  <a16:creationId xmlns:a16="http://schemas.microsoft.com/office/drawing/2014/main" id="{765D277C-DCC9-4BAA-9E64-E7B9D1945668}"/>
                </a:ext>
              </a:extLst>
            </p:cNvPr>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0" name="îSḻiḍe">
              <a:extLst>
                <a:ext uri="{FF2B5EF4-FFF2-40B4-BE49-F238E27FC236}">
                  <a16:creationId xmlns:a16="http://schemas.microsoft.com/office/drawing/2014/main" id="{D076652D-5BBB-40E1-BA62-711A6ECF312B}"/>
                </a:ext>
              </a:extLst>
            </p:cNvPr>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1" name="ïṧļïḍe">
              <a:extLst>
                <a:ext uri="{FF2B5EF4-FFF2-40B4-BE49-F238E27FC236}">
                  <a16:creationId xmlns:a16="http://schemas.microsoft.com/office/drawing/2014/main" id="{D7E38282-13A5-47CE-AC56-2E1541C04747}"/>
                </a:ext>
              </a:extLst>
            </p:cNvPr>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2" name="îŝļïḋé">
              <a:extLst>
                <a:ext uri="{FF2B5EF4-FFF2-40B4-BE49-F238E27FC236}">
                  <a16:creationId xmlns:a16="http://schemas.microsoft.com/office/drawing/2014/main" id="{7C64ACEC-523F-444C-9C7E-E75911BDBEB7}"/>
                </a:ext>
              </a:extLst>
            </p:cNvPr>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3" name="îṡlïḍe">
              <a:extLst>
                <a:ext uri="{FF2B5EF4-FFF2-40B4-BE49-F238E27FC236}">
                  <a16:creationId xmlns:a16="http://schemas.microsoft.com/office/drawing/2014/main" id="{63CF7CD3-CD9E-470F-95B3-160989DEE344}"/>
                </a:ext>
              </a:extLst>
            </p:cNvPr>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4" name="ïśļïḑê">
              <a:extLst>
                <a:ext uri="{FF2B5EF4-FFF2-40B4-BE49-F238E27FC236}">
                  <a16:creationId xmlns:a16="http://schemas.microsoft.com/office/drawing/2014/main" id="{CD9567F4-4C4E-4638-9C3F-EB68185B6F7E}"/>
                </a:ext>
              </a:extLst>
            </p:cNvPr>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5" name="îSľïde">
              <a:extLst>
                <a:ext uri="{FF2B5EF4-FFF2-40B4-BE49-F238E27FC236}">
                  <a16:creationId xmlns:a16="http://schemas.microsoft.com/office/drawing/2014/main" id="{43B757F6-F767-40D3-8896-7E8310A8813E}"/>
                </a:ext>
              </a:extLst>
            </p:cNvPr>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6" name="iṧḻïdé">
              <a:extLst>
                <a:ext uri="{FF2B5EF4-FFF2-40B4-BE49-F238E27FC236}">
                  <a16:creationId xmlns:a16="http://schemas.microsoft.com/office/drawing/2014/main" id="{1D766334-C95E-43B9-86E2-5F1EC4786C31}"/>
                </a:ext>
              </a:extLst>
            </p:cNvPr>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7" name="íŝļíḑé">
              <a:extLst>
                <a:ext uri="{FF2B5EF4-FFF2-40B4-BE49-F238E27FC236}">
                  <a16:creationId xmlns:a16="http://schemas.microsoft.com/office/drawing/2014/main" id="{C9688340-1E4D-43B6-AFF3-AA936D2A9820}"/>
                </a:ext>
              </a:extLst>
            </p:cNvPr>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8" name="ï$ļiḑé">
              <a:extLst>
                <a:ext uri="{FF2B5EF4-FFF2-40B4-BE49-F238E27FC236}">
                  <a16:creationId xmlns:a16="http://schemas.microsoft.com/office/drawing/2014/main" id="{64B43F60-AD19-4D5C-8C1C-941B4F855292}"/>
                </a:ext>
              </a:extLst>
            </p:cNvPr>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9" name="îṧļïde">
              <a:extLst>
                <a:ext uri="{FF2B5EF4-FFF2-40B4-BE49-F238E27FC236}">
                  <a16:creationId xmlns:a16="http://schemas.microsoft.com/office/drawing/2014/main" id="{9923CFAC-85AE-40F3-ACC1-CBAD131C9484}"/>
                </a:ext>
              </a:extLst>
            </p:cNvPr>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0" name="íşlîḍè">
              <a:extLst>
                <a:ext uri="{FF2B5EF4-FFF2-40B4-BE49-F238E27FC236}">
                  <a16:creationId xmlns:a16="http://schemas.microsoft.com/office/drawing/2014/main" id="{67779703-BF27-4BCF-BD97-4301C459FD50}"/>
                </a:ext>
              </a:extLst>
            </p:cNvPr>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1" name="îŝļîďé">
              <a:extLst>
                <a:ext uri="{FF2B5EF4-FFF2-40B4-BE49-F238E27FC236}">
                  <a16:creationId xmlns:a16="http://schemas.microsoft.com/office/drawing/2014/main" id="{05463071-FD1F-4FEF-829A-E8259F788901}"/>
                </a:ext>
              </a:extLst>
            </p:cNvPr>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2" name="îŝlîḑê">
              <a:extLst>
                <a:ext uri="{FF2B5EF4-FFF2-40B4-BE49-F238E27FC236}">
                  <a16:creationId xmlns:a16="http://schemas.microsoft.com/office/drawing/2014/main" id="{2B484BDD-88F0-47EF-A454-67A258200D35}"/>
                </a:ext>
              </a:extLst>
            </p:cNvPr>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3" name="îṣḷïdè">
              <a:extLst>
                <a:ext uri="{FF2B5EF4-FFF2-40B4-BE49-F238E27FC236}">
                  <a16:creationId xmlns:a16="http://schemas.microsoft.com/office/drawing/2014/main" id="{7BC089F0-5944-4BE7-B97D-2300DB8D1D7D}"/>
                </a:ext>
              </a:extLst>
            </p:cNvPr>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4" name="íśļîḍè">
              <a:extLst>
                <a:ext uri="{FF2B5EF4-FFF2-40B4-BE49-F238E27FC236}">
                  <a16:creationId xmlns:a16="http://schemas.microsoft.com/office/drawing/2014/main" id="{E050C7A2-EA6D-42A4-8A23-C8B4AE12F5BE}"/>
                </a:ext>
              </a:extLst>
            </p:cNvPr>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5" name="íśļïḍe">
              <a:extLst>
                <a:ext uri="{FF2B5EF4-FFF2-40B4-BE49-F238E27FC236}">
                  <a16:creationId xmlns:a16="http://schemas.microsoft.com/office/drawing/2014/main" id="{90774834-4495-4CEB-B178-546F7B09DB90}"/>
                </a:ext>
              </a:extLst>
            </p:cNvPr>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6" name="íŝliḓê">
              <a:extLst>
                <a:ext uri="{FF2B5EF4-FFF2-40B4-BE49-F238E27FC236}">
                  <a16:creationId xmlns:a16="http://schemas.microsoft.com/office/drawing/2014/main" id="{383890AB-1E32-4B42-8D6A-4F5C81BAF131}"/>
                </a:ext>
              </a:extLst>
            </p:cNvPr>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7" name="iślïḓê">
              <a:extLst>
                <a:ext uri="{FF2B5EF4-FFF2-40B4-BE49-F238E27FC236}">
                  <a16:creationId xmlns:a16="http://schemas.microsoft.com/office/drawing/2014/main" id="{47AA43AE-0E9C-417A-8B95-7B5CE4D400E8}"/>
                </a:ext>
              </a:extLst>
            </p:cNvPr>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8" name="íSlïdè">
              <a:extLst>
                <a:ext uri="{FF2B5EF4-FFF2-40B4-BE49-F238E27FC236}">
                  <a16:creationId xmlns:a16="http://schemas.microsoft.com/office/drawing/2014/main" id="{4BC6F39F-D198-4AEC-AB7B-4E167E3E4F5A}"/>
                </a:ext>
              </a:extLst>
            </p:cNvPr>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9" name="iṣḻïḍe">
              <a:extLst>
                <a:ext uri="{FF2B5EF4-FFF2-40B4-BE49-F238E27FC236}">
                  <a16:creationId xmlns:a16="http://schemas.microsoft.com/office/drawing/2014/main" id="{A928E9B3-7BAC-42B8-A1CC-BB38B9E82910}"/>
                </a:ext>
              </a:extLst>
            </p:cNvPr>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0" name="ïşľidé">
              <a:extLst>
                <a:ext uri="{FF2B5EF4-FFF2-40B4-BE49-F238E27FC236}">
                  <a16:creationId xmlns:a16="http://schemas.microsoft.com/office/drawing/2014/main" id="{A3B55B30-34C0-47FA-82C4-B86E76F8FE0B}"/>
                </a:ext>
              </a:extLst>
            </p:cNvPr>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1" name="ïṣliḋê">
              <a:extLst>
                <a:ext uri="{FF2B5EF4-FFF2-40B4-BE49-F238E27FC236}">
                  <a16:creationId xmlns:a16="http://schemas.microsoft.com/office/drawing/2014/main" id="{56C57815-C348-4B93-8FC3-9B1A7EB88D80}"/>
                </a:ext>
              </a:extLst>
            </p:cNvPr>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2" name="îṩḻiḓê">
              <a:extLst>
                <a:ext uri="{FF2B5EF4-FFF2-40B4-BE49-F238E27FC236}">
                  <a16:creationId xmlns:a16="http://schemas.microsoft.com/office/drawing/2014/main" id="{36D6AEB5-C6D3-43A4-9884-1A740F42162B}"/>
                </a:ext>
              </a:extLst>
            </p:cNvPr>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3" name="iśļîḋè">
              <a:extLst>
                <a:ext uri="{FF2B5EF4-FFF2-40B4-BE49-F238E27FC236}">
                  <a16:creationId xmlns:a16="http://schemas.microsoft.com/office/drawing/2014/main" id="{DCB0BE71-AA94-4072-9331-BE59D2065F5C}"/>
                </a:ext>
              </a:extLst>
            </p:cNvPr>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4" name="iṣliḓê">
              <a:extLst>
                <a:ext uri="{FF2B5EF4-FFF2-40B4-BE49-F238E27FC236}">
                  <a16:creationId xmlns:a16="http://schemas.microsoft.com/office/drawing/2014/main" id="{DA6D414C-AAFF-4239-B70E-AD27360B4E55}"/>
                </a:ext>
              </a:extLst>
            </p:cNvPr>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5" name="íṡľiḍê">
              <a:extLst>
                <a:ext uri="{FF2B5EF4-FFF2-40B4-BE49-F238E27FC236}">
                  <a16:creationId xmlns:a16="http://schemas.microsoft.com/office/drawing/2014/main" id="{4CB5030E-6F6D-4DAA-9127-C178B7FE61D4}"/>
                </a:ext>
              </a:extLst>
            </p:cNvPr>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6" name="íšlîde">
              <a:extLst>
                <a:ext uri="{FF2B5EF4-FFF2-40B4-BE49-F238E27FC236}">
                  <a16:creationId xmlns:a16="http://schemas.microsoft.com/office/drawing/2014/main" id="{28B3330F-C80B-4589-A6B4-31E3C789D084}"/>
                </a:ext>
              </a:extLst>
            </p:cNvPr>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7" name="îṡḷíḋé">
              <a:extLst>
                <a:ext uri="{FF2B5EF4-FFF2-40B4-BE49-F238E27FC236}">
                  <a16:creationId xmlns:a16="http://schemas.microsoft.com/office/drawing/2014/main" id="{DE5E2DFE-8F50-4E17-A051-9257351A2D94}"/>
                </a:ext>
              </a:extLst>
            </p:cNvPr>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8" name="îsḻiḓe">
              <a:extLst>
                <a:ext uri="{FF2B5EF4-FFF2-40B4-BE49-F238E27FC236}">
                  <a16:creationId xmlns:a16="http://schemas.microsoft.com/office/drawing/2014/main" id="{BF3ECEB5-2A92-4CE7-80FA-ECB8BB798589}"/>
                </a:ext>
              </a:extLst>
            </p:cNvPr>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9" name="î$ļïdè">
              <a:extLst>
                <a:ext uri="{FF2B5EF4-FFF2-40B4-BE49-F238E27FC236}">
                  <a16:creationId xmlns:a16="http://schemas.microsoft.com/office/drawing/2014/main" id="{DBCFFE72-FE33-4FC7-B54B-232A70D47560}"/>
                </a:ext>
              </a:extLst>
            </p:cNvPr>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0" name="îṧḷíḓê">
              <a:extLst>
                <a:ext uri="{FF2B5EF4-FFF2-40B4-BE49-F238E27FC236}">
                  <a16:creationId xmlns:a16="http://schemas.microsoft.com/office/drawing/2014/main" id="{37E5A3BE-0438-48D3-9E7B-07FD589BDD39}"/>
                </a:ext>
              </a:extLst>
            </p:cNvPr>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1" name="íṩ1iḑê">
              <a:extLst>
                <a:ext uri="{FF2B5EF4-FFF2-40B4-BE49-F238E27FC236}">
                  <a16:creationId xmlns:a16="http://schemas.microsoft.com/office/drawing/2014/main" id="{7EEEB2C0-D21B-4E1A-88AE-0ED1142F80F0}"/>
                </a:ext>
              </a:extLst>
            </p:cNvPr>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2" name="îṥlîdê">
              <a:extLst>
                <a:ext uri="{FF2B5EF4-FFF2-40B4-BE49-F238E27FC236}">
                  <a16:creationId xmlns:a16="http://schemas.microsoft.com/office/drawing/2014/main" id="{66DEDB29-F914-4B78-98D3-F236625B8F0D}"/>
                </a:ext>
              </a:extLst>
            </p:cNvPr>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3" name="îṧľîḑé">
              <a:extLst>
                <a:ext uri="{FF2B5EF4-FFF2-40B4-BE49-F238E27FC236}">
                  <a16:creationId xmlns:a16="http://schemas.microsoft.com/office/drawing/2014/main" id="{4DD781BA-688B-4237-AD2E-47F9590C3F9F}"/>
                </a:ext>
              </a:extLst>
            </p:cNvPr>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4" name="ï$ļíḑe">
              <a:extLst>
                <a:ext uri="{FF2B5EF4-FFF2-40B4-BE49-F238E27FC236}">
                  <a16:creationId xmlns:a16="http://schemas.microsoft.com/office/drawing/2014/main" id="{134B41B9-1A6E-435E-9EC5-B3EE1B962FFD}"/>
                </a:ext>
              </a:extLst>
            </p:cNvPr>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5" name="iṩḷïde">
              <a:extLst>
                <a:ext uri="{FF2B5EF4-FFF2-40B4-BE49-F238E27FC236}">
                  <a16:creationId xmlns:a16="http://schemas.microsoft.com/office/drawing/2014/main" id="{B5CF9073-FE5A-45F4-998F-8DC6F16C00C3}"/>
                </a:ext>
              </a:extLst>
            </p:cNvPr>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6" name="í$ḷïďê">
              <a:extLst>
                <a:ext uri="{FF2B5EF4-FFF2-40B4-BE49-F238E27FC236}">
                  <a16:creationId xmlns:a16="http://schemas.microsoft.com/office/drawing/2014/main" id="{A38E3BA5-A0FA-474A-92B1-9486A074B19E}"/>
                </a:ext>
              </a:extLst>
            </p:cNvPr>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7" name="îśľïḑe">
              <a:extLst>
                <a:ext uri="{FF2B5EF4-FFF2-40B4-BE49-F238E27FC236}">
                  <a16:creationId xmlns:a16="http://schemas.microsoft.com/office/drawing/2014/main" id="{5F4C7B8C-EBF9-4E9C-B923-CA6ECD682791}"/>
                </a:ext>
              </a:extLst>
            </p:cNvPr>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8" name="ïSlîḍè">
              <a:extLst>
                <a:ext uri="{FF2B5EF4-FFF2-40B4-BE49-F238E27FC236}">
                  <a16:creationId xmlns:a16="http://schemas.microsoft.com/office/drawing/2014/main" id="{06FD7597-A155-496A-9055-BA5DBD25B5A6}"/>
                </a:ext>
              </a:extLst>
            </p:cNvPr>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9" name="işliḍé">
              <a:extLst>
                <a:ext uri="{FF2B5EF4-FFF2-40B4-BE49-F238E27FC236}">
                  <a16:creationId xmlns:a16="http://schemas.microsoft.com/office/drawing/2014/main" id="{1618A72D-B934-47C5-8CAE-7A06F5F175E2}"/>
                </a:ext>
              </a:extLst>
            </p:cNvPr>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0" name="ísḻïde">
              <a:extLst>
                <a:ext uri="{FF2B5EF4-FFF2-40B4-BE49-F238E27FC236}">
                  <a16:creationId xmlns:a16="http://schemas.microsoft.com/office/drawing/2014/main" id="{BDBCCDD5-6B20-4576-9445-3D757BA817B4}"/>
                </a:ext>
              </a:extLst>
            </p:cNvPr>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1" name="iŝļiḋê">
              <a:extLst>
                <a:ext uri="{FF2B5EF4-FFF2-40B4-BE49-F238E27FC236}">
                  <a16:creationId xmlns:a16="http://schemas.microsoft.com/office/drawing/2014/main" id="{54D6F6D8-3274-4667-9A88-7FB283EE00C6}"/>
                </a:ext>
              </a:extLst>
            </p:cNvPr>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2" name="iṧḷîdè">
              <a:extLst>
                <a:ext uri="{FF2B5EF4-FFF2-40B4-BE49-F238E27FC236}">
                  <a16:creationId xmlns:a16="http://schemas.microsoft.com/office/drawing/2014/main" id="{679ED118-7455-4D2B-BE96-7A06E9ADBE94}"/>
                </a:ext>
              </a:extLst>
            </p:cNvPr>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3" name="isļíḍè">
              <a:extLst>
                <a:ext uri="{FF2B5EF4-FFF2-40B4-BE49-F238E27FC236}">
                  <a16:creationId xmlns:a16="http://schemas.microsoft.com/office/drawing/2014/main" id="{D2EDE087-4088-4C0B-A097-19A3D4597468}"/>
                </a:ext>
              </a:extLst>
            </p:cNvPr>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4" name="ïṡ1íḓe">
              <a:extLst>
                <a:ext uri="{FF2B5EF4-FFF2-40B4-BE49-F238E27FC236}">
                  <a16:creationId xmlns:a16="http://schemas.microsoft.com/office/drawing/2014/main" id="{4E2F9462-438C-45C1-94C5-D728ABCFB15D}"/>
                </a:ext>
              </a:extLst>
            </p:cNvPr>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5" name="isḷiḑê">
              <a:extLst>
                <a:ext uri="{FF2B5EF4-FFF2-40B4-BE49-F238E27FC236}">
                  <a16:creationId xmlns:a16="http://schemas.microsoft.com/office/drawing/2014/main" id="{C8BAD771-3CD5-44FE-A6B0-7E4C1D2369B0}"/>
                </a:ext>
              </a:extLst>
            </p:cNvPr>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6" name="ïṥlíḓê">
              <a:extLst>
                <a:ext uri="{FF2B5EF4-FFF2-40B4-BE49-F238E27FC236}">
                  <a16:creationId xmlns:a16="http://schemas.microsoft.com/office/drawing/2014/main" id="{378E0001-F6B7-4B4A-BFDA-EACDE2F08823}"/>
                </a:ext>
              </a:extLst>
            </p:cNvPr>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7" name="îṧḷíḍé">
              <a:extLst>
                <a:ext uri="{FF2B5EF4-FFF2-40B4-BE49-F238E27FC236}">
                  <a16:creationId xmlns:a16="http://schemas.microsoft.com/office/drawing/2014/main" id="{EC745199-02D4-40FD-9AD7-E9DD1B976799}"/>
                </a:ext>
              </a:extLst>
            </p:cNvPr>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8" name="îṩḻïďè">
              <a:extLst>
                <a:ext uri="{FF2B5EF4-FFF2-40B4-BE49-F238E27FC236}">
                  <a16:creationId xmlns:a16="http://schemas.microsoft.com/office/drawing/2014/main" id="{E5D23E1A-C6D0-4845-8ABD-A62ECAB0ED30}"/>
                </a:ext>
              </a:extLst>
            </p:cNvPr>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9" name="ïşļídé">
              <a:extLst>
                <a:ext uri="{FF2B5EF4-FFF2-40B4-BE49-F238E27FC236}">
                  <a16:creationId xmlns:a16="http://schemas.microsoft.com/office/drawing/2014/main" id="{FD44E3BB-F447-4175-83ED-630E01ACD974}"/>
                </a:ext>
              </a:extLst>
            </p:cNvPr>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0" name="iṧḻíďe">
              <a:extLst>
                <a:ext uri="{FF2B5EF4-FFF2-40B4-BE49-F238E27FC236}">
                  <a16:creationId xmlns:a16="http://schemas.microsoft.com/office/drawing/2014/main" id="{6DA65D6F-A78C-42E6-B894-7EC0A0129201}"/>
                </a:ext>
              </a:extLst>
            </p:cNvPr>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1" name="ïSlïḓé">
              <a:extLst>
                <a:ext uri="{FF2B5EF4-FFF2-40B4-BE49-F238E27FC236}">
                  <a16:creationId xmlns:a16="http://schemas.microsoft.com/office/drawing/2014/main" id="{813DD1B9-38A8-4593-A7EF-1C913FF4B103}"/>
                </a:ext>
              </a:extLst>
            </p:cNvPr>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2" name="išľîḑé">
              <a:extLst>
                <a:ext uri="{FF2B5EF4-FFF2-40B4-BE49-F238E27FC236}">
                  <a16:creationId xmlns:a16="http://schemas.microsoft.com/office/drawing/2014/main" id="{0BBADBB6-8362-4AA1-AB38-2DA45C89CD08}"/>
                </a:ext>
              </a:extLst>
            </p:cNvPr>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3" name="îṥḻîďè">
              <a:extLst>
                <a:ext uri="{FF2B5EF4-FFF2-40B4-BE49-F238E27FC236}">
                  <a16:creationId xmlns:a16="http://schemas.microsoft.com/office/drawing/2014/main" id="{C674071C-C4BB-476C-AD50-FB30946E21EA}"/>
                </a:ext>
              </a:extLst>
            </p:cNvPr>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4" name="i$líḋé">
              <a:extLst>
                <a:ext uri="{FF2B5EF4-FFF2-40B4-BE49-F238E27FC236}">
                  <a16:creationId xmlns:a16="http://schemas.microsoft.com/office/drawing/2014/main" id="{70AAD74D-ED88-4B40-926C-CD75B381D6F4}"/>
                </a:ext>
              </a:extLst>
            </p:cNvPr>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5" name="iṡľîḋê">
              <a:extLst>
                <a:ext uri="{FF2B5EF4-FFF2-40B4-BE49-F238E27FC236}">
                  <a16:creationId xmlns:a16="http://schemas.microsoft.com/office/drawing/2014/main" id="{49C79BF4-FBF2-454A-8CCE-B3A37E104C6A}"/>
                </a:ext>
              </a:extLst>
            </p:cNvPr>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6" name="ïśḷîḍè">
              <a:extLst>
                <a:ext uri="{FF2B5EF4-FFF2-40B4-BE49-F238E27FC236}">
                  <a16:creationId xmlns:a16="http://schemas.microsoft.com/office/drawing/2014/main" id="{BF6B1EBA-4522-4D7E-A7F0-51FCCC68CA54}"/>
                </a:ext>
              </a:extLst>
            </p:cNvPr>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7" name="íṣļíḓe">
              <a:extLst>
                <a:ext uri="{FF2B5EF4-FFF2-40B4-BE49-F238E27FC236}">
                  <a16:creationId xmlns:a16="http://schemas.microsoft.com/office/drawing/2014/main" id="{3B6185C1-8FA9-47F9-BB8A-1A398E4775F5}"/>
                </a:ext>
              </a:extLst>
            </p:cNvPr>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8" name="ïslïḓé">
              <a:extLst>
                <a:ext uri="{FF2B5EF4-FFF2-40B4-BE49-F238E27FC236}">
                  <a16:creationId xmlns:a16="http://schemas.microsoft.com/office/drawing/2014/main" id="{D84EE7AA-5547-4E17-A2D0-8F384F87E232}"/>
                </a:ext>
              </a:extLst>
            </p:cNvPr>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9" name="ïṣḻîḋé">
              <a:extLst>
                <a:ext uri="{FF2B5EF4-FFF2-40B4-BE49-F238E27FC236}">
                  <a16:creationId xmlns:a16="http://schemas.microsoft.com/office/drawing/2014/main" id="{F3233BCB-BD8B-4C90-9118-1B9B1F4DECE1}"/>
                </a:ext>
              </a:extLst>
            </p:cNvPr>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0" name="ïṥḷîḓè">
              <a:extLst>
                <a:ext uri="{FF2B5EF4-FFF2-40B4-BE49-F238E27FC236}">
                  <a16:creationId xmlns:a16="http://schemas.microsoft.com/office/drawing/2014/main" id="{7E663F4F-D5D5-469E-9584-AEF668725295}"/>
                </a:ext>
              </a:extLst>
            </p:cNvPr>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1" name="iṥḷíďè">
              <a:extLst>
                <a:ext uri="{FF2B5EF4-FFF2-40B4-BE49-F238E27FC236}">
                  <a16:creationId xmlns:a16="http://schemas.microsoft.com/office/drawing/2014/main" id="{D078B090-C9A8-40AE-AAEB-F988CF609B3C}"/>
                </a:ext>
              </a:extLst>
            </p:cNvPr>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2" name="ïş1ídè">
              <a:extLst>
                <a:ext uri="{FF2B5EF4-FFF2-40B4-BE49-F238E27FC236}">
                  <a16:creationId xmlns:a16="http://schemas.microsoft.com/office/drawing/2014/main" id="{F7B5F6DF-25F5-4B5E-AA1D-F727F9FF4A88}"/>
                </a:ext>
              </a:extLst>
            </p:cNvPr>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3" name="îŝļiḑe">
              <a:extLst>
                <a:ext uri="{FF2B5EF4-FFF2-40B4-BE49-F238E27FC236}">
                  <a16:creationId xmlns:a16="http://schemas.microsoft.com/office/drawing/2014/main" id="{274BE524-80DC-4EC8-A0EC-C0D276790265}"/>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4" name="í$ļïḓé">
              <a:extLst>
                <a:ext uri="{FF2B5EF4-FFF2-40B4-BE49-F238E27FC236}">
                  <a16:creationId xmlns:a16="http://schemas.microsoft.com/office/drawing/2014/main" id="{504724CE-448E-422E-98A6-BB048609DF8C}"/>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5" name="i$1iďê">
              <a:extLst>
                <a:ext uri="{FF2B5EF4-FFF2-40B4-BE49-F238E27FC236}">
                  <a16:creationId xmlns:a16="http://schemas.microsoft.com/office/drawing/2014/main" id="{806AC1EF-B697-4958-8C51-2F1D441EC810}"/>
                </a:ext>
              </a:extLst>
            </p:cNvPr>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6" name="îšḷiḍe">
              <a:extLst>
                <a:ext uri="{FF2B5EF4-FFF2-40B4-BE49-F238E27FC236}">
                  <a16:creationId xmlns:a16="http://schemas.microsoft.com/office/drawing/2014/main" id="{4B66F83F-B108-4FE4-BA6D-10665445A9D2}"/>
                </a:ext>
              </a:extLst>
            </p:cNvPr>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7" name="íṥlïdê">
              <a:extLst>
                <a:ext uri="{FF2B5EF4-FFF2-40B4-BE49-F238E27FC236}">
                  <a16:creationId xmlns:a16="http://schemas.microsoft.com/office/drawing/2014/main" id="{85614C62-B674-49B5-BE55-0275A33DE8E8}"/>
                </a:ext>
              </a:extLst>
            </p:cNvPr>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8" name="íśľîďé">
              <a:extLst>
                <a:ext uri="{FF2B5EF4-FFF2-40B4-BE49-F238E27FC236}">
                  <a16:creationId xmlns:a16="http://schemas.microsoft.com/office/drawing/2014/main" id="{4215CEA9-CEA3-40A1-BA37-DDC2AF019658}"/>
                </a:ext>
              </a:extLst>
            </p:cNvPr>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9" name="iŝḻîdé">
              <a:extLst>
                <a:ext uri="{FF2B5EF4-FFF2-40B4-BE49-F238E27FC236}">
                  <a16:creationId xmlns:a16="http://schemas.microsoft.com/office/drawing/2014/main" id="{1143CFF0-401D-4439-8A7B-9F91E8370F9F}"/>
                </a:ext>
              </a:extLst>
            </p:cNvPr>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0" name="ïsḷiḍé">
              <a:extLst>
                <a:ext uri="{FF2B5EF4-FFF2-40B4-BE49-F238E27FC236}">
                  <a16:creationId xmlns:a16="http://schemas.microsoft.com/office/drawing/2014/main" id="{DCAE69EC-26A4-46E5-AF60-78E02108CD6E}"/>
                </a:ext>
              </a:extLst>
            </p:cNvPr>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1" name="íṧ1iďè">
              <a:extLst>
                <a:ext uri="{FF2B5EF4-FFF2-40B4-BE49-F238E27FC236}">
                  <a16:creationId xmlns:a16="http://schemas.microsoft.com/office/drawing/2014/main" id="{49856359-B0DD-42FE-8D36-21169651027E}"/>
                </a:ext>
              </a:extLst>
            </p:cNvPr>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2" name="îṩľíḓe">
              <a:extLst>
                <a:ext uri="{FF2B5EF4-FFF2-40B4-BE49-F238E27FC236}">
                  <a16:creationId xmlns:a16="http://schemas.microsoft.com/office/drawing/2014/main" id="{C2B92008-AE2C-47C6-8D7C-8F699606DACE}"/>
                </a:ext>
              </a:extLst>
            </p:cNvPr>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3" name="ïṡ1ïḑé">
              <a:extLst>
                <a:ext uri="{FF2B5EF4-FFF2-40B4-BE49-F238E27FC236}">
                  <a16:creationId xmlns:a16="http://schemas.microsoft.com/office/drawing/2014/main" id="{11560E94-E6A7-43E8-AA0C-67E82E3E57B3}"/>
                </a:ext>
              </a:extLst>
            </p:cNvPr>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4" name="iṡlíďe">
              <a:extLst>
                <a:ext uri="{FF2B5EF4-FFF2-40B4-BE49-F238E27FC236}">
                  <a16:creationId xmlns:a16="http://schemas.microsoft.com/office/drawing/2014/main" id="{C2B5AAEA-36D6-4D9C-9624-D74FE103BBC0}"/>
                </a:ext>
              </a:extLst>
            </p:cNvPr>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5" name="ïšḷiḍè">
              <a:extLst>
                <a:ext uri="{FF2B5EF4-FFF2-40B4-BE49-F238E27FC236}">
                  <a16:creationId xmlns:a16="http://schemas.microsoft.com/office/drawing/2014/main" id="{F340772F-E781-4DB0-95DE-D5597353FFB9}"/>
                </a:ext>
              </a:extLst>
            </p:cNvPr>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6" name="í$1îḓè">
              <a:extLst>
                <a:ext uri="{FF2B5EF4-FFF2-40B4-BE49-F238E27FC236}">
                  <a16:creationId xmlns:a16="http://schemas.microsoft.com/office/drawing/2014/main" id="{84E41F35-F6D8-4E75-9C82-C75511C7BE35}"/>
                </a:ext>
              </a:extLst>
            </p:cNvPr>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7" name="î$ľidé">
              <a:extLst>
                <a:ext uri="{FF2B5EF4-FFF2-40B4-BE49-F238E27FC236}">
                  <a16:creationId xmlns:a16="http://schemas.microsoft.com/office/drawing/2014/main" id="{239B3608-900C-458E-BAE7-65CCACDE7FA5}"/>
                </a:ext>
              </a:extLst>
            </p:cNvPr>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8" name="išḻïďê">
              <a:extLst>
                <a:ext uri="{FF2B5EF4-FFF2-40B4-BE49-F238E27FC236}">
                  <a16:creationId xmlns:a16="http://schemas.microsoft.com/office/drawing/2014/main" id="{A042FB59-D4CE-416D-9A11-95E8DBDBD1A9}"/>
                </a:ext>
              </a:extLst>
            </p:cNvPr>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9" name="îSļíďê">
              <a:extLst>
                <a:ext uri="{FF2B5EF4-FFF2-40B4-BE49-F238E27FC236}">
                  <a16:creationId xmlns:a16="http://schemas.microsoft.com/office/drawing/2014/main" id="{0E33A165-2D38-4CCC-81DB-C2C036AFD11A}"/>
                </a:ext>
              </a:extLst>
            </p:cNvPr>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0" name="íṧḻiḋe">
              <a:extLst>
                <a:ext uri="{FF2B5EF4-FFF2-40B4-BE49-F238E27FC236}">
                  <a16:creationId xmlns:a16="http://schemas.microsoft.com/office/drawing/2014/main" id="{40C75118-F504-435E-98A0-EAFB02860537}"/>
                </a:ext>
              </a:extLst>
            </p:cNvPr>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1" name="îṡ1iďé">
              <a:extLst>
                <a:ext uri="{FF2B5EF4-FFF2-40B4-BE49-F238E27FC236}">
                  <a16:creationId xmlns:a16="http://schemas.microsoft.com/office/drawing/2014/main" id="{4180F5A8-2042-4CB3-867A-42FB7D5F06FB}"/>
                </a:ext>
              </a:extLst>
            </p:cNvPr>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2" name="ï$ḷïdè">
              <a:extLst>
                <a:ext uri="{FF2B5EF4-FFF2-40B4-BE49-F238E27FC236}">
                  <a16:creationId xmlns:a16="http://schemas.microsoft.com/office/drawing/2014/main" id="{7C7027F1-517E-4771-9F9F-E76A22904ED1}"/>
                </a:ext>
              </a:extLst>
            </p:cNvPr>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3" name="işlîḋê">
              <a:extLst>
                <a:ext uri="{FF2B5EF4-FFF2-40B4-BE49-F238E27FC236}">
                  <a16:creationId xmlns:a16="http://schemas.microsoft.com/office/drawing/2014/main" id="{FDB882D2-3705-4471-BD7D-2C362D1BE215}"/>
                </a:ext>
              </a:extLst>
            </p:cNvPr>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4" name="işḻïḑè">
              <a:extLst>
                <a:ext uri="{FF2B5EF4-FFF2-40B4-BE49-F238E27FC236}">
                  <a16:creationId xmlns:a16="http://schemas.microsoft.com/office/drawing/2014/main" id="{383E961D-1124-45F2-B4C6-51DED0E29535}"/>
                </a:ext>
              </a:extLst>
            </p:cNvPr>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5" name="ïslidê">
              <a:extLst>
                <a:ext uri="{FF2B5EF4-FFF2-40B4-BE49-F238E27FC236}">
                  <a16:creationId xmlns:a16="http://schemas.microsoft.com/office/drawing/2014/main" id="{F8A8C09B-3B26-4BD1-970F-C08BCB2C3841}"/>
                </a:ext>
              </a:extLst>
            </p:cNvPr>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6" name="íṣḻíḑê">
              <a:extLst>
                <a:ext uri="{FF2B5EF4-FFF2-40B4-BE49-F238E27FC236}">
                  <a16:creationId xmlns:a16="http://schemas.microsoft.com/office/drawing/2014/main" id="{B3E12B75-C902-4597-BD81-04B047D6EAD8}"/>
                </a:ext>
              </a:extLst>
            </p:cNvPr>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7" name="ísḻídé">
              <a:extLst>
                <a:ext uri="{FF2B5EF4-FFF2-40B4-BE49-F238E27FC236}">
                  <a16:creationId xmlns:a16="http://schemas.microsoft.com/office/drawing/2014/main" id="{CF3CE02E-B3FB-4160-B306-C1CCAB5B6502}"/>
                </a:ext>
              </a:extLst>
            </p:cNvPr>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8" name="iṧḻide">
              <a:extLst>
                <a:ext uri="{FF2B5EF4-FFF2-40B4-BE49-F238E27FC236}">
                  <a16:creationId xmlns:a16="http://schemas.microsoft.com/office/drawing/2014/main" id="{5E313FBD-DEAD-4392-82C7-874872D610B8}"/>
                </a:ext>
              </a:extLst>
            </p:cNvPr>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9" name="îṧļïďe">
              <a:extLst>
                <a:ext uri="{FF2B5EF4-FFF2-40B4-BE49-F238E27FC236}">
                  <a16:creationId xmlns:a16="http://schemas.microsoft.com/office/drawing/2014/main" id="{1BE07360-6576-4C9E-A6DC-897EC05EE8DF}"/>
                </a:ext>
              </a:extLst>
            </p:cNvPr>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0" name="iṣḷîḋê">
              <a:extLst>
                <a:ext uri="{FF2B5EF4-FFF2-40B4-BE49-F238E27FC236}">
                  <a16:creationId xmlns:a16="http://schemas.microsoft.com/office/drawing/2014/main" id="{2336804D-3AC4-485F-BAAE-224812AEB052}"/>
                </a:ext>
              </a:extLst>
            </p:cNvPr>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1" name="íŝ1ïḍè">
              <a:extLst>
                <a:ext uri="{FF2B5EF4-FFF2-40B4-BE49-F238E27FC236}">
                  <a16:creationId xmlns:a16="http://schemas.microsoft.com/office/drawing/2014/main" id="{2FD7CADC-F81D-4DBC-8F45-D9D49F2ABF81}"/>
                </a:ext>
              </a:extLst>
            </p:cNvPr>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2" name="íŝlîḋe">
              <a:extLst>
                <a:ext uri="{FF2B5EF4-FFF2-40B4-BE49-F238E27FC236}">
                  <a16:creationId xmlns:a16="http://schemas.microsoft.com/office/drawing/2014/main" id="{34FA400E-8B72-4D07-B6CA-A05F3BC00595}"/>
                </a:ext>
              </a:extLst>
            </p:cNvPr>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3" name="iŝḻiďê">
              <a:extLst>
                <a:ext uri="{FF2B5EF4-FFF2-40B4-BE49-F238E27FC236}">
                  <a16:creationId xmlns:a16="http://schemas.microsoft.com/office/drawing/2014/main" id="{36AB9A25-94CB-4630-BD5F-4E2F5911EF49}"/>
                </a:ext>
              </a:extLst>
            </p:cNvPr>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4" name="îṥḻiḍè">
              <a:extLst>
                <a:ext uri="{FF2B5EF4-FFF2-40B4-BE49-F238E27FC236}">
                  <a16:creationId xmlns:a16="http://schemas.microsoft.com/office/drawing/2014/main" id="{62EE5699-36B8-4CE6-8D56-3CD6FC6FB613}"/>
                </a:ext>
              </a:extLst>
            </p:cNvPr>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5" name="íṩḷîḋe">
              <a:extLst>
                <a:ext uri="{FF2B5EF4-FFF2-40B4-BE49-F238E27FC236}">
                  <a16:creationId xmlns:a16="http://schemas.microsoft.com/office/drawing/2014/main" id="{F2543357-F377-48D5-A8CD-5DAA42BA9A24}"/>
                </a:ext>
              </a:extLst>
            </p:cNvPr>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6" name="iṧḻiḋè">
              <a:extLst>
                <a:ext uri="{FF2B5EF4-FFF2-40B4-BE49-F238E27FC236}">
                  <a16:creationId xmlns:a16="http://schemas.microsoft.com/office/drawing/2014/main" id="{C2138388-F16D-47EA-9CCA-3A4EA7325440}"/>
                </a:ext>
              </a:extLst>
            </p:cNvPr>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7" name="î$ľíḓè">
              <a:extLst>
                <a:ext uri="{FF2B5EF4-FFF2-40B4-BE49-F238E27FC236}">
                  <a16:creationId xmlns:a16="http://schemas.microsoft.com/office/drawing/2014/main" id="{91A37DEF-E9D7-4008-8AEC-E7E3699EFF33}"/>
                </a:ext>
              </a:extLst>
            </p:cNvPr>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8" name="ïsľíďe">
              <a:extLst>
                <a:ext uri="{FF2B5EF4-FFF2-40B4-BE49-F238E27FC236}">
                  <a16:creationId xmlns:a16="http://schemas.microsoft.com/office/drawing/2014/main" id="{8B450D92-90CE-49DF-915E-BDBA4B37FEB4}"/>
                </a:ext>
              </a:extLst>
            </p:cNvPr>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9" name="íšḷïdé">
              <a:extLst>
                <a:ext uri="{FF2B5EF4-FFF2-40B4-BE49-F238E27FC236}">
                  <a16:creationId xmlns:a16="http://schemas.microsoft.com/office/drawing/2014/main" id="{BF6C257F-60A0-450D-978D-CE06AF7863DA}"/>
                </a:ext>
              </a:extLst>
            </p:cNvPr>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0" name="ïslîḍê">
              <a:extLst>
                <a:ext uri="{FF2B5EF4-FFF2-40B4-BE49-F238E27FC236}">
                  <a16:creationId xmlns:a16="http://schemas.microsoft.com/office/drawing/2014/main" id="{9819D427-9541-436B-860C-1FD44FB74E80}"/>
                </a:ext>
              </a:extLst>
            </p:cNvPr>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1" name="îŝľíḍè">
              <a:extLst>
                <a:ext uri="{FF2B5EF4-FFF2-40B4-BE49-F238E27FC236}">
                  <a16:creationId xmlns:a16="http://schemas.microsoft.com/office/drawing/2014/main" id="{1D3AADD9-8617-423D-8966-AEBA349D03A6}"/>
                </a:ext>
              </a:extLst>
            </p:cNvPr>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2" name="íşľîḑé">
              <a:extLst>
                <a:ext uri="{FF2B5EF4-FFF2-40B4-BE49-F238E27FC236}">
                  <a16:creationId xmlns:a16="http://schemas.microsoft.com/office/drawing/2014/main" id="{12958C45-5005-42B6-BB92-08890B95AB24}"/>
                </a:ext>
              </a:extLst>
            </p:cNvPr>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3" name="íSḷîḍè">
              <a:extLst>
                <a:ext uri="{FF2B5EF4-FFF2-40B4-BE49-F238E27FC236}">
                  <a16:creationId xmlns:a16="http://schemas.microsoft.com/office/drawing/2014/main" id="{0DDEE709-EA80-4AF7-AE58-CECDF23F970C}"/>
                </a:ext>
              </a:extLst>
            </p:cNvPr>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4" name="ïşļîḍè">
              <a:extLst>
                <a:ext uri="{FF2B5EF4-FFF2-40B4-BE49-F238E27FC236}">
                  <a16:creationId xmlns:a16="http://schemas.microsoft.com/office/drawing/2014/main" id="{F263F6EA-98F1-48A8-8333-083DA1387C7A}"/>
                </a:ext>
              </a:extLst>
            </p:cNvPr>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5" name="ísḷiḋe">
              <a:extLst>
                <a:ext uri="{FF2B5EF4-FFF2-40B4-BE49-F238E27FC236}">
                  <a16:creationId xmlns:a16="http://schemas.microsoft.com/office/drawing/2014/main" id="{9BD0916F-22CA-42E3-B22D-2C850A498619}"/>
                </a:ext>
              </a:extLst>
            </p:cNvPr>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6" name="išḷîḓe">
              <a:extLst>
                <a:ext uri="{FF2B5EF4-FFF2-40B4-BE49-F238E27FC236}">
                  <a16:creationId xmlns:a16="http://schemas.microsoft.com/office/drawing/2014/main" id="{B6D52B73-BE84-45BA-8AB4-9EB84D1995C0}"/>
                </a:ext>
              </a:extLst>
            </p:cNvPr>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7" name="ïṩļidê">
              <a:extLst>
                <a:ext uri="{FF2B5EF4-FFF2-40B4-BE49-F238E27FC236}">
                  <a16:creationId xmlns:a16="http://schemas.microsoft.com/office/drawing/2014/main" id="{383628CA-30D5-43CC-B821-DE5FEBF11D4C}"/>
                </a:ext>
              </a:extLst>
            </p:cNvPr>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8" name="îṧliḑe">
              <a:extLst>
                <a:ext uri="{FF2B5EF4-FFF2-40B4-BE49-F238E27FC236}">
                  <a16:creationId xmlns:a16="http://schemas.microsoft.com/office/drawing/2014/main" id="{BDAA0A49-5C2B-4585-B4FE-70AAEB462777}"/>
                </a:ext>
              </a:extLst>
            </p:cNvPr>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9" name="ïśḷïḓè">
              <a:extLst>
                <a:ext uri="{FF2B5EF4-FFF2-40B4-BE49-F238E27FC236}">
                  <a16:creationId xmlns:a16="http://schemas.microsoft.com/office/drawing/2014/main" id="{AD0C72DE-256F-4C09-BA64-D4CA2C411624}"/>
                </a:ext>
              </a:extLst>
            </p:cNvPr>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0" name="ísliďè">
              <a:extLst>
                <a:ext uri="{FF2B5EF4-FFF2-40B4-BE49-F238E27FC236}">
                  <a16:creationId xmlns:a16="http://schemas.microsoft.com/office/drawing/2014/main" id="{2F837E10-14A9-4BA0-8340-06C31C10B5F7}"/>
                </a:ext>
              </a:extLst>
            </p:cNvPr>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1" name="ïsḷíḍé">
              <a:extLst>
                <a:ext uri="{FF2B5EF4-FFF2-40B4-BE49-F238E27FC236}">
                  <a16:creationId xmlns:a16="http://schemas.microsoft.com/office/drawing/2014/main" id="{79BB46E3-54D0-49A5-BF4A-474DCDFA6C6D}"/>
                </a:ext>
              </a:extLst>
            </p:cNvPr>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2" name="ïšlîḑê">
              <a:extLst>
                <a:ext uri="{FF2B5EF4-FFF2-40B4-BE49-F238E27FC236}">
                  <a16:creationId xmlns:a16="http://schemas.microsoft.com/office/drawing/2014/main" id="{B45F29C5-FF4F-451C-8EFC-19CCB72B3453}"/>
                </a:ext>
              </a:extLst>
            </p:cNvPr>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3" name="îṧḻîḓé">
              <a:extLst>
                <a:ext uri="{FF2B5EF4-FFF2-40B4-BE49-F238E27FC236}">
                  <a16:creationId xmlns:a16="http://schemas.microsoft.com/office/drawing/2014/main" id="{6BA7DE44-2DB8-42F6-9D02-34E75946BF3B}"/>
                </a:ext>
              </a:extLst>
            </p:cNvPr>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4" name="iśļîḋê">
              <a:extLst>
                <a:ext uri="{FF2B5EF4-FFF2-40B4-BE49-F238E27FC236}">
                  <a16:creationId xmlns:a16="http://schemas.microsoft.com/office/drawing/2014/main" id="{E8DE8974-BEEA-4844-8ABB-31BBA3358808}"/>
                </a:ext>
              </a:extLst>
            </p:cNvPr>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cxnSp>
        <p:nvCxnSpPr>
          <p:cNvPr id="155" name="直接连接符 154">
            <a:extLst>
              <a:ext uri="{FF2B5EF4-FFF2-40B4-BE49-F238E27FC236}">
                <a16:creationId xmlns:a16="http://schemas.microsoft.com/office/drawing/2014/main" id="{7647F5A0-2273-4B62-8226-E315415F2120}"/>
              </a:ext>
            </a:extLst>
          </p:cNvPr>
          <p:cNvCxnSpPr/>
          <p:nvPr userDrawn="1"/>
        </p:nvCxnSpPr>
        <p:spPr>
          <a:xfrm>
            <a:off x="1055688" y="1034980"/>
            <a:ext cx="10052913" cy="0"/>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sp>
        <p:nvSpPr>
          <p:cNvPr id="160" name="矩形 159">
            <a:extLst>
              <a:ext uri="{FF2B5EF4-FFF2-40B4-BE49-F238E27FC236}">
                <a16:creationId xmlns:a16="http://schemas.microsoft.com/office/drawing/2014/main" id="{DF8440DC-AD18-4153-BE1C-A514B60C531F}"/>
              </a:ext>
            </a:extLst>
          </p:cNvPr>
          <p:cNvSpPr/>
          <p:nvPr userDrawn="1"/>
        </p:nvSpPr>
        <p:spPr>
          <a:xfrm>
            <a:off x="1050157" y="1168724"/>
            <a:ext cx="144000" cy="360000"/>
          </a:xfrm>
          <a:prstGeom prst="rect">
            <a:avLst/>
          </a:prstGeom>
          <a:solidFill>
            <a:srgbClr val="AD5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a:extLst>
              <a:ext uri="{FF2B5EF4-FFF2-40B4-BE49-F238E27FC236}">
                <a16:creationId xmlns:a16="http://schemas.microsoft.com/office/drawing/2014/main" id="{901F03B7-88D9-4095-84DB-8F36A8BFAF52}"/>
              </a:ext>
            </a:extLst>
          </p:cNvPr>
          <p:cNvSpPr/>
          <p:nvPr userDrawn="1"/>
        </p:nvSpPr>
        <p:spPr>
          <a:xfrm>
            <a:off x="1246042" y="1234410"/>
            <a:ext cx="144000" cy="288000"/>
          </a:xfrm>
          <a:prstGeom prst="rect">
            <a:avLst/>
          </a:prstGeom>
          <a:solidFill>
            <a:srgbClr val="C27D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a:extLst>
              <a:ext uri="{FF2B5EF4-FFF2-40B4-BE49-F238E27FC236}">
                <a16:creationId xmlns:a16="http://schemas.microsoft.com/office/drawing/2014/main" id="{0CAF3797-4E1F-446A-A958-105EB8EF27E3}"/>
              </a:ext>
            </a:extLst>
          </p:cNvPr>
          <p:cNvSpPr/>
          <p:nvPr userDrawn="1"/>
        </p:nvSpPr>
        <p:spPr>
          <a:xfrm>
            <a:off x="1441927" y="1300975"/>
            <a:ext cx="144000" cy="216000"/>
          </a:xfrm>
          <a:prstGeom prst="rect">
            <a:avLst/>
          </a:prstGeom>
          <a:solidFill>
            <a:srgbClr val="D6A8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标题 1">
            <a:extLst>
              <a:ext uri="{FF2B5EF4-FFF2-40B4-BE49-F238E27FC236}">
                <a16:creationId xmlns:a16="http://schemas.microsoft.com/office/drawing/2014/main" id="{E7409A37-C7A1-4683-A8B7-45FD39140A92}"/>
              </a:ext>
            </a:extLst>
          </p:cNvPr>
          <p:cNvSpPr>
            <a:spLocks noGrp="1"/>
          </p:cNvSpPr>
          <p:nvPr>
            <p:ph type="title"/>
          </p:nvPr>
        </p:nvSpPr>
        <p:spPr>
          <a:xfrm>
            <a:off x="1605647" y="1300976"/>
            <a:ext cx="3247707" cy="227748"/>
          </a:xfrm>
        </p:spPr>
        <p:txBody>
          <a:bodyPr>
            <a:normAutofit/>
          </a:bodyPr>
          <a:lstStyle>
            <a:lvl1pPr>
              <a:defRPr sz="2000" b="1">
                <a:solidFill>
                  <a:srgbClr val="992677"/>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45390165"/>
      </p:ext>
    </p:extLst>
  </p:cSld>
  <p:clrMapOvr>
    <a:masterClrMapping/>
  </p:clrMapOvr>
  <p:extLst>
    <p:ext uri="{DCECCB84-F9BA-43D5-87BE-67443E8EF086}">
      <p15:sldGuideLst xmlns:p15="http://schemas.microsoft.com/office/powerpoint/2012/main">
        <p15:guide id="1" orient="horz" pos="95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章节二">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294A1914-730C-4AE0-8361-34C3920176E7}"/>
              </a:ext>
            </a:extLst>
          </p:cNvPr>
          <p:cNvSpPr/>
          <p:nvPr userDrawn="1"/>
        </p:nvSpPr>
        <p:spPr>
          <a:xfrm>
            <a:off x="3322439" y="505917"/>
            <a:ext cx="1295062" cy="384050"/>
          </a:xfrm>
          <a:prstGeom prst="roundRect">
            <a:avLst>
              <a:gd name="adj" fmla="val 50000"/>
            </a:avLst>
          </a:prstGeom>
          <a:solidFill>
            <a:srgbClr val="992677"/>
          </a:solidFill>
          <a:ln>
            <a:noFill/>
          </a:ln>
          <a:effectLst>
            <a:outerShdw blurRad="63500" sx="102000" sy="102000" algn="ctr" rotWithShape="0">
              <a:srgbClr val="992677">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ea typeface="冬青黑体简体中文 W3"/>
              <a:cs typeface="+mn-cs"/>
            </a:endParaRPr>
          </a:p>
        </p:txBody>
      </p:sp>
      <p:sp>
        <p:nvSpPr>
          <p:cNvPr id="8" name="文本框 7">
            <a:extLst>
              <a:ext uri="{FF2B5EF4-FFF2-40B4-BE49-F238E27FC236}">
                <a16:creationId xmlns:a16="http://schemas.microsoft.com/office/drawing/2014/main" id="{B1C86DCC-D7AB-4B02-AE00-7A0AD5907856}"/>
              </a:ext>
            </a:extLst>
          </p:cNvPr>
          <p:cNvSpPr txBox="1"/>
          <p:nvPr userDrawn="1"/>
        </p:nvSpPr>
        <p:spPr>
          <a:xfrm>
            <a:off x="221581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章节一</a:t>
            </a:r>
          </a:p>
        </p:txBody>
      </p:sp>
      <p:sp>
        <p:nvSpPr>
          <p:cNvPr id="9" name="文本框 8">
            <a:extLst>
              <a:ext uri="{FF2B5EF4-FFF2-40B4-BE49-F238E27FC236}">
                <a16:creationId xmlns:a16="http://schemas.microsoft.com/office/drawing/2014/main" id="{4E591D5F-5D3D-4CBA-AB21-239560AE1DF9}"/>
              </a:ext>
            </a:extLst>
          </p:cNvPr>
          <p:cNvSpPr txBox="1"/>
          <p:nvPr userDrawn="1"/>
        </p:nvSpPr>
        <p:spPr>
          <a:xfrm>
            <a:off x="349009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chemeClr val="bg1"/>
                </a:solidFill>
                <a:effectLst/>
                <a:uLnTx/>
                <a:uFillTx/>
                <a:latin typeface="微软雅黑" panose="020B0503020204020204" pitchFamily="34" charset="-122"/>
                <a:ea typeface="微软雅黑" panose="020B0503020204020204" pitchFamily="34" charset="-122"/>
              </a:rPr>
              <a:t>章节二</a:t>
            </a:r>
          </a:p>
        </p:txBody>
      </p:sp>
      <p:sp>
        <p:nvSpPr>
          <p:cNvPr id="10" name="文本框 9">
            <a:extLst>
              <a:ext uri="{FF2B5EF4-FFF2-40B4-BE49-F238E27FC236}">
                <a16:creationId xmlns:a16="http://schemas.microsoft.com/office/drawing/2014/main" id="{EB357BE7-B3E3-4B31-BD3F-941FCADB74C7}"/>
              </a:ext>
            </a:extLst>
          </p:cNvPr>
          <p:cNvSpPr txBox="1"/>
          <p:nvPr userDrawn="1"/>
        </p:nvSpPr>
        <p:spPr>
          <a:xfrm>
            <a:off x="476438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章节三</a:t>
            </a:r>
          </a:p>
        </p:txBody>
      </p:sp>
      <p:sp>
        <p:nvSpPr>
          <p:cNvPr id="11" name="文本框 10">
            <a:extLst>
              <a:ext uri="{FF2B5EF4-FFF2-40B4-BE49-F238E27FC236}">
                <a16:creationId xmlns:a16="http://schemas.microsoft.com/office/drawing/2014/main" id="{8B1A9144-3805-4806-AC1B-20EB3A5D7D00}"/>
              </a:ext>
            </a:extLst>
          </p:cNvPr>
          <p:cNvSpPr txBox="1"/>
          <p:nvPr userDrawn="1"/>
        </p:nvSpPr>
        <p:spPr>
          <a:xfrm>
            <a:off x="603866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章节四</a:t>
            </a:r>
          </a:p>
        </p:txBody>
      </p:sp>
      <p:sp>
        <p:nvSpPr>
          <p:cNvPr id="12" name="文本框 11">
            <a:extLst>
              <a:ext uri="{FF2B5EF4-FFF2-40B4-BE49-F238E27FC236}">
                <a16:creationId xmlns:a16="http://schemas.microsoft.com/office/drawing/2014/main" id="{0FC01A57-0822-430F-8BE0-2F6821BAECE2}"/>
              </a:ext>
            </a:extLst>
          </p:cNvPr>
          <p:cNvSpPr txBox="1"/>
          <p:nvPr userDrawn="1"/>
        </p:nvSpPr>
        <p:spPr>
          <a:xfrm>
            <a:off x="731295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章节五</a:t>
            </a:r>
          </a:p>
        </p:txBody>
      </p:sp>
      <p:sp>
        <p:nvSpPr>
          <p:cNvPr id="13" name="文本框 12">
            <a:extLst>
              <a:ext uri="{FF2B5EF4-FFF2-40B4-BE49-F238E27FC236}">
                <a16:creationId xmlns:a16="http://schemas.microsoft.com/office/drawing/2014/main" id="{2A4BA6EB-707E-4279-8CB1-1DFA1E7FF2DD}"/>
              </a:ext>
            </a:extLst>
          </p:cNvPr>
          <p:cNvSpPr txBox="1"/>
          <p:nvPr userDrawn="1"/>
        </p:nvSpPr>
        <p:spPr>
          <a:xfrm>
            <a:off x="8587241"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章节六</a:t>
            </a:r>
          </a:p>
        </p:txBody>
      </p:sp>
      <p:grpSp>
        <p:nvGrpSpPr>
          <p:cNvPr id="14"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05E4818C-6D32-45A3-BB80-0DCE01A12E6F}"/>
              </a:ext>
            </a:extLst>
          </p:cNvPr>
          <p:cNvGrpSpPr>
            <a:grpSpLocks noChangeAspect="1"/>
          </p:cNvGrpSpPr>
          <p:nvPr userDrawn="1">
            <p:custDataLst>
              <p:tags r:id="rId1"/>
            </p:custDataLst>
          </p:nvPr>
        </p:nvGrpSpPr>
        <p:grpSpPr>
          <a:xfrm>
            <a:off x="9870454" y="552258"/>
            <a:ext cx="1265859" cy="291971"/>
            <a:chOff x="2035175" y="2493963"/>
            <a:chExt cx="8121650" cy="1873250"/>
          </a:xfrm>
        </p:grpSpPr>
        <p:sp>
          <p:nvSpPr>
            <p:cNvPr id="15" name="iṡľïḑê">
              <a:extLst>
                <a:ext uri="{FF2B5EF4-FFF2-40B4-BE49-F238E27FC236}">
                  <a16:creationId xmlns:a16="http://schemas.microsoft.com/office/drawing/2014/main" id="{21EBF875-2E33-4304-8971-CDFEB218E644}"/>
                </a:ext>
              </a:extLst>
            </p:cNvPr>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 name="íṩ1iḓê">
              <a:extLst>
                <a:ext uri="{FF2B5EF4-FFF2-40B4-BE49-F238E27FC236}">
                  <a16:creationId xmlns:a16="http://schemas.microsoft.com/office/drawing/2014/main" id="{F5911983-EA87-49B4-93BD-B0719655570B}"/>
                </a:ext>
              </a:extLst>
            </p:cNvPr>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 name="î$ľîḑè">
              <a:extLst>
                <a:ext uri="{FF2B5EF4-FFF2-40B4-BE49-F238E27FC236}">
                  <a16:creationId xmlns:a16="http://schemas.microsoft.com/office/drawing/2014/main" id="{4005F19D-C7E4-497E-BDC5-21042D710CF0}"/>
                </a:ext>
              </a:extLst>
            </p:cNvPr>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 name="isḷiďè">
              <a:extLst>
                <a:ext uri="{FF2B5EF4-FFF2-40B4-BE49-F238E27FC236}">
                  <a16:creationId xmlns:a16="http://schemas.microsoft.com/office/drawing/2014/main" id="{5B51441F-5976-4D76-9A3A-060871594E24}"/>
                </a:ext>
              </a:extLst>
            </p:cNvPr>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 name="iśľíḋè">
              <a:extLst>
                <a:ext uri="{FF2B5EF4-FFF2-40B4-BE49-F238E27FC236}">
                  <a16:creationId xmlns:a16="http://schemas.microsoft.com/office/drawing/2014/main" id="{1E0919F5-74D7-4675-9011-C26A63B1FFE9}"/>
                </a:ext>
              </a:extLst>
            </p:cNvPr>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 name="iṩḻiḋé">
              <a:extLst>
                <a:ext uri="{FF2B5EF4-FFF2-40B4-BE49-F238E27FC236}">
                  <a16:creationId xmlns:a16="http://schemas.microsoft.com/office/drawing/2014/main" id="{1F68B6EE-C3A7-4108-8573-FF5D715C17AC}"/>
                </a:ext>
              </a:extLst>
            </p:cNvPr>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 name="îṥļïḓè">
              <a:extLst>
                <a:ext uri="{FF2B5EF4-FFF2-40B4-BE49-F238E27FC236}">
                  <a16:creationId xmlns:a16="http://schemas.microsoft.com/office/drawing/2014/main" id="{16308292-AC43-418C-B61D-02C4FA517290}"/>
                </a:ext>
              </a:extLst>
            </p:cNvPr>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 name="ïṥliḍè">
              <a:extLst>
                <a:ext uri="{FF2B5EF4-FFF2-40B4-BE49-F238E27FC236}">
                  <a16:creationId xmlns:a16="http://schemas.microsoft.com/office/drawing/2014/main" id="{F700C2FB-6B4E-4075-9529-8FCE5D22CAF9}"/>
                </a:ext>
              </a:extLst>
            </p:cNvPr>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 name="iśḷíḓê">
              <a:extLst>
                <a:ext uri="{FF2B5EF4-FFF2-40B4-BE49-F238E27FC236}">
                  <a16:creationId xmlns:a16="http://schemas.microsoft.com/office/drawing/2014/main" id="{D2D5F442-6C13-443D-97B1-404D1AA3A8FF}"/>
                </a:ext>
              </a:extLst>
            </p:cNvPr>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 name="isļiḓe">
              <a:extLst>
                <a:ext uri="{FF2B5EF4-FFF2-40B4-BE49-F238E27FC236}">
                  <a16:creationId xmlns:a16="http://schemas.microsoft.com/office/drawing/2014/main" id="{05E48829-741F-4A16-8525-DF837184276C}"/>
                </a:ext>
              </a:extLst>
            </p:cNvPr>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 name="îs1ïdè">
              <a:extLst>
                <a:ext uri="{FF2B5EF4-FFF2-40B4-BE49-F238E27FC236}">
                  <a16:creationId xmlns:a16="http://schemas.microsoft.com/office/drawing/2014/main" id="{226B8731-BF4C-41AE-8C67-E3BF31D8EC31}"/>
                </a:ext>
              </a:extLst>
            </p:cNvPr>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 name="iṡḻïďe">
              <a:extLst>
                <a:ext uri="{FF2B5EF4-FFF2-40B4-BE49-F238E27FC236}">
                  <a16:creationId xmlns:a16="http://schemas.microsoft.com/office/drawing/2014/main" id="{16734C6C-2457-455E-A517-77AC6F45FCB8}"/>
                </a:ext>
              </a:extLst>
            </p:cNvPr>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 name="ï$ľídè">
              <a:extLst>
                <a:ext uri="{FF2B5EF4-FFF2-40B4-BE49-F238E27FC236}">
                  <a16:creationId xmlns:a16="http://schemas.microsoft.com/office/drawing/2014/main" id="{3E82DFF3-2EFD-479C-A04A-86495A6DC8C2}"/>
                </a:ext>
              </a:extLst>
            </p:cNvPr>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 name="isḻïḋê">
              <a:extLst>
                <a:ext uri="{FF2B5EF4-FFF2-40B4-BE49-F238E27FC236}">
                  <a16:creationId xmlns:a16="http://schemas.microsoft.com/office/drawing/2014/main" id="{A179DC8D-DF01-4CBD-BDF9-481DC9471784}"/>
                </a:ext>
              </a:extLst>
            </p:cNvPr>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 name="îṧḷïde">
              <a:extLst>
                <a:ext uri="{FF2B5EF4-FFF2-40B4-BE49-F238E27FC236}">
                  <a16:creationId xmlns:a16="http://schemas.microsoft.com/office/drawing/2014/main" id="{AA76FF70-F247-4FF3-9FFC-ED0113549FB5}"/>
                </a:ext>
              </a:extLst>
            </p:cNvPr>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 name="iṣḷíḍé">
              <a:extLst>
                <a:ext uri="{FF2B5EF4-FFF2-40B4-BE49-F238E27FC236}">
                  <a16:creationId xmlns:a16="http://schemas.microsoft.com/office/drawing/2014/main" id="{FB877752-1D94-4EF5-A635-BA5F059E853A}"/>
                </a:ext>
              </a:extLst>
            </p:cNvPr>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 name="isľïde">
              <a:extLst>
                <a:ext uri="{FF2B5EF4-FFF2-40B4-BE49-F238E27FC236}">
                  <a16:creationId xmlns:a16="http://schemas.microsoft.com/office/drawing/2014/main" id="{978E29AF-406C-4CF9-8F82-42B58C12AB02}"/>
                </a:ext>
              </a:extLst>
            </p:cNvPr>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 name="îślîḍé">
              <a:extLst>
                <a:ext uri="{FF2B5EF4-FFF2-40B4-BE49-F238E27FC236}">
                  <a16:creationId xmlns:a16="http://schemas.microsoft.com/office/drawing/2014/main" id="{ED4DE3B2-154B-4910-939E-16AB2DD63C6A}"/>
                </a:ext>
              </a:extLst>
            </p:cNvPr>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 name="îŝḻiďé">
              <a:extLst>
                <a:ext uri="{FF2B5EF4-FFF2-40B4-BE49-F238E27FC236}">
                  <a16:creationId xmlns:a16="http://schemas.microsoft.com/office/drawing/2014/main" id="{F988A654-FD35-4992-ABD4-C52C5E3795E2}"/>
                </a:ext>
              </a:extLst>
            </p:cNvPr>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 name="íṣḻiḋè">
              <a:extLst>
                <a:ext uri="{FF2B5EF4-FFF2-40B4-BE49-F238E27FC236}">
                  <a16:creationId xmlns:a16="http://schemas.microsoft.com/office/drawing/2014/main" id="{CE8F193C-0CAA-43C3-817B-1F96B0C0086C}"/>
                </a:ext>
              </a:extLst>
            </p:cNvPr>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5" name="îSlîḓè">
              <a:extLst>
                <a:ext uri="{FF2B5EF4-FFF2-40B4-BE49-F238E27FC236}">
                  <a16:creationId xmlns:a16="http://schemas.microsoft.com/office/drawing/2014/main" id="{2514EDEA-DC9C-4EB0-83FE-74965FD0CF8F}"/>
                </a:ext>
              </a:extLst>
            </p:cNvPr>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6" name="iṩḷïdê">
              <a:extLst>
                <a:ext uri="{FF2B5EF4-FFF2-40B4-BE49-F238E27FC236}">
                  <a16:creationId xmlns:a16="http://schemas.microsoft.com/office/drawing/2014/main" id="{52E30F9C-597D-40FA-BF4F-F97BFA2DE3F2}"/>
                </a:ext>
              </a:extLst>
            </p:cNvPr>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7" name="ïś1ïḍê">
              <a:extLst>
                <a:ext uri="{FF2B5EF4-FFF2-40B4-BE49-F238E27FC236}">
                  <a16:creationId xmlns:a16="http://schemas.microsoft.com/office/drawing/2014/main" id="{62981F57-B12D-4467-AC92-6090EE0D7EE9}"/>
                </a:ext>
              </a:extLst>
            </p:cNvPr>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8" name="îşliḍè">
              <a:extLst>
                <a:ext uri="{FF2B5EF4-FFF2-40B4-BE49-F238E27FC236}">
                  <a16:creationId xmlns:a16="http://schemas.microsoft.com/office/drawing/2014/main" id="{7CC5D64E-2CA3-444F-BEAA-45E4ABE01F5A}"/>
                </a:ext>
              </a:extLst>
            </p:cNvPr>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9" name="išḷidê">
              <a:extLst>
                <a:ext uri="{FF2B5EF4-FFF2-40B4-BE49-F238E27FC236}">
                  <a16:creationId xmlns:a16="http://schemas.microsoft.com/office/drawing/2014/main" id="{9E4FB28D-A886-41E8-8DB4-95C90332EAAE}"/>
                </a:ext>
              </a:extLst>
            </p:cNvPr>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0" name="îSḻiḍe">
              <a:extLst>
                <a:ext uri="{FF2B5EF4-FFF2-40B4-BE49-F238E27FC236}">
                  <a16:creationId xmlns:a16="http://schemas.microsoft.com/office/drawing/2014/main" id="{068D8592-0DC6-4641-9B26-2607B3BADEAA}"/>
                </a:ext>
              </a:extLst>
            </p:cNvPr>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1" name="ïṧļïḍe">
              <a:extLst>
                <a:ext uri="{FF2B5EF4-FFF2-40B4-BE49-F238E27FC236}">
                  <a16:creationId xmlns:a16="http://schemas.microsoft.com/office/drawing/2014/main" id="{D03FCC6D-5EAA-46A7-AA90-C34007E47344}"/>
                </a:ext>
              </a:extLst>
            </p:cNvPr>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2" name="îŝļïḋé">
              <a:extLst>
                <a:ext uri="{FF2B5EF4-FFF2-40B4-BE49-F238E27FC236}">
                  <a16:creationId xmlns:a16="http://schemas.microsoft.com/office/drawing/2014/main" id="{915BF9C1-D856-44C7-A4C4-BF6EE0D122F0}"/>
                </a:ext>
              </a:extLst>
            </p:cNvPr>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3" name="îṡlïḍe">
              <a:extLst>
                <a:ext uri="{FF2B5EF4-FFF2-40B4-BE49-F238E27FC236}">
                  <a16:creationId xmlns:a16="http://schemas.microsoft.com/office/drawing/2014/main" id="{F4134365-6B5C-42A8-B1DD-68D342970CF4}"/>
                </a:ext>
              </a:extLst>
            </p:cNvPr>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4" name="ïśļïḑê">
              <a:extLst>
                <a:ext uri="{FF2B5EF4-FFF2-40B4-BE49-F238E27FC236}">
                  <a16:creationId xmlns:a16="http://schemas.microsoft.com/office/drawing/2014/main" id="{9917A9B4-EE81-48D8-B09F-663944C7DC7B}"/>
                </a:ext>
              </a:extLst>
            </p:cNvPr>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5" name="îSľïde">
              <a:extLst>
                <a:ext uri="{FF2B5EF4-FFF2-40B4-BE49-F238E27FC236}">
                  <a16:creationId xmlns:a16="http://schemas.microsoft.com/office/drawing/2014/main" id="{2F9B5FE5-6329-4F9A-8458-0A22DA511D1C}"/>
                </a:ext>
              </a:extLst>
            </p:cNvPr>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6" name="iṧḻïdé">
              <a:extLst>
                <a:ext uri="{FF2B5EF4-FFF2-40B4-BE49-F238E27FC236}">
                  <a16:creationId xmlns:a16="http://schemas.microsoft.com/office/drawing/2014/main" id="{B23E7A52-3FF6-4116-9C77-BBA6B94F8655}"/>
                </a:ext>
              </a:extLst>
            </p:cNvPr>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7" name="íŝļíḑé">
              <a:extLst>
                <a:ext uri="{FF2B5EF4-FFF2-40B4-BE49-F238E27FC236}">
                  <a16:creationId xmlns:a16="http://schemas.microsoft.com/office/drawing/2014/main" id="{FCA87CFD-3484-4169-91E2-23E0DC28F60A}"/>
                </a:ext>
              </a:extLst>
            </p:cNvPr>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8" name="ï$ļiḑé">
              <a:extLst>
                <a:ext uri="{FF2B5EF4-FFF2-40B4-BE49-F238E27FC236}">
                  <a16:creationId xmlns:a16="http://schemas.microsoft.com/office/drawing/2014/main" id="{D85D9EB4-F0BB-4B83-A9AD-EB02574D9A2D}"/>
                </a:ext>
              </a:extLst>
            </p:cNvPr>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9" name="îṧļïde">
              <a:extLst>
                <a:ext uri="{FF2B5EF4-FFF2-40B4-BE49-F238E27FC236}">
                  <a16:creationId xmlns:a16="http://schemas.microsoft.com/office/drawing/2014/main" id="{490DEA51-4BE3-499E-8637-E810C35C59E4}"/>
                </a:ext>
              </a:extLst>
            </p:cNvPr>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0" name="íşlîḍè">
              <a:extLst>
                <a:ext uri="{FF2B5EF4-FFF2-40B4-BE49-F238E27FC236}">
                  <a16:creationId xmlns:a16="http://schemas.microsoft.com/office/drawing/2014/main" id="{072207E6-776E-40D1-A432-580AA8774088}"/>
                </a:ext>
              </a:extLst>
            </p:cNvPr>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1" name="îŝļîďé">
              <a:extLst>
                <a:ext uri="{FF2B5EF4-FFF2-40B4-BE49-F238E27FC236}">
                  <a16:creationId xmlns:a16="http://schemas.microsoft.com/office/drawing/2014/main" id="{5DA741F1-B799-4A3B-AA72-8E0B51C85336}"/>
                </a:ext>
              </a:extLst>
            </p:cNvPr>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2" name="îŝlîḑê">
              <a:extLst>
                <a:ext uri="{FF2B5EF4-FFF2-40B4-BE49-F238E27FC236}">
                  <a16:creationId xmlns:a16="http://schemas.microsoft.com/office/drawing/2014/main" id="{9F4CDE23-4FE3-4F78-AB0E-BA5271864C2F}"/>
                </a:ext>
              </a:extLst>
            </p:cNvPr>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3" name="îṣḷïdè">
              <a:extLst>
                <a:ext uri="{FF2B5EF4-FFF2-40B4-BE49-F238E27FC236}">
                  <a16:creationId xmlns:a16="http://schemas.microsoft.com/office/drawing/2014/main" id="{A9941096-36C9-4F7C-93A1-3B4CB8FF8BF6}"/>
                </a:ext>
              </a:extLst>
            </p:cNvPr>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4" name="íśļîḍè">
              <a:extLst>
                <a:ext uri="{FF2B5EF4-FFF2-40B4-BE49-F238E27FC236}">
                  <a16:creationId xmlns:a16="http://schemas.microsoft.com/office/drawing/2014/main" id="{FC2432E0-644C-4353-AC94-8AE91A4CDE88}"/>
                </a:ext>
              </a:extLst>
            </p:cNvPr>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5" name="íśļïḍe">
              <a:extLst>
                <a:ext uri="{FF2B5EF4-FFF2-40B4-BE49-F238E27FC236}">
                  <a16:creationId xmlns:a16="http://schemas.microsoft.com/office/drawing/2014/main" id="{B93DE861-A8ED-4C18-8D74-FBB89220A7C9}"/>
                </a:ext>
              </a:extLst>
            </p:cNvPr>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6" name="íŝliḓê">
              <a:extLst>
                <a:ext uri="{FF2B5EF4-FFF2-40B4-BE49-F238E27FC236}">
                  <a16:creationId xmlns:a16="http://schemas.microsoft.com/office/drawing/2014/main" id="{E8669F55-5668-4A29-93BC-D4EA093C384B}"/>
                </a:ext>
              </a:extLst>
            </p:cNvPr>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7" name="iślïḓê">
              <a:extLst>
                <a:ext uri="{FF2B5EF4-FFF2-40B4-BE49-F238E27FC236}">
                  <a16:creationId xmlns:a16="http://schemas.microsoft.com/office/drawing/2014/main" id="{7C27A011-DE19-470A-86CD-0E0F444E253F}"/>
                </a:ext>
              </a:extLst>
            </p:cNvPr>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8" name="íSlïdè">
              <a:extLst>
                <a:ext uri="{FF2B5EF4-FFF2-40B4-BE49-F238E27FC236}">
                  <a16:creationId xmlns:a16="http://schemas.microsoft.com/office/drawing/2014/main" id="{712FFE47-9499-416F-A834-12EE084DA657}"/>
                </a:ext>
              </a:extLst>
            </p:cNvPr>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9" name="iṣḻïḍe">
              <a:extLst>
                <a:ext uri="{FF2B5EF4-FFF2-40B4-BE49-F238E27FC236}">
                  <a16:creationId xmlns:a16="http://schemas.microsoft.com/office/drawing/2014/main" id="{8BC58EA5-9C32-4398-B502-0E6038A81D1A}"/>
                </a:ext>
              </a:extLst>
            </p:cNvPr>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0" name="ïşľidé">
              <a:extLst>
                <a:ext uri="{FF2B5EF4-FFF2-40B4-BE49-F238E27FC236}">
                  <a16:creationId xmlns:a16="http://schemas.microsoft.com/office/drawing/2014/main" id="{4FAC4605-992F-4633-8F67-B277116FEF3D}"/>
                </a:ext>
              </a:extLst>
            </p:cNvPr>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1" name="ïṣliḋê">
              <a:extLst>
                <a:ext uri="{FF2B5EF4-FFF2-40B4-BE49-F238E27FC236}">
                  <a16:creationId xmlns:a16="http://schemas.microsoft.com/office/drawing/2014/main" id="{82721167-108E-4BAE-AC5A-096DAD4D8F0E}"/>
                </a:ext>
              </a:extLst>
            </p:cNvPr>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2" name="îṩḻiḓê">
              <a:extLst>
                <a:ext uri="{FF2B5EF4-FFF2-40B4-BE49-F238E27FC236}">
                  <a16:creationId xmlns:a16="http://schemas.microsoft.com/office/drawing/2014/main" id="{B11492DD-4755-480F-9A6A-39B60E8F1D17}"/>
                </a:ext>
              </a:extLst>
            </p:cNvPr>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3" name="iśļîḋè">
              <a:extLst>
                <a:ext uri="{FF2B5EF4-FFF2-40B4-BE49-F238E27FC236}">
                  <a16:creationId xmlns:a16="http://schemas.microsoft.com/office/drawing/2014/main" id="{EB248B79-3498-49D4-936F-F3211A017B6F}"/>
                </a:ext>
              </a:extLst>
            </p:cNvPr>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4" name="iṣliḓê">
              <a:extLst>
                <a:ext uri="{FF2B5EF4-FFF2-40B4-BE49-F238E27FC236}">
                  <a16:creationId xmlns:a16="http://schemas.microsoft.com/office/drawing/2014/main" id="{471C56B7-8904-4DBE-8B0B-4A7B7B49AFB8}"/>
                </a:ext>
              </a:extLst>
            </p:cNvPr>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5" name="íṡľiḍê">
              <a:extLst>
                <a:ext uri="{FF2B5EF4-FFF2-40B4-BE49-F238E27FC236}">
                  <a16:creationId xmlns:a16="http://schemas.microsoft.com/office/drawing/2014/main" id="{EED42A88-C51F-4A0E-B0A8-DA7ADB58BB5C}"/>
                </a:ext>
              </a:extLst>
            </p:cNvPr>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6" name="íšlîde">
              <a:extLst>
                <a:ext uri="{FF2B5EF4-FFF2-40B4-BE49-F238E27FC236}">
                  <a16:creationId xmlns:a16="http://schemas.microsoft.com/office/drawing/2014/main" id="{08395FDC-12B5-4669-B894-640E06CCCF47}"/>
                </a:ext>
              </a:extLst>
            </p:cNvPr>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7" name="îṡḷíḋé">
              <a:extLst>
                <a:ext uri="{FF2B5EF4-FFF2-40B4-BE49-F238E27FC236}">
                  <a16:creationId xmlns:a16="http://schemas.microsoft.com/office/drawing/2014/main" id="{153BFB9E-74D4-49D9-B521-98FEE8A911AE}"/>
                </a:ext>
              </a:extLst>
            </p:cNvPr>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8" name="îsḻiḓe">
              <a:extLst>
                <a:ext uri="{FF2B5EF4-FFF2-40B4-BE49-F238E27FC236}">
                  <a16:creationId xmlns:a16="http://schemas.microsoft.com/office/drawing/2014/main" id="{93B40905-0652-42C1-B654-B7085DA31AA8}"/>
                </a:ext>
              </a:extLst>
            </p:cNvPr>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9" name="î$ļïdè">
              <a:extLst>
                <a:ext uri="{FF2B5EF4-FFF2-40B4-BE49-F238E27FC236}">
                  <a16:creationId xmlns:a16="http://schemas.microsoft.com/office/drawing/2014/main" id="{F806BD7B-0E2C-4FA4-9F18-192B19F51CD4}"/>
                </a:ext>
              </a:extLst>
            </p:cNvPr>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0" name="îṧḷíḓê">
              <a:extLst>
                <a:ext uri="{FF2B5EF4-FFF2-40B4-BE49-F238E27FC236}">
                  <a16:creationId xmlns:a16="http://schemas.microsoft.com/office/drawing/2014/main" id="{07828178-5846-45E0-83FB-A44B1461D637}"/>
                </a:ext>
              </a:extLst>
            </p:cNvPr>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1" name="íṩ1iḑê">
              <a:extLst>
                <a:ext uri="{FF2B5EF4-FFF2-40B4-BE49-F238E27FC236}">
                  <a16:creationId xmlns:a16="http://schemas.microsoft.com/office/drawing/2014/main" id="{21B6361C-7FEC-4000-A6A5-8FE8A29F97E3}"/>
                </a:ext>
              </a:extLst>
            </p:cNvPr>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2" name="îṥlîdê">
              <a:extLst>
                <a:ext uri="{FF2B5EF4-FFF2-40B4-BE49-F238E27FC236}">
                  <a16:creationId xmlns:a16="http://schemas.microsoft.com/office/drawing/2014/main" id="{D4FC2068-2815-420B-A4A6-91A503EB25B0}"/>
                </a:ext>
              </a:extLst>
            </p:cNvPr>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3" name="îṧľîḑé">
              <a:extLst>
                <a:ext uri="{FF2B5EF4-FFF2-40B4-BE49-F238E27FC236}">
                  <a16:creationId xmlns:a16="http://schemas.microsoft.com/office/drawing/2014/main" id="{B9C522B4-34F9-4D10-A387-7E1815CF16C0}"/>
                </a:ext>
              </a:extLst>
            </p:cNvPr>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4" name="ï$ļíḑe">
              <a:extLst>
                <a:ext uri="{FF2B5EF4-FFF2-40B4-BE49-F238E27FC236}">
                  <a16:creationId xmlns:a16="http://schemas.microsoft.com/office/drawing/2014/main" id="{EFCBEAE2-64BE-4ABA-A31D-ADC22515308F}"/>
                </a:ext>
              </a:extLst>
            </p:cNvPr>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5" name="iṩḷïde">
              <a:extLst>
                <a:ext uri="{FF2B5EF4-FFF2-40B4-BE49-F238E27FC236}">
                  <a16:creationId xmlns:a16="http://schemas.microsoft.com/office/drawing/2014/main" id="{C14ED43F-E10C-4DBF-BA34-F82E7670628B}"/>
                </a:ext>
              </a:extLst>
            </p:cNvPr>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6" name="í$ḷïďê">
              <a:extLst>
                <a:ext uri="{FF2B5EF4-FFF2-40B4-BE49-F238E27FC236}">
                  <a16:creationId xmlns:a16="http://schemas.microsoft.com/office/drawing/2014/main" id="{DD2FF6CC-B147-4643-8914-A61B218BFBAB}"/>
                </a:ext>
              </a:extLst>
            </p:cNvPr>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7" name="îśľïḑe">
              <a:extLst>
                <a:ext uri="{FF2B5EF4-FFF2-40B4-BE49-F238E27FC236}">
                  <a16:creationId xmlns:a16="http://schemas.microsoft.com/office/drawing/2014/main" id="{0BDC6403-0BC7-413F-8F0D-906D25676DA6}"/>
                </a:ext>
              </a:extLst>
            </p:cNvPr>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8" name="ïSlîḍè">
              <a:extLst>
                <a:ext uri="{FF2B5EF4-FFF2-40B4-BE49-F238E27FC236}">
                  <a16:creationId xmlns:a16="http://schemas.microsoft.com/office/drawing/2014/main" id="{8DDC0942-8AEB-4AC6-AB23-FAC848D5D0E5}"/>
                </a:ext>
              </a:extLst>
            </p:cNvPr>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9" name="işliḍé">
              <a:extLst>
                <a:ext uri="{FF2B5EF4-FFF2-40B4-BE49-F238E27FC236}">
                  <a16:creationId xmlns:a16="http://schemas.microsoft.com/office/drawing/2014/main" id="{57CF3391-C47E-40E5-BE72-B5CC11F57867}"/>
                </a:ext>
              </a:extLst>
            </p:cNvPr>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0" name="ísḻïde">
              <a:extLst>
                <a:ext uri="{FF2B5EF4-FFF2-40B4-BE49-F238E27FC236}">
                  <a16:creationId xmlns:a16="http://schemas.microsoft.com/office/drawing/2014/main" id="{29E2C9C6-8C6D-413E-887B-871E72DB057A}"/>
                </a:ext>
              </a:extLst>
            </p:cNvPr>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1" name="iŝļiḋê">
              <a:extLst>
                <a:ext uri="{FF2B5EF4-FFF2-40B4-BE49-F238E27FC236}">
                  <a16:creationId xmlns:a16="http://schemas.microsoft.com/office/drawing/2014/main" id="{E4986174-B198-4249-9DA3-74D50968B690}"/>
                </a:ext>
              </a:extLst>
            </p:cNvPr>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2" name="iṧḷîdè">
              <a:extLst>
                <a:ext uri="{FF2B5EF4-FFF2-40B4-BE49-F238E27FC236}">
                  <a16:creationId xmlns:a16="http://schemas.microsoft.com/office/drawing/2014/main" id="{C457FC7D-3842-4F80-B071-7048B3D0074C}"/>
                </a:ext>
              </a:extLst>
            </p:cNvPr>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3" name="isļíḍè">
              <a:extLst>
                <a:ext uri="{FF2B5EF4-FFF2-40B4-BE49-F238E27FC236}">
                  <a16:creationId xmlns:a16="http://schemas.microsoft.com/office/drawing/2014/main" id="{87B0D939-154A-4845-80AE-C550B447AA5F}"/>
                </a:ext>
              </a:extLst>
            </p:cNvPr>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4" name="ïṡ1íḓe">
              <a:extLst>
                <a:ext uri="{FF2B5EF4-FFF2-40B4-BE49-F238E27FC236}">
                  <a16:creationId xmlns:a16="http://schemas.microsoft.com/office/drawing/2014/main" id="{AD3D220A-5E3E-4186-8E9C-B0DEE907B2E9}"/>
                </a:ext>
              </a:extLst>
            </p:cNvPr>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5" name="isḷiḑê">
              <a:extLst>
                <a:ext uri="{FF2B5EF4-FFF2-40B4-BE49-F238E27FC236}">
                  <a16:creationId xmlns:a16="http://schemas.microsoft.com/office/drawing/2014/main" id="{E915B3B6-17B2-4835-9CAE-58C31D9937C7}"/>
                </a:ext>
              </a:extLst>
            </p:cNvPr>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6" name="ïṥlíḓê">
              <a:extLst>
                <a:ext uri="{FF2B5EF4-FFF2-40B4-BE49-F238E27FC236}">
                  <a16:creationId xmlns:a16="http://schemas.microsoft.com/office/drawing/2014/main" id="{B1FEB00D-B823-4A31-95FC-1D50651B5F9C}"/>
                </a:ext>
              </a:extLst>
            </p:cNvPr>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7" name="îṧḷíḍé">
              <a:extLst>
                <a:ext uri="{FF2B5EF4-FFF2-40B4-BE49-F238E27FC236}">
                  <a16:creationId xmlns:a16="http://schemas.microsoft.com/office/drawing/2014/main" id="{076C0711-9C1A-4B17-8BDA-169779A2ED2A}"/>
                </a:ext>
              </a:extLst>
            </p:cNvPr>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8" name="îṩḻïďè">
              <a:extLst>
                <a:ext uri="{FF2B5EF4-FFF2-40B4-BE49-F238E27FC236}">
                  <a16:creationId xmlns:a16="http://schemas.microsoft.com/office/drawing/2014/main" id="{84CB9B47-6D53-4EA0-8A4A-5214B27ED49F}"/>
                </a:ext>
              </a:extLst>
            </p:cNvPr>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9" name="ïşļídé">
              <a:extLst>
                <a:ext uri="{FF2B5EF4-FFF2-40B4-BE49-F238E27FC236}">
                  <a16:creationId xmlns:a16="http://schemas.microsoft.com/office/drawing/2014/main" id="{D1F79338-0AF1-494A-91BB-155F1751CF0E}"/>
                </a:ext>
              </a:extLst>
            </p:cNvPr>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0" name="iṧḻíďe">
              <a:extLst>
                <a:ext uri="{FF2B5EF4-FFF2-40B4-BE49-F238E27FC236}">
                  <a16:creationId xmlns:a16="http://schemas.microsoft.com/office/drawing/2014/main" id="{8D2F0831-C938-4A2E-9E6B-4059577D81D0}"/>
                </a:ext>
              </a:extLst>
            </p:cNvPr>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1" name="ïSlïḓé">
              <a:extLst>
                <a:ext uri="{FF2B5EF4-FFF2-40B4-BE49-F238E27FC236}">
                  <a16:creationId xmlns:a16="http://schemas.microsoft.com/office/drawing/2014/main" id="{371AC6C4-94ED-41CE-8E41-37BA7B5591A9}"/>
                </a:ext>
              </a:extLst>
            </p:cNvPr>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2" name="išľîḑé">
              <a:extLst>
                <a:ext uri="{FF2B5EF4-FFF2-40B4-BE49-F238E27FC236}">
                  <a16:creationId xmlns:a16="http://schemas.microsoft.com/office/drawing/2014/main" id="{26FE976F-D5A1-4106-9A8E-F4489A21D610}"/>
                </a:ext>
              </a:extLst>
            </p:cNvPr>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3" name="îṥḻîďè">
              <a:extLst>
                <a:ext uri="{FF2B5EF4-FFF2-40B4-BE49-F238E27FC236}">
                  <a16:creationId xmlns:a16="http://schemas.microsoft.com/office/drawing/2014/main" id="{A7297D8E-16CB-498C-8ED7-CF7B4242E981}"/>
                </a:ext>
              </a:extLst>
            </p:cNvPr>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4" name="i$líḋé">
              <a:extLst>
                <a:ext uri="{FF2B5EF4-FFF2-40B4-BE49-F238E27FC236}">
                  <a16:creationId xmlns:a16="http://schemas.microsoft.com/office/drawing/2014/main" id="{3E395A21-D00D-4481-A969-EA99ADE2B22E}"/>
                </a:ext>
              </a:extLst>
            </p:cNvPr>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5" name="iṡľîḋê">
              <a:extLst>
                <a:ext uri="{FF2B5EF4-FFF2-40B4-BE49-F238E27FC236}">
                  <a16:creationId xmlns:a16="http://schemas.microsoft.com/office/drawing/2014/main" id="{F130E86E-1A4F-4DBF-9D00-1E2501E3928E}"/>
                </a:ext>
              </a:extLst>
            </p:cNvPr>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6" name="ïśḷîḍè">
              <a:extLst>
                <a:ext uri="{FF2B5EF4-FFF2-40B4-BE49-F238E27FC236}">
                  <a16:creationId xmlns:a16="http://schemas.microsoft.com/office/drawing/2014/main" id="{A4DAFFC9-9927-4D4D-8FF9-7057A9958D04}"/>
                </a:ext>
              </a:extLst>
            </p:cNvPr>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7" name="íṣļíḓe">
              <a:extLst>
                <a:ext uri="{FF2B5EF4-FFF2-40B4-BE49-F238E27FC236}">
                  <a16:creationId xmlns:a16="http://schemas.microsoft.com/office/drawing/2014/main" id="{556DDBB9-4982-46C5-A0F0-94209850EE0A}"/>
                </a:ext>
              </a:extLst>
            </p:cNvPr>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8" name="ïslïḓé">
              <a:extLst>
                <a:ext uri="{FF2B5EF4-FFF2-40B4-BE49-F238E27FC236}">
                  <a16:creationId xmlns:a16="http://schemas.microsoft.com/office/drawing/2014/main" id="{D1EBCDAE-DDD8-456F-954D-04BDEE457153}"/>
                </a:ext>
              </a:extLst>
            </p:cNvPr>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9" name="ïṣḻîḋé">
              <a:extLst>
                <a:ext uri="{FF2B5EF4-FFF2-40B4-BE49-F238E27FC236}">
                  <a16:creationId xmlns:a16="http://schemas.microsoft.com/office/drawing/2014/main" id="{50F9005E-0144-453D-8D2B-A2AB360B9F90}"/>
                </a:ext>
              </a:extLst>
            </p:cNvPr>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0" name="ïṥḷîḓè">
              <a:extLst>
                <a:ext uri="{FF2B5EF4-FFF2-40B4-BE49-F238E27FC236}">
                  <a16:creationId xmlns:a16="http://schemas.microsoft.com/office/drawing/2014/main" id="{D71A6BB9-9047-464A-9E11-B70614CF7792}"/>
                </a:ext>
              </a:extLst>
            </p:cNvPr>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1" name="iṥḷíďè">
              <a:extLst>
                <a:ext uri="{FF2B5EF4-FFF2-40B4-BE49-F238E27FC236}">
                  <a16:creationId xmlns:a16="http://schemas.microsoft.com/office/drawing/2014/main" id="{69A2CF07-2584-495F-918F-3FCA9E586B00}"/>
                </a:ext>
              </a:extLst>
            </p:cNvPr>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2" name="ïş1ídè">
              <a:extLst>
                <a:ext uri="{FF2B5EF4-FFF2-40B4-BE49-F238E27FC236}">
                  <a16:creationId xmlns:a16="http://schemas.microsoft.com/office/drawing/2014/main" id="{9D47D82C-43B9-4020-ACD4-C6D68A7346AA}"/>
                </a:ext>
              </a:extLst>
            </p:cNvPr>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3" name="îŝļiḑe">
              <a:extLst>
                <a:ext uri="{FF2B5EF4-FFF2-40B4-BE49-F238E27FC236}">
                  <a16:creationId xmlns:a16="http://schemas.microsoft.com/office/drawing/2014/main" id="{EA992B3D-7E0C-4B4C-8CCB-8E51150D76DD}"/>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4" name="í$ļïḓé">
              <a:extLst>
                <a:ext uri="{FF2B5EF4-FFF2-40B4-BE49-F238E27FC236}">
                  <a16:creationId xmlns:a16="http://schemas.microsoft.com/office/drawing/2014/main" id="{CCC257C5-2735-46B8-A198-C916E0E7ABAC}"/>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5" name="i$1iďê">
              <a:extLst>
                <a:ext uri="{FF2B5EF4-FFF2-40B4-BE49-F238E27FC236}">
                  <a16:creationId xmlns:a16="http://schemas.microsoft.com/office/drawing/2014/main" id="{B94D0E7E-D50C-40A1-9267-966C38629254}"/>
                </a:ext>
              </a:extLst>
            </p:cNvPr>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6" name="îšḷiḍe">
              <a:extLst>
                <a:ext uri="{FF2B5EF4-FFF2-40B4-BE49-F238E27FC236}">
                  <a16:creationId xmlns:a16="http://schemas.microsoft.com/office/drawing/2014/main" id="{CE13D94B-0F59-4801-9F3A-0DCCADEA9C67}"/>
                </a:ext>
              </a:extLst>
            </p:cNvPr>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7" name="íṥlïdê">
              <a:extLst>
                <a:ext uri="{FF2B5EF4-FFF2-40B4-BE49-F238E27FC236}">
                  <a16:creationId xmlns:a16="http://schemas.microsoft.com/office/drawing/2014/main" id="{B95C9499-5F8A-4418-99C7-545CA3F2C1FB}"/>
                </a:ext>
              </a:extLst>
            </p:cNvPr>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8" name="íśľîďé">
              <a:extLst>
                <a:ext uri="{FF2B5EF4-FFF2-40B4-BE49-F238E27FC236}">
                  <a16:creationId xmlns:a16="http://schemas.microsoft.com/office/drawing/2014/main" id="{0608CDAD-3ADF-4E12-A930-971DB4B05690}"/>
                </a:ext>
              </a:extLst>
            </p:cNvPr>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9" name="iŝḻîdé">
              <a:extLst>
                <a:ext uri="{FF2B5EF4-FFF2-40B4-BE49-F238E27FC236}">
                  <a16:creationId xmlns:a16="http://schemas.microsoft.com/office/drawing/2014/main" id="{902C94AF-EEDA-40FB-A928-A9FC01FD4BF6}"/>
                </a:ext>
              </a:extLst>
            </p:cNvPr>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0" name="ïsḷiḍé">
              <a:extLst>
                <a:ext uri="{FF2B5EF4-FFF2-40B4-BE49-F238E27FC236}">
                  <a16:creationId xmlns:a16="http://schemas.microsoft.com/office/drawing/2014/main" id="{230F8444-047A-495E-9BFA-BB1A7A31596E}"/>
                </a:ext>
              </a:extLst>
            </p:cNvPr>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1" name="íṧ1iďè">
              <a:extLst>
                <a:ext uri="{FF2B5EF4-FFF2-40B4-BE49-F238E27FC236}">
                  <a16:creationId xmlns:a16="http://schemas.microsoft.com/office/drawing/2014/main" id="{AE1D4966-6A9C-4491-B557-2B9489512113}"/>
                </a:ext>
              </a:extLst>
            </p:cNvPr>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2" name="îṩľíḓe">
              <a:extLst>
                <a:ext uri="{FF2B5EF4-FFF2-40B4-BE49-F238E27FC236}">
                  <a16:creationId xmlns:a16="http://schemas.microsoft.com/office/drawing/2014/main" id="{AFA61FA7-67A8-4895-998B-F85D0E711755}"/>
                </a:ext>
              </a:extLst>
            </p:cNvPr>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3" name="ïṡ1ïḑé">
              <a:extLst>
                <a:ext uri="{FF2B5EF4-FFF2-40B4-BE49-F238E27FC236}">
                  <a16:creationId xmlns:a16="http://schemas.microsoft.com/office/drawing/2014/main" id="{CE45A126-E523-4F11-9A3F-BA58C9D1822D}"/>
                </a:ext>
              </a:extLst>
            </p:cNvPr>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4" name="iṡlíďe">
              <a:extLst>
                <a:ext uri="{FF2B5EF4-FFF2-40B4-BE49-F238E27FC236}">
                  <a16:creationId xmlns:a16="http://schemas.microsoft.com/office/drawing/2014/main" id="{2F0BB970-2257-416C-8481-EAAEEF69D334}"/>
                </a:ext>
              </a:extLst>
            </p:cNvPr>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5" name="ïšḷiḍè">
              <a:extLst>
                <a:ext uri="{FF2B5EF4-FFF2-40B4-BE49-F238E27FC236}">
                  <a16:creationId xmlns:a16="http://schemas.microsoft.com/office/drawing/2014/main" id="{A2FEEEEE-0722-4CC3-A1E4-BA73160B3FC9}"/>
                </a:ext>
              </a:extLst>
            </p:cNvPr>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6" name="í$1îḓè">
              <a:extLst>
                <a:ext uri="{FF2B5EF4-FFF2-40B4-BE49-F238E27FC236}">
                  <a16:creationId xmlns:a16="http://schemas.microsoft.com/office/drawing/2014/main" id="{3D538B05-FDBA-42FE-960C-47F06F1010BB}"/>
                </a:ext>
              </a:extLst>
            </p:cNvPr>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7" name="î$ľidé">
              <a:extLst>
                <a:ext uri="{FF2B5EF4-FFF2-40B4-BE49-F238E27FC236}">
                  <a16:creationId xmlns:a16="http://schemas.microsoft.com/office/drawing/2014/main" id="{CC36F1A4-D573-4E00-9EBC-F1F8569E1742}"/>
                </a:ext>
              </a:extLst>
            </p:cNvPr>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8" name="išḻïďê">
              <a:extLst>
                <a:ext uri="{FF2B5EF4-FFF2-40B4-BE49-F238E27FC236}">
                  <a16:creationId xmlns:a16="http://schemas.microsoft.com/office/drawing/2014/main" id="{792FA957-8F6A-4600-BCAB-1CB29606AF4E}"/>
                </a:ext>
              </a:extLst>
            </p:cNvPr>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9" name="îSļíďê">
              <a:extLst>
                <a:ext uri="{FF2B5EF4-FFF2-40B4-BE49-F238E27FC236}">
                  <a16:creationId xmlns:a16="http://schemas.microsoft.com/office/drawing/2014/main" id="{8544ACD8-6ED1-4C73-A7ED-339C3BB9E941}"/>
                </a:ext>
              </a:extLst>
            </p:cNvPr>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0" name="íṧḻiḋe">
              <a:extLst>
                <a:ext uri="{FF2B5EF4-FFF2-40B4-BE49-F238E27FC236}">
                  <a16:creationId xmlns:a16="http://schemas.microsoft.com/office/drawing/2014/main" id="{B353938A-2722-42F4-A392-4F18AD275A98}"/>
                </a:ext>
              </a:extLst>
            </p:cNvPr>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1" name="îṡ1iďé">
              <a:extLst>
                <a:ext uri="{FF2B5EF4-FFF2-40B4-BE49-F238E27FC236}">
                  <a16:creationId xmlns:a16="http://schemas.microsoft.com/office/drawing/2014/main" id="{E173BE1C-B80B-4969-A6BC-48631E14194A}"/>
                </a:ext>
              </a:extLst>
            </p:cNvPr>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2" name="ï$ḷïdè">
              <a:extLst>
                <a:ext uri="{FF2B5EF4-FFF2-40B4-BE49-F238E27FC236}">
                  <a16:creationId xmlns:a16="http://schemas.microsoft.com/office/drawing/2014/main" id="{8CB2ACF9-D77D-4D74-BD91-FFD0991D2A44}"/>
                </a:ext>
              </a:extLst>
            </p:cNvPr>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3" name="işlîḋê">
              <a:extLst>
                <a:ext uri="{FF2B5EF4-FFF2-40B4-BE49-F238E27FC236}">
                  <a16:creationId xmlns:a16="http://schemas.microsoft.com/office/drawing/2014/main" id="{D9D7EE80-99E0-48D0-933C-DF41E8A0A2F7}"/>
                </a:ext>
              </a:extLst>
            </p:cNvPr>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4" name="işḻïḑè">
              <a:extLst>
                <a:ext uri="{FF2B5EF4-FFF2-40B4-BE49-F238E27FC236}">
                  <a16:creationId xmlns:a16="http://schemas.microsoft.com/office/drawing/2014/main" id="{B5055425-4484-4C2F-8824-BD1F97CE4572}"/>
                </a:ext>
              </a:extLst>
            </p:cNvPr>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5" name="ïslidê">
              <a:extLst>
                <a:ext uri="{FF2B5EF4-FFF2-40B4-BE49-F238E27FC236}">
                  <a16:creationId xmlns:a16="http://schemas.microsoft.com/office/drawing/2014/main" id="{9C6A1454-1A5D-428D-A2C0-FB1CC4C62708}"/>
                </a:ext>
              </a:extLst>
            </p:cNvPr>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6" name="íṣḻíḑê">
              <a:extLst>
                <a:ext uri="{FF2B5EF4-FFF2-40B4-BE49-F238E27FC236}">
                  <a16:creationId xmlns:a16="http://schemas.microsoft.com/office/drawing/2014/main" id="{B977A55B-0051-461E-AC19-1EBA4D64792D}"/>
                </a:ext>
              </a:extLst>
            </p:cNvPr>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7" name="ísḻídé">
              <a:extLst>
                <a:ext uri="{FF2B5EF4-FFF2-40B4-BE49-F238E27FC236}">
                  <a16:creationId xmlns:a16="http://schemas.microsoft.com/office/drawing/2014/main" id="{7A40820C-F3D0-48D9-8D74-F545CEC845E5}"/>
                </a:ext>
              </a:extLst>
            </p:cNvPr>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8" name="iṧḻide">
              <a:extLst>
                <a:ext uri="{FF2B5EF4-FFF2-40B4-BE49-F238E27FC236}">
                  <a16:creationId xmlns:a16="http://schemas.microsoft.com/office/drawing/2014/main" id="{2999FA1D-9B14-410E-8E12-A278CDA9A7C3}"/>
                </a:ext>
              </a:extLst>
            </p:cNvPr>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9" name="îṧļïďe">
              <a:extLst>
                <a:ext uri="{FF2B5EF4-FFF2-40B4-BE49-F238E27FC236}">
                  <a16:creationId xmlns:a16="http://schemas.microsoft.com/office/drawing/2014/main" id="{F2B302F9-FF98-4E5E-ABE7-EE0E2326EFAE}"/>
                </a:ext>
              </a:extLst>
            </p:cNvPr>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0" name="iṣḷîḋê">
              <a:extLst>
                <a:ext uri="{FF2B5EF4-FFF2-40B4-BE49-F238E27FC236}">
                  <a16:creationId xmlns:a16="http://schemas.microsoft.com/office/drawing/2014/main" id="{32950D1A-F054-4E10-B933-608ACDD7C3D2}"/>
                </a:ext>
              </a:extLst>
            </p:cNvPr>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1" name="íŝ1ïḍè">
              <a:extLst>
                <a:ext uri="{FF2B5EF4-FFF2-40B4-BE49-F238E27FC236}">
                  <a16:creationId xmlns:a16="http://schemas.microsoft.com/office/drawing/2014/main" id="{0424216F-99CF-47A7-9CB9-AEAFF0A68232}"/>
                </a:ext>
              </a:extLst>
            </p:cNvPr>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2" name="íŝlîḋe">
              <a:extLst>
                <a:ext uri="{FF2B5EF4-FFF2-40B4-BE49-F238E27FC236}">
                  <a16:creationId xmlns:a16="http://schemas.microsoft.com/office/drawing/2014/main" id="{4AB8F279-0A54-4F68-AA51-369380F86604}"/>
                </a:ext>
              </a:extLst>
            </p:cNvPr>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3" name="iŝḻiďê">
              <a:extLst>
                <a:ext uri="{FF2B5EF4-FFF2-40B4-BE49-F238E27FC236}">
                  <a16:creationId xmlns:a16="http://schemas.microsoft.com/office/drawing/2014/main" id="{5EBB00B7-F5F3-4BCF-8EDC-5B9475A926F3}"/>
                </a:ext>
              </a:extLst>
            </p:cNvPr>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4" name="îṥḻiḍè">
              <a:extLst>
                <a:ext uri="{FF2B5EF4-FFF2-40B4-BE49-F238E27FC236}">
                  <a16:creationId xmlns:a16="http://schemas.microsoft.com/office/drawing/2014/main" id="{0B782B37-1EBD-4686-9AD4-FB89130A798E}"/>
                </a:ext>
              </a:extLst>
            </p:cNvPr>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5" name="íṩḷîḋe">
              <a:extLst>
                <a:ext uri="{FF2B5EF4-FFF2-40B4-BE49-F238E27FC236}">
                  <a16:creationId xmlns:a16="http://schemas.microsoft.com/office/drawing/2014/main" id="{A44CB4DF-57C7-4591-96FB-36DA9E6C7696}"/>
                </a:ext>
              </a:extLst>
            </p:cNvPr>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6" name="iṧḻiḋè">
              <a:extLst>
                <a:ext uri="{FF2B5EF4-FFF2-40B4-BE49-F238E27FC236}">
                  <a16:creationId xmlns:a16="http://schemas.microsoft.com/office/drawing/2014/main" id="{0D67356C-704A-427C-BF85-2F4284DD0B47}"/>
                </a:ext>
              </a:extLst>
            </p:cNvPr>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7" name="î$ľíḓè">
              <a:extLst>
                <a:ext uri="{FF2B5EF4-FFF2-40B4-BE49-F238E27FC236}">
                  <a16:creationId xmlns:a16="http://schemas.microsoft.com/office/drawing/2014/main" id="{B9A67387-01C1-488A-8562-0B28E69E552F}"/>
                </a:ext>
              </a:extLst>
            </p:cNvPr>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8" name="ïsľíďe">
              <a:extLst>
                <a:ext uri="{FF2B5EF4-FFF2-40B4-BE49-F238E27FC236}">
                  <a16:creationId xmlns:a16="http://schemas.microsoft.com/office/drawing/2014/main" id="{E2AECC50-3DEC-4A52-A06E-28A358CBEDB8}"/>
                </a:ext>
              </a:extLst>
            </p:cNvPr>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9" name="íšḷïdé">
              <a:extLst>
                <a:ext uri="{FF2B5EF4-FFF2-40B4-BE49-F238E27FC236}">
                  <a16:creationId xmlns:a16="http://schemas.microsoft.com/office/drawing/2014/main" id="{F0163EEC-D2DE-4874-A4F5-80F0579297DD}"/>
                </a:ext>
              </a:extLst>
            </p:cNvPr>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0" name="ïslîḍê">
              <a:extLst>
                <a:ext uri="{FF2B5EF4-FFF2-40B4-BE49-F238E27FC236}">
                  <a16:creationId xmlns:a16="http://schemas.microsoft.com/office/drawing/2014/main" id="{A22726E5-33CD-4862-A530-2E2323B4CA9A}"/>
                </a:ext>
              </a:extLst>
            </p:cNvPr>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1" name="îŝľíḍè">
              <a:extLst>
                <a:ext uri="{FF2B5EF4-FFF2-40B4-BE49-F238E27FC236}">
                  <a16:creationId xmlns:a16="http://schemas.microsoft.com/office/drawing/2014/main" id="{831EBD3C-3371-4957-BE8B-946F982BAAF9}"/>
                </a:ext>
              </a:extLst>
            </p:cNvPr>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2" name="íşľîḑé">
              <a:extLst>
                <a:ext uri="{FF2B5EF4-FFF2-40B4-BE49-F238E27FC236}">
                  <a16:creationId xmlns:a16="http://schemas.microsoft.com/office/drawing/2014/main" id="{8A314AE6-E87B-469C-A016-72F00C7AAB53}"/>
                </a:ext>
              </a:extLst>
            </p:cNvPr>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3" name="íSḷîḍè">
              <a:extLst>
                <a:ext uri="{FF2B5EF4-FFF2-40B4-BE49-F238E27FC236}">
                  <a16:creationId xmlns:a16="http://schemas.microsoft.com/office/drawing/2014/main" id="{7756EF47-E313-4DCC-B330-3A80DCFB3498}"/>
                </a:ext>
              </a:extLst>
            </p:cNvPr>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4" name="ïşļîḍè">
              <a:extLst>
                <a:ext uri="{FF2B5EF4-FFF2-40B4-BE49-F238E27FC236}">
                  <a16:creationId xmlns:a16="http://schemas.microsoft.com/office/drawing/2014/main" id="{D3D57518-2CF0-4DED-BB28-9ABF66EBAD93}"/>
                </a:ext>
              </a:extLst>
            </p:cNvPr>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5" name="ísḷiḋe">
              <a:extLst>
                <a:ext uri="{FF2B5EF4-FFF2-40B4-BE49-F238E27FC236}">
                  <a16:creationId xmlns:a16="http://schemas.microsoft.com/office/drawing/2014/main" id="{9BC70282-CCB6-4E1C-B9F2-59C86FE0D48A}"/>
                </a:ext>
              </a:extLst>
            </p:cNvPr>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6" name="išḷîḓe">
              <a:extLst>
                <a:ext uri="{FF2B5EF4-FFF2-40B4-BE49-F238E27FC236}">
                  <a16:creationId xmlns:a16="http://schemas.microsoft.com/office/drawing/2014/main" id="{47AECC9B-AD4A-4CD2-92D2-A34F2C7DF37C}"/>
                </a:ext>
              </a:extLst>
            </p:cNvPr>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7" name="ïṩļidê">
              <a:extLst>
                <a:ext uri="{FF2B5EF4-FFF2-40B4-BE49-F238E27FC236}">
                  <a16:creationId xmlns:a16="http://schemas.microsoft.com/office/drawing/2014/main" id="{F70CBE63-6C00-4417-BCF1-8D53DE400577}"/>
                </a:ext>
              </a:extLst>
            </p:cNvPr>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8" name="îṧliḑe">
              <a:extLst>
                <a:ext uri="{FF2B5EF4-FFF2-40B4-BE49-F238E27FC236}">
                  <a16:creationId xmlns:a16="http://schemas.microsoft.com/office/drawing/2014/main" id="{A141E22C-2F03-4390-89AB-B95EFC3D721B}"/>
                </a:ext>
              </a:extLst>
            </p:cNvPr>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9" name="ïśḷïḓè">
              <a:extLst>
                <a:ext uri="{FF2B5EF4-FFF2-40B4-BE49-F238E27FC236}">
                  <a16:creationId xmlns:a16="http://schemas.microsoft.com/office/drawing/2014/main" id="{C89FC111-C783-4CE2-AEAB-179F9C4A15C0}"/>
                </a:ext>
              </a:extLst>
            </p:cNvPr>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0" name="ísliďè">
              <a:extLst>
                <a:ext uri="{FF2B5EF4-FFF2-40B4-BE49-F238E27FC236}">
                  <a16:creationId xmlns:a16="http://schemas.microsoft.com/office/drawing/2014/main" id="{158FD358-A5F9-4D43-9DC6-65A1198979BB}"/>
                </a:ext>
              </a:extLst>
            </p:cNvPr>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1" name="ïsḷíḍé">
              <a:extLst>
                <a:ext uri="{FF2B5EF4-FFF2-40B4-BE49-F238E27FC236}">
                  <a16:creationId xmlns:a16="http://schemas.microsoft.com/office/drawing/2014/main" id="{2F0335B7-574E-44CE-AA89-1E868872DC07}"/>
                </a:ext>
              </a:extLst>
            </p:cNvPr>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2" name="ïšlîḑê">
              <a:extLst>
                <a:ext uri="{FF2B5EF4-FFF2-40B4-BE49-F238E27FC236}">
                  <a16:creationId xmlns:a16="http://schemas.microsoft.com/office/drawing/2014/main" id="{9B9F3D87-3CA8-4A6C-B413-66592E489E7E}"/>
                </a:ext>
              </a:extLst>
            </p:cNvPr>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3" name="îṧḻîḓé">
              <a:extLst>
                <a:ext uri="{FF2B5EF4-FFF2-40B4-BE49-F238E27FC236}">
                  <a16:creationId xmlns:a16="http://schemas.microsoft.com/office/drawing/2014/main" id="{3A628CA3-1043-4377-B130-788C4161B52C}"/>
                </a:ext>
              </a:extLst>
            </p:cNvPr>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4" name="iśļîḋê">
              <a:extLst>
                <a:ext uri="{FF2B5EF4-FFF2-40B4-BE49-F238E27FC236}">
                  <a16:creationId xmlns:a16="http://schemas.microsoft.com/office/drawing/2014/main" id="{DC940A54-BD70-4594-912C-DA07953CEB93}"/>
                </a:ext>
              </a:extLst>
            </p:cNvPr>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cxnSp>
        <p:nvCxnSpPr>
          <p:cNvPr id="155" name="直接连接符 154">
            <a:extLst>
              <a:ext uri="{FF2B5EF4-FFF2-40B4-BE49-F238E27FC236}">
                <a16:creationId xmlns:a16="http://schemas.microsoft.com/office/drawing/2014/main" id="{7BBDBE5A-FF0C-46A0-88B5-3C16A8573AA6}"/>
              </a:ext>
            </a:extLst>
          </p:cNvPr>
          <p:cNvCxnSpPr/>
          <p:nvPr userDrawn="1"/>
        </p:nvCxnSpPr>
        <p:spPr>
          <a:xfrm>
            <a:off x="1055688" y="1034980"/>
            <a:ext cx="10052913" cy="0"/>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sp>
        <p:nvSpPr>
          <p:cNvPr id="160" name="矩形 159">
            <a:extLst>
              <a:ext uri="{FF2B5EF4-FFF2-40B4-BE49-F238E27FC236}">
                <a16:creationId xmlns:a16="http://schemas.microsoft.com/office/drawing/2014/main" id="{F4FE034B-B73F-48F4-B976-88117255E3E2}"/>
              </a:ext>
            </a:extLst>
          </p:cNvPr>
          <p:cNvSpPr/>
          <p:nvPr userDrawn="1"/>
        </p:nvSpPr>
        <p:spPr>
          <a:xfrm>
            <a:off x="1050157" y="1168724"/>
            <a:ext cx="144000" cy="360000"/>
          </a:xfrm>
          <a:prstGeom prst="rect">
            <a:avLst/>
          </a:prstGeom>
          <a:solidFill>
            <a:srgbClr val="AD5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a:extLst>
              <a:ext uri="{FF2B5EF4-FFF2-40B4-BE49-F238E27FC236}">
                <a16:creationId xmlns:a16="http://schemas.microsoft.com/office/drawing/2014/main" id="{CAB56B3C-2FFE-42DE-90F7-BA50D6114AC5}"/>
              </a:ext>
            </a:extLst>
          </p:cNvPr>
          <p:cNvSpPr/>
          <p:nvPr userDrawn="1"/>
        </p:nvSpPr>
        <p:spPr>
          <a:xfrm>
            <a:off x="1246042" y="1234410"/>
            <a:ext cx="144000" cy="288000"/>
          </a:xfrm>
          <a:prstGeom prst="rect">
            <a:avLst/>
          </a:prstGeom>
          <a:solidFill>
            <a:srgbClr val="C27D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a:extLst>
              <a:ext uri="{FF2B5EF4-FFF2-40B4-BE49-F238E27FC236}">
                <a16:creationId xmlns:a16="http://schemas.microsoft.com/office/drawing/2014/main" id="{F70A06EF-4193-4877-A44F-39CEF67889B0}"/>
              </a:ext>
            </a:extLst>
          </p:cNvPr>
          <p:cNvSpPr/>
          <p:nvPr userDrawn="1"/>
        </p:nvSpPr>
        <p:spPr>
          <a:xfrm>
            <a:off x="1441927" y="1300975"/>
            <a:ext cx="144000" cy="216000"/>
          </a:xfrm>
          <a:prstGeom prst="rect">
            <a:avLst/>
          </a:prstGeom>
          <a:solidFill>
            <a:srgbClr val="D6A8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标题 1">
            <a:extLst>
              <a:ext uri="{FF2B5EF4-FFF2-40B4-BE49-F238E27FC236}">
                <a16:creationId xmlns:a16="http://schemas.microsoft.com/office/drawing/2014/main" id="{E69BF852-F117-4135-911C-4D5AE6322323}"/>
              </a:ext>
            </a:extLst>
          </p:cNvPr>
          <p:cNvSpPr>
            <a:spLocks noGrp="1"/>
          </p:cNvSpPr>
          <p:nvPr>
            <p:ph type="title"/>
          </p:nvPr>
        </p:nvSpPr>
        <p:spPr>
          <a:xfrm>
            <a:off x="1605647" y="1300976"/>
            <a:ext cx="3247707" cy="227748"/>
          </a:xfrm>
        </p:spPr>
        <p:txBody>
          <a:bodyPr>
            <a:normAutofit/>
          </a:bodyPr>
          <a:lstStyle>
            <a:lvl1pPr>
              <a:defRPr sz="2000" b="1">
                <a:solidFill>
                  <a:srgbClr val="992677"/>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4111749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三">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FAFD1508-2A92-4477-964D-0BA6BB3128E8}"/>
              </a:ext>
            </a:extLst>
          </p:cNvPr>
          <p:cNvSpPr/>
          <p:nvPr userDrawn="1"/>
        </p:nvSpPr>
        <p:spPr>
          <a:xfrm>
            <a:off x="4592439" y="505917"/>
            <a:ext cx="1295062" cy="384050"/>
          </a:xfrm>
          <a:prstGeom prst="roundRect">
            <a:avLst>
              <a:gd name="adj" fmla="val 50000"/>
            </a:avLst>
          </a:prstGeom>
          <a:solidFill>
            <a:srgbClr val="992677"/>
          </a:solidFill>
          <a:ln>
            <a:noFill/>
          </a:ln>
          <a:effectLst>
            <a:outerShdw blurRad="63500" sx="102000" sy="102000" algn="ctr" rotWithShape="0">
              <a:srgbClr val="992677">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ea typeface="冬青黑体简体中文 W3"/>
              <a:cs typeface="+mn-cs"/>
            </a:endParaRPr>
          </a:p>
        </p:txBody>
      </p:sp>
      <p:sp>
        <p:nvSpPr>
          <p:cNvPr id="9" name="文本框 8">
            <a:extLst>
              <a:ext uri="{FF2B5EF4-FFF2-40B4-BE49-F238E27FC236}">
                <a16:creationId xmlns:a16="http://schemas.microsoft.com/office/drawing/2014/main" id="{C921F95B-BA49-4A93-A26D-884D79E62E5A}"/>
              </a:ext>
            </a:extLst>
          </p:cNvPr>
          <p:cNvSpPr txBox="1"/>
          <p:nvPr userDrawn="1"/>
        </p:nvSpPr>
        <p:spPr>
          <a:xfrm>
            <a:off x="221581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章节一</a:t>
            </a:r>
          </a:p>
        </p:txBody>
      </p:sp>
      <p:sp>
        <p:nvSpPr>
          <p:cNvPr id="10" name="文本框 9">
            <a:extLst>
              <a:ext uri="{FF2B5EF4-FFF2-40B4-BE49-F238E27FC236}">
                <a16:creationId xmlns:a16="http://schemas.microsoft.com/office/drawing/2014/main" id="{31FD70CF-C26C-477C-B282-37D22BAFCA8F}"/>
              </a:ext>
            </a:extLst>
          </p:cNvPr>
          <p:cNvSpPr txBox="1"/>
          <p:nvPr userDrawn="1"/>
        </p:nvSpPr>
        <p:spPr>
          <a:xfrm>
            <a:off x="349009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章节二</a:t>
            </a:r>
          </a:p>
        </p:txBody>
      </p:sp>
      <p:sp>
        <p:nvSpPr>
          <p:cNvPr id="11" name="文本框 10">
            <a:extLst>
              <a:ext uri="{FF2B5EF4-FFF2-40B4-BE49-F238E27FC236}">
                <a16:creationId xmlns:a16="http://schemas.microsoft.com/office/drawing/2014/main" id="{12EDBE0B-A7E6-4C34-B145-8A93F84FAF9D}"/>
              </a:ext>
            </a:extLst>
          </p:cNvPr>
          <p:cNvSpPr txBox="1"/>
          <p:nvPr userDrawn="1"/>
        </p:nvSpPr>
        <p:spPr>
          <a:xfrm>
            <a:off x="476438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chemeClr val="bg1"/>
                </a:solidFill>
                <a:effectLst/>
                <a:uLnTx/>
                <a:uFillTx/>
                <a:latin typeface="微软雅黑" panose="020B0503020204020204" pitchFamily="34" charset="-122"/>
                <a:ea typeface="微软雅黑" panose="020B0503020204020204" pitchFamily="34" charset="-122"/>
              </a:rPr>
              <a:t>章节三</a:t>
            </a:r>
          </a:p>
        </p:txBody>
      </p:sp>
      <p:sp>
        <p:nvSpPr>
          <p:cNvPr id="12" name="文本框 11">
            <a:extLst>
              <a:ext uri="{FF2B5EF4-FFF2-40B4-BE49-F238E27FC236}">
                <a16:creationId xmlns:a16="http://schemas.microsoft.com/office/drawing/2014/main" id="{63A96B15-2E2E-4555-91AD-B0B140364B01}"/>
              </a:ext>
            </a:extLst>
          </p:cNvPr>
          <p:cNvSpPr txBox="1"/>
          <p:nvPr userDrawn="1"/>
        </p:nvSpPr>
        <p:spPr>
          <a:xfrm>
            <a:off x="603866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章节四</a:t>
            </a:r>
          </a:p>
        </p:txBody>
      </p:sp>
      <p:sp>
        <p:nvSpPr>
          <p:cNvPr id="13" name="文本框 12">
            <a:extLst>
              <a:ext uri="{FF2B5EF4-FFF2-40B4-BE49-F238E27FC236}">
                <a16:creationId xmlns:a16="http://schemas.microsoft.com/office/drawing/2014/main" id="{6FBC2998-5DB1-4A53-B2F1-D7C2A9969FEE}"/>
              </a:ext>
            </a:extLst>
          </p:cNvPr>
          <p:cNvSpPr txBox="1"/>
          <p:nvPr userDrawn="1"/>
        </p:nvSpPr>
        <p:spPr>
          <a:xfrm>
            <a:off x="731295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章节五</a:t>
            </a:r>
          </a:p>
        </p:txBody>
      </p:sp>
      <p:sp>
        <p:nvSpPr>
          <p:cNvPr id="14" name="文本框 13">
            <a:extLst>
              <a:ext uri="{FF2B5EF4-FFF2-40B4-BE49-F238E27FC236}">
                <a16:creationId xmlns:a16="http://schemas.microsoft.com/office/drawing/2014/main" id="{458BBB4F-A931-489A-ACC2-345C009BE7BC}"/>
              </a:ext>
            </a:extLst>
          </p:cNvPr>
          <p:cNvSpPr txBox="1"/>
          <p:nvPr userDrawn="1"/>
        </p:nvSpPr>
        <p:spPr>
          <a:xfrm>
            <a:off x="8587241"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章节六</a:t>
            </a:r>
          </a:p>
        </p:txBody>
      </p:sp>
      <p:grpSp>
        <p:nvGrpSpPr>
          <p:cNvPr id="15"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B49E34CA-F67B-4466-8334-84E8E529C578}"/>
              </a:ext>
            </a:extLst>
          </p:cNvPr>
          <p:cNvGrpSpPr>
            <a:grpSpLocks noChangeAspect="1"/>
          </p:cNvGrpSpPr>
          <p:nvPr userDrawn="1">
            <p:custDataLst>
              <p:tags r:id="rId1"/>
            </p:custDataLst>
          </p:nvPr>
        </p:nvGrpSpPr>
        <p:grpSpPr>
          <a:xfrm>
            <a:off x="9870454" y="552258"/>
            <a:ext cx="1265859" cy="291971"/>
            <a:chOff x="2035175" y="2493963"/>
            <a:chExt cx="8121650" cy="1873250"/>
          </a:xfrm>
        </p:grpSpPr>
        <p:sp>
          <p:nvSpPr>
            <p:cNvPr id="16" name="iṡľïḑê">
              <a:extLst>
                <a:ext uri="{FF2B5EF4-FFF2-40B4-BE49-F238E27FC236}">
                  <a16:creationId xmlns:a16="http://schemas.microsoft.com/office/drawing/2014/main" id="{27BA22BF-F8DD-4F21-B67F-BB9546B83AF2}"/>
                </a:ext>
              </a:extLst>
            </p:cNvPr>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 name="íṩ1iḓê">
              <a:extLst>
                <a:ext uri="{FF2B5EF4-FFF2-40B4-BE49-F238E27FC236}">
                  <a16:creationId xmlns:a16="http://schemas.microsoft.com/office/drawing/2014/main" id="{FEEAB1C9-41CF-415D-A9D7-8D67259BD0E5}"/>
                </a:ext>
              </a:extLst>
            </p:cNvPr>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 name="î$ľîḑè">
              <a:extLst>
                <a:ext uri="{FF2B5EF4-FFF2-40B4-BE49-F238E27FC236}">
                  <a16:creationId xmlns:a16="http://schemas.microsoft.com/office/drawing/2014/main" id="{6BED594B-496C-44A1-90DB-F225C734E180}"/>
                </a:ext>
              </a:extLst>
            </p:cNvPr>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 name="isḷiďè">
              <a:extLst>
                <a:ext uri="{FF2B5EF4-FFF2-40B4-BE49-F238E27FC236}">
                  <a16:creationId xmlns:a16="http://schemas.microsoft.com/office/drawing/2014/main" id="{6A43AB8D-91D5-4027-BBD7-B5338F7129E1}"/>
                </a:ext>
              </a:extLst>
            </p:cNvPr>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 name="iśľíḋè">
              <a:extLst>
                <a:ext uri="{FF2B5EF4-FFF2-40B4-BE49-F238E27FC236}">
                  <a16:creationId xmlns:a16="http://schemas.microsoft.com/office/drawing/2014/main" id="{269DEEEB-88C2-4C54-BC3B-7B0D7643BFF4}"/>
                </a:ext>
              </a:extLst>
            </p:cNvPr>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 name="iṩḻiḋé">
              <a:extLst>
                <a:ext uri="{FF2B5EF4-FFF2-40B4-BE49-F238E27FC236}">
                  <a16:creationId xmlns:a16="http://schemas.microsoft.com/office/drawing/2014/main" id="{507F2A8C-49A6-40B4-A750-39B3922E7B1A}"/>
                </a:ext>
              </a:extLst>
            </p:cNvPr>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 name="îṥļïḓè">
              <a:extLst>
                <a:ext uri="{FF2B5EF4-FFF2-40B4-BE49-F238E27FC236}">
                  <a16:creationId xmlns:a16="http://schemas.microsoft.com/office/drawing/2014/main" id="{08C895D0-214F-4D55-83BF-E8E8A37BC62B}"/>
                </a:ext>
              </a:extLst>
            </p:cNvPr>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 name="ïṥliḍè">
              <a:extLst>
                <a:ext uri="{FF2B5EF4-FFF2-40B4-BE49-F238E27FC236}">
                  <a16:creationId xmlns:a16="http://schemas.microsoft.com/office/drawing/2014/main" id="{E766A12E-5E96-4E37-9FDF-D36D89BF8E3F}"/>
                </a:ext>
              </a:extLst>
            </p:cNvPr>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 name="iśḷíḓê">
              <a:extLst>
                <a:ext uri="{FF2B5EF4-FFF2-40B4-BE49-F238E27FC236}">
                  <a16:creationId xmlns:a16="http://schemas.microsoft.com/office/drawing/2014/main" id="{52E21449-E29C-479F-9DD7-E8655FB6CA69}"/>
                </a:ext>
              </a:extLst>
            </p:cNvPr>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 name="isļiḓe">
              <a:extLst>
                <a:ext uri="{FF2B5EF4-FFF2-40B4-BE49-F238E27FC236}">
                  <a16:creationId xmlns:a16="http://schemas.microsoft.com/office/drawing/2014/main" id="{C262CF68-6C32-45CF-9413-8EDDCD0D7E09}"/>
                </a:ext>
              </a:extLst>
            </p:cNvPr>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 name="îs1ïdè">
              <a:extLst>
                <a:ext uri="{FF2B5EF4-FFF2-40B4-BE49-F238E27FC236}">
                  <a16:creationId xmlns:a16="http://schemas.microsoft.com/office/drawing/2014/main" id="{0AAAA30D-6278-4867-B58C-8A7CD46A33B5}"/>
                </a:ext>
              </a:extLst>
            </p:cNvPr>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 name="iṡḻïďe">
              <a:extLst>
                <a:ext uri="{FF2B5EF4-FFF2-40B4-BE49-F238E27FC236}">
                  <a16:creationId xmlns:a16="http://schemas.microsoft.com/office/drawing/2014/main" id="{9A1E1A02-5FD3-4895-8E22-9E3CBB646DC7}"/>
                </a:ext>
              </a:extLst>
            </p:cNvPr>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 name="ï$ľídè">
              <a:extLst>
                <a:ext uri="{FF2B5EF4-FFF2-40B4-BE49-F238E27FC236}">
                  <a16:creationId xmlns:a16="http://schemas.microsoft.com/office/drawing/2014/main" id="{444E7B18-A256-44DA-B790-F0EAAABDD2B6}"/>
                </a:ext>
              </a:extLst>
            </p:cNvPr>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 name="isḻïḋê">
              <a:extLst>
                <a:ext uri="{FF2B5EF4-FFF2-40B4-BE49-F238E27FC236}">
                  <a16:creationId xmlns:a16="http://schemas.microsoft.com/office/drawing/2014/main" id="{7116ED16-A65B-461F-BCE4-F2B6C056EAC3}"/>
                </a:ext>
              </a:extLst>
            </p:cNvPr>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 name="îṧḷïde">
              <a:extLst>
                <a:ext uri="{FF2B5EF4-FFF2-40B4-BE49-F238E27FC236}">
                  <a16:creationId xmlns:a16="http://schemas.microsoft.com/office/drawing/2014/main" id="{85F15D1D-C4F8-408F-BD45-E9397C7DD053}"/>
                </a:ext>
              </a:extLst>
            </p:cNvPr>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 name="iṣḷíḍé">
              <a:extLst>
                <a:ext uri="{FF2B5EF4-FFF2-40B4-BE49-F238E27FC236}">
                  <a16:creationId xmlns:a16="http://schemas.microsoft.com/office/drawing/2014/main" id="{A38CCC06-1C24-4058-AD2C-8E8985EC55A9}"/>
                </a:ext>
              </a:extLst>
            </p:cNvPr>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 name="isľïde">
              <a:extLst>
                <a:ext uri="{FF2B5EF4-FFF2-40B4-BE49-F238E27FC236}">
                  <a16:creationId xmlns:a16="http://schemas.microsoft.com/office/drawing/2014/main" id="{556D0CD7-782E-4353-8997-3D43DD4BB2C4}"/>
                </a:ext>
              </a:extLst>
            </p:cNvPr>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 name="îślîḍé">
              <a:extLst>
                <a:ext uri="{FF2B5EF4-FFF2-40B4-BE49-F238E27FC236}">
                  <a16:creationId xmlns:a16="http://schemas.microsoft.com/office/drawing/2014/main" id="{E8E1DD0F-6B65-4DDF-9543-C223ED6FC11B}"/>
                </a:ext>
              </a:extLst>
            </p:cNvPr>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 name="îŝḻiďé">
              <a:extLst>
                <a:ext uri="{FF2B5EF4-FFF2-40B4-BE49-F238E27FC236}">
                  <a16:creationId xmlns:a16="http://schemas.microsoft.com/office/drawing/2014/main" id="{C4ABB996-F6FD-4853-A7CC-4B7987D188E3}"/>
                </a:ext>
              </a:extLst>
            </p:cNvPr>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5" name="íṣḻiḋè">
              <a:extLst>
                <a:ext uri="{FF2B5EF4-FFF2-40B4-BE49-F238E27FC236}">
                  <a16:creationId xmlns:a16="http://schemas.microsoft.com/office/drawing/2014/main" id="{C808774A-31F2-448F-A9D9-17289D32F16C}"/>
                </a:ext>
              </a:extLst>
            </p:cNvPr>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6" name="îSlîḓè">
              <a:extLst>
                <a:ext uri="{FF2B5EF4-FFF2-40B4-BE49-F238E27FC236}">
                  <a16:creationId xmlns:a16="http://schemas.microsoft.com/office/drawing/2014/main" id="{106F0C22-5D89-4789-83CF-BDC0ECB89A14}"/>
                </a:ext>
              </a:extLst>
            </p:cNvPr>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7" name="iṩḷïdê">
              <a:extLst>
                <a:ext uri="{FF2B5EF4-FFF2-40B4-BE49-F238E27FC236}">
                  <a16:creationId xmlns:a16="http://schemas.microsoft.com/office/drawing/2014/main" id="{002365BF-2A39-4024-9E0B-3E6BCBF43548}"/>
                </a:ext>
              </a:extLst>
            </p:cNvPr>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8" name="ïś1ïḍê">
              <a:extLst>
                <a:ext uri="{FF2B5EF4-FFF2-40B4-BE49-F238E27FC236}">
                  <a16:creationId xmlns:a16="http://schemas.microsoft.com/office/drawing/2014/main" id="{DDC98362-9064-41F1-8252-E2ED4284366A}"/>
                </a:ext>
              </a:extLst>
            </p:cNvPr>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9" name="îşliḍè">
              <a:extLst>
                <a:ext uri="{FF2B5EF4-FFF2-40B4-BE49-F238E27FC236}">
                  <a16:creationId xmlns:a16="http://schemas.microsoft.com/office/drawing/2014/main" id="{C0296649-8F3C-4BC1-8677-639412CB07E9}"/>
                </a:ext>
              </a:extLst>
            </p:cNvPr>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0" name="išḷidê">
              <a:extLst>
                <a:ext uri="{FF2B5EF4-FFF2-40B4-BE49-F238E27FC236}">
                  <a16:creationId xmlns:a16="http://schemas.microsoft.com/office/drawing/2014/main" id="{7EF528DA-36AB-40DA-A687-A9E7141598CA}"/>
                </a:ext>
              </a:extLst>
            </p:cNvPr>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1" name="îSḻiḍe">
              <a:extLst>
                <a:ext uri="{FF2B5EF4-FFF2-40B4-BE49-F238E27FC236}">
                  <a16:creationId xmlns:a16="http://schemas.microsoft.com/office/drawing/2014/main" id="{2305F058-E34E-4A9B-AEEF-0AC9713F5850}"/>
                </a:ext>
              </a:extLst>
            </p:cNvPr>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2" name="ïṧļïḍe">
              <a:extLst>
                <a:ext uri="{FF2B5EF4-FFF2-40B4-BE49-F238E27FC236}">
                  <a16:creationId xmlns:a16="http://schemas.microsoft.com/office/drawing/2014/main" id="{4891BC77-5D08-4030-B336-90D4C280BE10}"/>
                </a:ext>
              </a:extLst>
            </p:cNvPr>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3" name="îŝļïḋé">
              <a:extLst>
                <a:ext uri="{FF2B5EF4-FFF2-40B4-BE49-F238E27FC236}">
                  <a16:creationId xmlns:a16="http://schemas.microsoft.com/office/drawing/2014/main" id="{FF0E72C6-3A36-4FFF-BBB7-A8D305DDADFE}"/>
                </a:ext>
              </a:extLst>
            </p:cNvPr>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4" name="îṡlïḍe">
              <a:extLst>
                <a:ext uri="{FF2B5EF4-FFF2-40B4-BE49-F238E27FC236}">
                  <a16:creationId xmlns:a16="http://schemas.microsoft.com/office/drawing/2014/main" id="{E7AD0474-32B8-45AC-A903-B4D37E44C5C0}"/>
                </a:ext>
              </a:extLst>
            </p:cNvPr>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5" name="ïśļïḑê">
              <a:extLst>
                <a:ext uri="{FF2B5EF4-FFF2-40B4-BE49-F238E27FC236}">
                  <a16:creationId xmlns:a16="http://schemas.microsoft.com/office/drawing/2014/main" id="{7E09729D-50BB-4BD9-8945-E5B7A67D83B3}"/>
                </a:ext>
              </a:extLst>
            </p:cNvPr>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6" name="îSľïde">
              <a:extLst>
                <a:ext uri="{FF2B5EF4-FFF2-40B4-BE49-F238E27FC236}">
                  <a16:creationId xmlns:a16="http://schemas.microsoft.com/office/drawing/2014/main" id="{043F8CA4-EC4C-4B87-ADB5-1ACC9EF8021B}"/>
                </a:ext>
              </a:extLst>
            </p:cNvPr>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7" name="iṧḻïdé">
              <a:extLst>
                <a:ext uri="{FF2B5EF4-FFF2-40B4-BE49-F238E27FC236}">
                  <a16:creationId xmlns:a16="http://schemas.microsoft.com/office/drawing/2014/main" id="{7846B12D-6811-422E-B373-3B2FFF5F6D0B}"/>
                </a:ext>
              </a:extLst>
            </p:cNvPr>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8" name="íŝļíḑé">
              <a:extLst>
                <a:ext uri="{FF2B5EF4-FFF2-40B4-BE49-F238E27FC236}">
                  <a16:creationId xmlns:a16="http://schemas.microsoft.com/office/drawing/2014/main" id="{E54C863B-59CD-4809-AE5B-396357B56430}"/>
                </a:ext>
              </a:extLst>
            </p:cNvPr>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9" name="ï$ļiḑé">
              <a:extLst>
                <a:ext uri="{FF2B5EF4-FFF2-40B4-BE49-F238E27FC236}">
                  <a16:creationId xmlns:a16="http://schemas.microsoft.com/office/drawing/2014/main" id="{900C5F12-19C9-4299-BC1C-B1E9FBA175C3}"/>
                </a:ext>
              </a:extLst>
            </p:cNvPr>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0" name="îṧļïde">
              <a:extLst>
                <a:ext uri="{FF2B5EF4-FFF2-40B4-BE49-F238E27FC236}">
                  <a16:creationId xmlns:a16="http://schemas.microsoft.com/office/drawing/2014/main" id="{13DFCE46-70EE-4A1B-BB4A-C22A96993C57}"/>
                </a:ext>
              </a:extLst>
            </p:cNvPr>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1" name="íşlîḍè">
              <a:extLst>
                <a:ext uri="{FF2B5EF4-FFF2-40B4-BE49-F238E27FC236}">
                  <a16:creationId xmlns:a16="http://schemas.microsoft.com/office/drawing/2014/main" id="{86E69F1B-9911-4A13-98C8-83A77162FEE6}"/>
                </a:ext>
              </a:extLst>
            </p:cNvPr>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2" name="îŝļîďé">
              <a:extLst>
                <a:ext uri="{FF2B5EF4-FFF2-40B4-BE49-F238E27FC236}">
                  <a16:creationId xmlns:a16="http://schemas.microsoft.com/office/drawing/2014/main" id="{17F87985-B67D-4E79-9E45-8233A08ABCD9}"/>
                </a:ext>
              </a:extLst>
            </p:cNvPr>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3" name="îŝlîḑê">
              <a:extLst>
                <a:ext uri="{FF2B5EF4-FFF2-40B4-BE49-F238E27FC236}">
                  <a16:creationId xmlns:a16="http://schemas.microsoft.com/office/drawing/2014/main" id="{F20080D2-8353-4987-8A65-FB31A9D4AAC6}"/>
                </a:ext>
              </a:extLst>
            </p:cNvPr>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4" name="îṣḷïdè">
              <a:extLst>
                <a:ext uri="{FF2B5EF4-FFF2-40B4-BE49-F238E27FC236}">
                  <a16:creationId xmlns:a16="http://schemas.microsoft.com/office/drawing/2014/main" id="{3E42E80B-52E4-4CC9-9CE2-C604A7FA380B}"/>
                </a:ext>
              </a:extLst>
            </p:cNvPr>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5" name="íśļîḍè">
              <a:extLst>
                <a:ext uri="{FF2B5EF4-FFF2-40B4-BE49-F238E27FC236}">
                  <a16:creationId xmlns:a16="http://schemas.microsoft.com/office/drawing/2014/main" id="{4FF5C682-AEAB-42D8-A4AC-A81D7391CEB9}"/>
                </a:ext>
              </a:extLst>
            </p:cNvPr>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6" name="íśļïḍe">
              <a:extLst>
                <a:ext uri="{FF2B5EF4-FFF2-40B4-BE49-F238E27FC236}">
                  <a16:creationId xmlns:a16="http://schemas.microsoft.com/office/drawing/2014/main" id="{81ED66FE-2F1B-4734-90F4-843C92914DDA}"/>
                </a:ext>
              </a:extLst>
            </p:cNvPr>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7" name="íŝliḓê">
              <a:extLst>
                <a:ext uri="{FF2B5EF4-FFF2-40B4-BE49-F238E27FC236}">
                  <a16:creationId xmlns:a16="http://schemas.microsoft.com/office/drawing/2014/main" id="{9953EF9B-7925-4B5C-8134-F12841247AAB}"/>
                </a:ext>
              </a:extLst>
            </p:cNvPr>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8" name="iślïḓê">
              <a:extLst>
                <a:ext uri="{FF2B5EF4-FFF2-40B4-BE49-F238E27FC236}">
                  <a16:creationId xmlns:a16="http://schemas.microsoft.com/office/drawing/2014/main" id="{AC20FB80-F251-417E-BF05-2DFCFF939906}"/>
                </a:ext>
              </a:extLst>
            </p:cNvPr>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9" name="íSlïdè">
              <a:extLst>
                <a:ext uri="{FF2B5EF4-FFF2-40B4-BE49-F238E27FC236}">
                  <a16:creationId xmlns:a16="http://schemas.microsoft.com/office/drawing/2014/main" id="{77772466-7DAC-4058-90C4-C68373E51A20}"/>
                </a:ext>
              </a:extLst>
            </p:cNvPr>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0" name="iṣḻïḍe">
              <a:extLst>
                <a:ext uri="{FF2B5EF4-FFF2-40B4-BE49-F238E27FC236}">
                  <a16:creationId xmlns:a16="http://schemas.microsoft.com/office/drawing/2014/main" id="{5ED68159-92A6-48A6-AE95-D6564DD60D2F}"/>
                </a:ext>
              </a:extLst>
            </p:cNvPr>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1" name="ïşľidé">
              <a:extLst>
                <a:ext uri="{FF2B5EF4-FFF2-40B4-BE49-F238E27FC236}">
                  <a16:creationId xmlns:a16="http://schemas.microsoft.com/office/drawing/2014/main" id="{75B48FE7-70F5-4960-9A54-DD8E66147AA5}"/>
                </a:ext>
              </a:extLst>
            </p:cNvPr>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2" name="ïṣliḋê">
              <a:extLst>
                <a:ext uri="{FF2B5EF4-FFF2-40B4-BE49-F238E27FC236}">
                  <a16:creationId xmlns:a16="http://schemas.microsoft.com/office/drawing/2014/main" id="{91200374-3C6A-4196-B33C-925F84D20E4F}"/>
                </a:ext>
              </a:extLst>
            </p:cNvPr>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3" name="îṩḻiḓê">
              <a:extLst>
                <a:ext uri="{FF2B5EF4-FFF2-40B4-BE49-F238E27FC236}">
                  <a16:creationId xmlns:a16="http://schemas.microsoft.com/office/drawing/2014/main" id="{5C0AB545-6CA3-413E-A422-7ED135A991FF}"/>
                </a:ext>
              </a:extLst>
            </p:cNvPr>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4" name="iśļîḋè">
              <a:extLst>
                <a:ext uri="{FF2B5EF4-FFF2-40B4-BE49-F238E27FC236}">
                  <a16:creationId xmlns:a16="http://schemas.microsoft.com/office/drawing/2014/main" id="{C69BB040-86F5-41DD-843B-3B5AE4B0349B}"/>
                </a:ext>
              </a:extLst>
            </p:cNvPr>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5" name="iṣliḓê">
              <a:extLst>
                <a:ext uri="{FF2B5EF4-FFF2-40B4-BE49-F238E27FC236}">
                  <a16:creationId xmlns:a16="http://schemas.microsoft.com/office/drawing/2014/main" id="{AD65089C-278E-4D57-96BC-7F3AADE5A5E9}"/>
                </a:ext>
              </a:extLst>
            </p:cNvPr>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6" name="íṡľiḍê">
              <a:extLst>
                <a:ext uri="{FF2B5EF4-FFF2-40B4-BE49-F238E27FC236}">
                  <a16:creationId xmlns:a16="http://schemas.microsoft.com/office/drawing/2014/main" id="{8E9A1E4A-7A9F-4EBB-B4D5-D3099C2D5521}"/>
                </a:ext>
              </a:extLst>
            </p:cNvPr>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7" name="íšlîde">
              <a:extLst>
                <a:ext uri="{FF2B5EF4-FFF2-40B4-BE49-F238E27FC236}">
                  <a16:creationId xmlns:a16="http://schemas.microsoft.com/office/drawing/2014/main" id="{5736DA04-D248-4C78-A812-BC858481C9DF}"/>
                </a:ext>
              </a:extLst>
            </p:cNvPr>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8" name="îṡḷíḋé">
              <a:extLst>
                <a:ext uri="{FF2B5EF4-FFF2-40B4-BE49-F238E27FC236}">
                  <a16:creationId xmlns:a16="http://schemas.microsoft.com/office/drawing/2014/main" id="{9DFF4286-8565-4107-B82A-90D2BDD6FA04}"/>
                </a:ext>
              </a:extLst>
            </p:cNvPr>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9" name="îsḻiḓe">
              <a:extLst>
                <a:ext uri="{FF2B5EF4-FFF2-40B4-BE49-F238E27FC236}">
                  <a16:creationId xmlns:a16="http://schemas.microsoft.com/office/drawing/2014/main" id="{9CCCD050-1C73-4F91-8043-E6049A6938DA}"/>
                </a:ext>
              </a:extLst>
            </p:cNvPr>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0" name="î$ļïdè">
              <a:extLst>
                <a:ext uri="{FF2B5EF4-FFF2-40B4-BE49-F238E27FC236}">
                  <a16:creationId xmlns:a16="http://schemas.microsoft.com/office/drawing/2014/main" id="{BA63A412-6253-445A-B220-88EFC34D5155}"/>
                </a:ext>
              </a:extLst>
            </p:cNvPr>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1" name="îṧḷíḓê">
              <a:extLst>
                <a:ext uri="{FF2B5EF4-FFF2-40B4-BE49-F238E27FC236}">
                  <a16:creationId xmlns:a16="http://schemas.microsoft.com/office/drawing/2014/main" id="{4270CCC8-54A6-494A-823D-61745ACA9E7B}"/>
                </a:ext>
              </a:extLst>
            </p:cNvPr>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2" name="íṩ1iḑê">
              <a:extLst>
                <a:ext uri="{FF2B5EF4-FFF2-40B4-BE49-F238E27FC236}">
                  <a16:creationId xmlns:a16="http://schemas.microsoft.com/office/drawing/2014/main" id="{E93895B5-F6C4-4504-A703-E5725F52DAF2}"/>
                </a:ext>
              </a:extLst>
            </p:cNvPr>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3" name="îṥlîdê">
              <a:extLst>
                <a:ext uri="{FF2B5EF4-FFF2-40B4-BE49-F238E27FC236}">
                  <a16:creationId xmlns:a16="http://schemas.microsoft.com/office/drawing/2014/main" id="{4B91CE5F-A26A-46A9-BA0D-3B47CF2D454B}"/>
                </a:ext>
              </a:extLst>
            </p:cNvPr>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4" name="îṧľîḑé">
              <a:extLst>
                <a:ext uri="{FF2B5EF4-FFF2-40B4-BE49-F238E27FC236}">
                  <a16:creationId xmlns:a16="http://schemas.microsoft.com/office/drawing/2014/main" id="{217EDDA2-DFDC-4D4D-9AB6-14720BD649C9}"/>
                </a:ext>
              </a:extLst>
            </p:cNvPr>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5" name="ï$ļíḑe">
              <a:extLst>
                <a:ext uri="{FF2B5EF4-FFF2-40B4-BE49-F238E27FC236}">
                  <a16:creationId xmlns:a16="http://schemas.microsoft.com/office/drawing/2014/main" id="{D6D51A58-586A-4048-B617-3A5D063207FC}"/>
                </a:ext>
              </a:extLst>
            </p:cNvPr>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6" name="iṩḷïde">
              <a:extLst>
                <a:ext uri="{FF2B5EF4-FFF2-40B4-BE49-F238E27FC236}">
                  <a16:creationId xmlns:a16="http://schemas.microsoft.com/office/drawing/2014/main" id="{78D92BDA-4829-452C-9525-49C421C46F3D}"/>
                </a:ext>
              </a:extLst>
            </p:cNvPr>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7" name="í$ḷïďê">
              <a:extLst>
                <a:ext uri="{FF2B5EF4-FFF2-40B4-BE49-F238E27FC236}">
                  <a16:creationId xmlns:a16="http://schemas.microsoft.com/office/drawing/2014/main" id="{CED49630-6F32-46B6-A01B-B22279F76B16}"/>
                </a:ext>
              </a:extLst>
            </p:cNvPr>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8" name="îśľïḑe">
              <a:extLst>
                <a:ext uri="{FF2B5EF4-FFF2-40B4-BE49-F238E27FC236}">
                  <a16:creationId xmlns:a16="http://schemas.microsoft.com/office/drawing/2014/main" id="{9964F02D-A314-4A76-95AF-633E805D638D}"/>
                </a:ext>
              </a:extLst>
            </p:cNvPr>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9" name="ïSlîḍè">
              <a:extLst>
                <a:ext uri="{FF2B5EF4-FFF2-40B4-BE49-F238E27FC236}">
                  <a16:creationId xmlns:a16="http://schemas.microsoft.com/office/drawing/2014/main" id="{312BD93F-0DD1-4357-99B5-1B58EDB2988D}"/>
                </a:ext>
              </a:extLst>
            </p:cNvPr>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0" name="işliḍé">
              <a:extLst>
                <a:ext uri="{FF2B5EF4-FFF2-40B4-BE49-F238E27FC236}">
                  <a16:creationId xmlns:a16="http://schemas.microsoft.com/office/drawing/2014/main" id="{5D47FE1B-9DF1-47C2-B91C-4301C234723B}"/>
                </a:ext>
              </a:extLst>
            </p:cNvPr>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1" name="ísḻïde">
              <a:extLst>
                <a:ext uri="{FF2B5EF4-FFF2-40B4-BE49-F238E27FC236}">
                  <a16:creationId xmlns:a16="http://schemas.microsoft.com/office/drawing/2014/main" id="{66885674-DCB7-45FB-A3DE-744E5D885700}"/>
                </a:ext>
              </a:extLst>
            </p:cNvPr>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2" name="iŝļiḋê">
              <a:extLst>
                <a:ext uri="{FF2B5EF4-FFF2-40B4-BE49-F238E27FC236}">
                  <a16:creationId xmlns:a16="http://schemas.microsoft.com/office/drawing/2014/main" id="{00002C16-CE77-4BF2-A945-DD7B212531DB}"/>
                </a:ext>
              </a:extLst>
            </p:cNvPr>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3" name="iṧḷîdè">
              <a:extLst>
                <a:ext uri="{FF2B5EF4-FFF2-40B4-BE49-F238E27FC236}">
                  <a16:creationId xmlns:a16="http://schemas.microsoft.com/office/drawing/2014/main" id="{B85C14E7-3B1E-41C3-B67C-6935C32AED61}"/>
                </a:ext>
              </a:extLst>
            </p:cNvPr>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4" name="isļíḍè">
              <a:extLst>
                <a:ext uri="{FF2B5EF4-FFF2-40B4-BE49-F238E27FC236}">
                  <a16:creationId xmlns:a16="http://schemas.microsoft.com/office/drawing/2014/main" id="{BECF941C-FF68-4D12-B4D8-85B8B418F901}"/>
                </a:ext>
              </a:extLst>
            </p:cNvPr>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5" name="ïṡ1íḓe">
              <a:extLst>
                <a:ext uri="{FF2B5EF4-FFF2-40B4-BE49-F238E27FC236}">
                  <a16:creationId xmlns:a16="http://schemas.microsoft.com/office/drawing/2014/main" id="{60FD57A9-4D75-4896-A6FE-506B0D5962DE}"/>
                </a:ext>
              </a:extLst>
            </p:cNvPr>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6" name="isḷiḑê">
              <a:extLst>
                <a:ext uri="{FF2B5EF4-FFF2-40B4-BE49-F238E27FC236}">
                  <a16:creationId xmlns:a16="http://schemas.microsoft.com/office/drawing/2014/main" id="{EEA5C510-597F-44D3-8289-EF88CD2E9DB2}"/>
                </a:ext>
              </a:extLst>
            </p:cNvPr>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7" name="ïṥlíḓê">
              <a:extLst>
                <a:ext uri="{FF2B5EF4-FFF2-40B4-BE49-F238E27FC236}">
                  <a16:creationId xmlns:a16="http://schemas.microsoft.com/office/drawing/2014/main" id="{A8AF6C5B-DEAF-4A09-A9B5-E1D1C37BF0DB}"/>
                </a:ext>
              </a:extLst>
            </p:cNvPr>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8" name="îṧḷíḍé">
              <a:extLst>
                <a:ext uri="{FF2B5EF4-FFF2-40B4-BE49-F238E27FC236}">
                  <a16:creationId xmlns:a16="http://schemas.microsoft.com/office/drawing/2014/main" id="{51A3847B-F997-4564-847A-10F382CCDF1C}"/>
                </a:ext>
              </a:extLst>
            </p:cNvPr>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9" name="îṩḻïďè">
              <a:extLst>
                <a:ext uri="{FF2B5EF4-FFF2-40B4-BE49-F238E27FC236}">
                  <a16:creationId xmlns:a16="http://schemas.microsoft.com/office/drawing/2014/main" id="{920BDB9F-A9F8-4473-8C92-52101908AE2F}"/>
                </a:ext>
              </a:extLst>
            </p:cNvPr>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0" name="ïşļídé">
              <a:extLst>
                <a:ext uri="{FF2B5EF4-FFF2-40B4-BE49-F238E27FC236}">
                  <a16:creationId xmlns:a16="http://schemas.microsoft.com/office/drawing/2014/main" id="{AA89147E-568E-4717-88FD-7F9647408D89}"/>
                </a:ext>
              </a:extLst>
            </p:cNvPr>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1" name="iṧḻíďe">
              <a:extLst>
                <a:ext uri="{FF2B5EF4-FFF2-40B4-BE49-F238E27FC236}">
                  <a16:creationId xmlns:a16="http://schemas.microsoft.com/office/drawing/2014/main" id="{5EB4C109-4776-49FC-A48E-10FF303F110D}"/>
                </a:ext>
              </a:extLst>
            </p:cNvPr>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2" name="ïSlïḓé">
              <a:extLst>
                <a:ext uri="{FF2B5EF4-FFF2-40B4-BE49-F238E27FC236}">
                  <a16:creationId xmlns:a16="http://schemas.microsoft.com/office/drawing/2014/main" id="{2CFFE0C7-CCC8-4C6A-8350-39C4A2731E38}"/>
                </a:ext>
              </a:extLst>
            </p:cNvPr>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3" name="išľîḑé">
              <a:extLst>
                <a:ext uri="{FF2B5EF4-FFF2-40B4-BE49-F238E27FC236}">
                  <a16:creationId xmlns:a16="http://schemas.microsoft.com/office/drawing/2014/main" id="{FE598C41-D9E7-44C2-B4B6-F6AF2F4CFB5F}"/>
                </a:ext>
              </a:extLst>
            </p:cNvPr>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4" name="îṥḻîďè">
              <a:extLst>
                <a:ext uri="{FF2B5EF4-FFF2-40B4-BE49-F238E27FC236}">
                  <a16:creationId xmlns:a16="http://schemas.microsoft.com/office/drawing/2014/main" id="{B0F4FA74-38A8-421B-94DC-730035AF5315}"/>
                </a:ext>
              </a:extLst>
            </p:cNvPr>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5" name="i$líḋé">
              <a:extLst>
                <a:ext uri="{FF2B5EF4-FFF2-40B4-BE49-F238E27FC236}">
                  <a16:creationId xmlns:a16="http://schemas.microsoft.com/office/drawing/2014/main" id="{B88B1C8B-2B5D-4EBC-8D4B-382D10174262}"/>
                </a:ext>
              </a:extLst>
            </p:cNvPr>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6" name="iṡľîḋê">
              <a:extLst>
                <a:ext uri="{FF2B5EF4-FFF2-40B4-BE49-F238E27FC236}">
                  <a16:creationId xmlns:a16="http://schemas.microsoft.com/office/drawing/2014/main" id="{DA397AB1-2925-4FE3-A36B-392CE7DDECE3}"/>
                </a:ext>
              </a:extLst>
            </p:cNvPr>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7" name="ïśḷîḍè">
              <a:extLst>
                <a:ext uri="{FF2B5EF4-FFF2-40B4-BE49-F238E27FC236}">
                  <a16:creationId xmlns:a16="http://schemas.microsoft.com/office/drawing/2014/main" id="{95B15CFD-95FE-416D-A9E2-843C60828795}"/>
                </a:ext>
              </a:extLst>
            </p:cNvPr>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8" name="íṣļíḓe">
              <a:extLst>
                <a:ext uri="{FF2B5EF4-FFF2-40B4-BE49-F238E27FC236}">
                  <a16:creationId xmlns:a16="http://schemas.microsoft.com/office/drawing/2014/main" id="{83529818-38EC-4F78-8286-B12B200C9C2D}"/>
                </a:ext>
              </a:extLst>
            </p:cNvPr>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9" name="ïslïḓé">
              <a:extLst>
                <a:ext uri="{FF2B5EF4-FFF2-40B4-BE49-F238E27FC236}">
                  <a16:creationId xmlns:a16="http://schemas.microsoft.com/office/drawing/2014/main" id="{0F5324F3-E8F8-4305-948C-DF00126FC733}"/>
                </a:ext>
              </a:extLst>
            </p:cNvPr>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0" name="ïṣḻîḋé">
              <a:extLst>
                <a:ext uri="{FF2B5EF4-FFF2-40B4-BE49-F238E27FC236}">
                  <a16:creationId xmlns:a16="http://schemas.microsoft.com/office/drawing/2014/main" id="{5AAF75ED-182D-4581-8818-B0817C921463}"/>
                </a:ext>
              </a:extLst>
            </p:cNvPr>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1" name="ïṥḷîḓè">
              <a:extLst>
                <a:ext uri="{FF2B5EF4-FFF2-40B4-BE49-F238E27FC236}">
                  <a16:creationId xmlns:a16="http://schemas.microsoft.com/office/drawing/2014/main" id="{60E0F3E1-024A-41BA-91B5-7894D1B12F88}"/>
                </a:ext>
              </a:extLst>
            </p:cNvPr>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2" name="iṥḷíďè">
              <a:extLst>
                <a:ext uri="{FF2B5EF4-FFF2-40B4-BE49-F238E27FC236}">
                  <a16:creationId xmlns:a16="http://schemas.microsoft.com/office/drawing/2014/main" id="{4D2DEDD5-5F90-4A87-B6CE-ABBEE8B34452}"/>
                </a:ext>
              </a:extLst>
            </p:cNvPr>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3" name="ïş1ídè">
              <a:extLst>
                <a:ext uri="{FF2B5EF4-FFF2-40B4-BE49-F238E27FC236}">
                  <a16:creationId xmlns:a16="http://schemas.microsoft.com/office/drawing/2014/main" id="{9A849ECC-2814-4DD2-B860-DDAF09B2D2AA}"/>
                </a:ext>
              </a:extLst>
            </p:cNvPr>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4" name="îŝļiḑe">
              <a:extLst>
                <a:ext uri="{FF2B5EF4-FFF2-40B4-BE49-F238E27FC236}">
                  <a16:creationId xmlns:a16="http://schemas.microsoft.com/office/drawing/2014/main" id="{30CA162D-C76D-4BF6-A43A-388516F9D598}"/>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5" name="í$ļïḓé">
              <a:extLst>
                <a:ext uri="{FF2B5EF4-FFF2-40B4-BE49-F238E27FC236}">
                  <a16:creationId xmlns:a16="http://schemas.microsoft.com/office/drawing/2014/main" id="{B115CBA2-FF24-43D3-9671-D7E8388B96B8}"/>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6" name="i$1iďê">
              <a:extLst>
                <a:ext uri="{FF2B5EF4-FFF2-40B4-BE49-F238E27FC236}">
                  <a16:creationId xmlns:a16="http://schemas.microsoft.com/office/drawing/2014/main" id="{09886338-6B1F-45E0-8FB6-B8B29D139AE2}"/>
                </a:ext>
              </a:extLst>
            </p:cNvPr>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7" name="îšḷiḍe">
              <a:extLst>
                <a:ext uri="{FF2B5EF4-FFF2-40B4-BE49-F238E27FC236}">
                  <a16:creationId xmlns:a16="http://schemas.microsoft.com/office/drawing/2014/main" id="{F34E9DCF-CB4D-4D22-A329-75A75855DC96}"/>
                </a:ext>
              </a:extLst>
            </p:cNvPr>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8" name="íṥlïdê">
              <a:extLst>
                <a:ext uri="{FF2B5EF4-FFF2-40B4-BE49-F238E27FC236}">
                  <a16:creationId xmlns:a16="http://schemas.microsoft.com/office/drawing/2014/main" id="{32D04268-E26B-4160-9C45-B0D00C6E1F2B}"/>
                </a:ext>
              </a:extLst>
            </p:cNvPr>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9" name="íśľîďé">
              <a:extLst>
                <a:ext uri="{FF2B5EF4-FFF2-40B4-BE49-F238E27FC236}">
                  <a16:creationId xmlns:a16="http://schemas.microsoft.com/office/drawing/2014/main" id="{02A97107-5287-438C-896C-638306A91632}"/>
                </a:ext>
              </a:extLst>
            </p:cNvPr>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0" name="iŝḻîdé">
              <a:extLst>
                <a:ext uri="{FF2B5EF4-FFF2-40B4-BE49-F238E27FC236}">
                  <a16:creationId xmlns:a16="http://schemas.microsoft.com/office/drawing/2014/main" id="{7AFE358B-E720-4860-916D-1A5C58FB9C20}"/>
                </a:ext>
              </a:extLst>
            </p:cNvPr>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1" name="ïsḷiḍé">
              <a:extLst>
                <a:ext uri="{FF2B5EF4-FFF2-40B4-BE49-F238E27FC236}">
                  <a16:creationId xmlns:a16="http://schemas.microsoft.com/office/drawing/2014/main" id="{D9CADB3D-7EB4-489F-80C8-2939C4F4D904}"/>
                </a:ext>
              </a:extLst>
            </p:cNvPr>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2" name="íṧ1iďè">
              <a:extLst>
                <a:ext uri="{FF2B5EF4-FFF2-40B4-BE49-F238E27FC236}">
                  <a16:creationId xmlns:a16="http://schemas.microsoft.com/office/drawing/2014/main" id="{1A5EF2B7-A157-493A-8982-4C80BB0F2957}"/>
                </a:ext>
              </a:extLst>
            </p:cNvPr>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3" name="îṩľíḓe">
              <a:extLst>
                <a:ext uri="{FF2B5EF4-FFF2-40B4-BE49-F238E27FC236}">
                  <a16:creationId xmlns:a16="http://schemas.microsoft.com/office/drawing/2014/main" id="{AEA4023E-74BA-4BAF-AEF9-F3DEA7909BFD}"/>
                </a:ext>
              </a:extLst>
            </p:cNvPr>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4" name="ïṡ1ïḑé">
              <a:extLst>
                <a:ext uri="{FF2B5EF4-FFF2-40B4-BE49-F238E27FC236}">
                  <a16:creationId xmlns:a16="http://schemas.microsoft.com/office/drawing/2014/main" id="{F410AB06-62EC-498C-ACFC-CD2F4A5CF294}"/>
                </a:ext>
              </a:extLst>
            </p:cNvPr>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5" name="iṡlíďe">
              <a:extLst>
                <a:ext uri="{FF2B5EF4-FFF2-40B4-BE49-F238E27FC236}">
                  <a16:creationId xmlns:a16="http://schemas.microsoft.com/office/drawing/2014/main" id="{401B8494-D64F-4711-8260-81BC9C94A53D}"/>
                </a:ext>
              </a:extLst>
            </p:cNvPr>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6" name="ïšḷiḍè">
              <a:extLst>
                <a:ext uri="{FF2B5EF4-FFF2-40B4-BE49-F238E27FC236}">
                  <a16:creationId xmlns:a16="http://schemas.microsoft.com/office/drawing/2014/main" id="{080FF72F-00F2-4D44-BF8D-C9BC14557C4A}"/>
                </a:ext>
              </a:extLst>
            </p:cNvPr>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7" name="í$1îḓè">
              <a:extLst>
                <a:ext uri="{FF2B5EF4-FFF2-40B4-BE49-F238E27FC236}">
                  <a16:creationId xmlns:a16="http://schemas.microsoft.com/office/drawing/2014/main" id="{AF0AA3BF-0C83-4B1B-B7EC-A6EB3F6381CE}"/>
                </a:ext>
              </a:extLst>
            </p:cNvPr>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8" name="î$ľidé">
              <a:extLst>
                <a:ext uri="{FF2B5EF4-FFF2-40B4-BE49-F238E27FC236}">
                  <a16:creationId xmlns:a16="http://schemas.microsoft.com/office/drawing/2014/main" id="{9544ABEF-09FB-43F3-82D8-9D93350C698E}"/>
                </a:ext>
              </a:extLst>
            </p:cNvPr>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9" name="išḻïďê">
              <a:extLst>
                <a:ext uri="{FF2B5EF4-FFF2-40B4-BE49-F238E27FC236}">
                  <a16:creationId xmlns:a16="http://schemas.microsoft.com/office/drawing/2014/main" id="{D171F6BA-8C06-42D0-8669-E7059DF731E3}"/>
                </a:ext>
              </a:extLst>
            </p:cNvPr>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0" name="îSļíďê">
              <a:extLst>
                <a:ext uri="{FF2B5EF4-FFF2-40B4-BE49-F238E27FC236}">
                  <a16:creationId xmlns:a16="http://schemas.microsoft.com/office/drawing/2014/main" id="{63418E76-516C-4249-87D2-6E3825A62CA7}"/>
                </a:ext>
              </a:extLst>
            </p:cNvPr>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1" name="íṧḻiḋe">
              <a:extLst>
                <a:ext uri="{FF2B5EF4-FFF2-40B4-BE49-F238E27FC236}">
                  <a16:creationId xmlns:a16="http://schemas.microsoft.com/office/drawing/2014/main" id="{BE371448-D446-4FAD-94E4-DC2543001DE3}"/>
                </a:ext>
              </a:extLst>
            </p:cNvPr>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2" name="îṡ1iďé">
              <a:extLst>
                <a:ext uri="{FF2B5EF4-FFF2-40B4-BE49-F238E27FC236}">
                  <a16:creationId xmlns:a16="http://schemas.microsoft.com/office/drawing/2014/main" id="{B10D1327-D888-4B93-8455-651F9545D387}"/>
                </a:ext>
              </a:extLst>
            </p:cNvPr>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3" name="ï$ḷïdè">
              <a:extLst>
                <a:ext uri="{FF2B5EF4-FFF2-40B4-BE49-F238E27FC236}">
                  <a16:creationId xmlns:a16="http://schemas.microsoft.com/office/drawing/2014/main" id="{995B939F-9549-44E8-B3B4-47412ADFB2FC}"/>
                </a:ext>
              </a:extLst>
            </p:cNvPr>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4" name="işlîḋê">
              <a:extLst>
                <a:ext uri="{FF2B5EF4-FFF2-40B4-BE49-F238E27FC236}">
                  <a16:creationId xmlns:a16="http://schemas.microsoft.com/office/drawing/2014/main" id="{58BB7BA2-5A32-4947-A732-B47F54BBB6DE}"/>
                </a:ext>
              </a:extLst>
            </p:cNvPr>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5" name="işḻïḑè">
              <a:extLst>
                <a:ext uri="{FF2B5EF4-FFF2-40B4-BE49-F238E27FC236}">
                  <a16:creationId xmlns:a16="http://schemas.microsoft.com/office/drawing/2014/main" id="{9491F449-4108-42D4-A636-B2D4B3D54634}"/>
                </a:ext>
              </a:extLst>
            </p:cNvPr>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6" name="ïslidê">
              <a:extLst>
                <a:ext uri="{FF2B5EF4-FFF2-40B4-BE49-F238E27FC236}">
                  <a16:creationId xmlns:a16="http://schemas.microsoft.com/office/drawing/2014/main" id="{8A80D00D-3165-4A84-8312-A7AF22B88157}"/>
                </a:ext>
              </a:extLst>
            </p:cNvPr>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7" name="íṣḻíḑê">
              <a:extLst>
                <a:ext uri="{FF2B5EF4-FFF2-40B4-BE49-F238E27FC236}">
                  <a16:creationId xmlns:a16="http://schemas.microsoft.com/office/drawing/2014/main" id="{F7F0D20A-B922-48A5-B223-DD0E596EC087}"/>
                </a:ext>
              </a:extLst>
            </p:cNvPr>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8" name="ísḻídé">
              <a:extLst>
                <a:ext uri="{FF2B5EF4-FFF2-40B4-BE49-F238E27FC236}">
                  <a16:creationId xmlns:a16="http://schemas.microsoft.com/office/drawing/2014/main" id="{EDE98F85-D85B-43AC-8C1D-4D87077DFD2C}"/>
                </a:ext>
              </a:extLst>
            </p:cNvPr>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9" name="iṧḻide">
              <a:extLst>
                <a:ext uri="{FF2B5EF4-FFF2-40B4-BE49-F238E27FC236}">
                  <a16:creationId xmlns:a16="http://schemas.microsoft.com/office/drawing/2014/main" id="{A5A23117-5B8A-47B1-A916-13EBF99DDEEA}"/>
                </a:ext>
              </a:extLst>
            </p:cNvPr>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0" name="îṧļïďe">
              <a:extLst>
                <a:ext uri="{FF2B5EF4-FFF2-40B4-BE49-F238E27FC236}">
                  <a16:creationId xmlns:a16="http://schemas.microsoft.com/office/drawing/2014/main" id="{86D8257F-F10C-4A94-BE0D-FA6A8077ECA6}"/>
                </a:ext>
              </a:extLst>
            </p:cNvPr>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1" name="iṣḷîḋê">
              <a:extLst>
                <a:ext uri="{FF2B5EF4-FFF2-40B4-BE49-F238E27FC236}">
                  <a16:creationId xmlns:a16="http://schemas.microsoft.com/office/drawing/2014/main" id="{5BCF3A63-E782-4E42-8FF2-0F852C59F006}"/>
                </a:ext>
              </a:extLst>
            </p:cNvPr>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2" name="íŝ1ïḍè">
              <a:extLst>
                <a:ext uri="{FF2B5EF4-FFF2-40B4-BE49-F238E27FC236}">
                  <a16:creationId xmlns:a16="http://schemas.microsoft.com/office/drawing/2014/main" id="{7F8EBC49-6A58-4D22-84FC-AA72A9007EBA}"/>
                </a:ext>
              </a:extLst>
            </p:cNvPr>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3" name="íŝlîḋe">
              <a:extLst>
                <a:ext uri="{FF2B5EF4-FFF2-40B4-BE49-F238E27FC236}">
                  <a16:creationId xmlns:a16="http://schemas.microsoft.com/office/drawing/2014/main" id="{92139C56-3CDD-4542-AC20-93D8FE36C68F}"/>
                </a:ext>
              </a:extLst>
            </p:cNvPr>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4" name="iŝḻiďê">
              <a:extLst>
                <a:ext uri="{FF2B5EF4-FFF2-40B4-BE49-F238E27FC236}">
                  <a16:creationId xmlns:a16="http://schemas.microsoft.com/office/drawing/2014/main" id="{FE9A6401-CF13-4F94-B40C-D1AF3AC4F24E}"/>
                </a:ext>
              </a:extLst>
            </p:cNvPr>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5" name="îṥḻiḍè">
              <a:extLst>
                <a:ext uri="{FF2B5EF4-FFF2-40B4-BE49-F238E27FC236}">
                  <a16:creationId xmlns:a16="http://schemas.microsoft.com/office/drawing/2014/main" id="{CD4FA2CE-4D20-41C9-A5B5-CCB1A237A587}"/>
                </a:ext>
              </a:extLst>
            </p:cNvPr>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6" name="íṩḷîḋe">
              <a:extLst>
                <a:ext uri="{FF2B5EF4-FFF2-40B4-BE49-F238E27FC236}">
                  <a16:creationId xmlns:a16="http://schemas.microsoft.com/office/drawing/2014/main" id="{5E95FBD1-8AA4-4D21-B56C-479D04F0BFE3}"/>
                </a:ext>
              </a:extLst>
            </p:cNvPr>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7" name="iṧḻiḋè">
              <a:extLst>
                <a:ext uri="{FF2B5EF4-FFF2-40B4-BE49-F238E27FC236}">
                  <a16:creationId xmlns:a16="http://schemas.microsoft.com/office/drawing/2014/main" id="{2366616D-0DE0-49A2-8E1D-D63AD4D01BED}"/>
                </a:ext>
              </a:extLst>
            </p:cNvPr>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8" name="î$ľíḓè">
              <a:extLst>
                <a:ext uri="{FF2B5EF4-FFF2-40B4-BE49-F238E27FC236}">
                  <a16:creationId xmlns:a16="http://schemas.microsoft.com/office/drawing/2014/main" id="{2B265020-F2C5-44D4-8332-6462AF2002A7}"/>
                </a:ext>
              </a:extLst>
            </p:cNvPr>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9" name="ïsľíďe">
              <a:extLst>
                <a:ext uri="{FF2B5EF4-FFF2-40B4-BE49-F238E27FC236}">
                  <a16:creationId xmlns:a16="http://schemas.microsoft.com/office/drawing/2014/main" id="{AA2DA506-00DB-465D-8F63-48B9D87B9FAA}"/>
                </a:ext>
              </a:extLst>
            </p:cNvPr>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0" name="íšḷïdé">
              <a:extLst>
                <a:ext uri="{FF2B5EF4-FFF2-40B4-BE49-F238E27FC236}">
                  <a16:creationId xmlns:a16="http://schemas.microsoft.com/office/drawing/2014/main" id="{10270996-F6C5-42D8-92CF-04BE5683CED6}"/>
                </a:ext>
              </a:extLst>
            </p:cNvPr>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1" name="ïslîḍê">
              <a:extLst>
                <a:ext uri="{FF2B5EF4-FFF2-40B4-BE49-F238E27FC236}">
                  <a16:creationId xmlns:a16="http://schemas.microsoft.com/office/drawing/2014/main" id="{28B8E68D-7CBD-43F9-B76F-AB451249E30F}"/>
                </a:ext>
              </a:extLst>
            </p:cNvPr>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2" name="îŝľíḍè">
              <a:extLst>
                <a:ext uri="{FF2B5EF4-FFF2-40B4-BE49-F238E27FC236}">
                  <a16:creationId xmlns:a16="http://schemas.microsoft.com/office/drawing/2014/main" id="{FC231D13-636E-4589-ACC7-9DAF7B62486E}"/>
                </a:ext>
              </a:extLst>
            </p:cNvPr>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3" name="íşľîḑé">
              <a:extLst>
                <a:ext uri="{FF2B5EF4-FFF2-40B4-BE49-F238E27FC236}">
                  <a16:creationId xmlns:a16="http://schemas.microsoft.com/office/drawing/2014/main" id="{637AAB9A-4194-454E-AB35-008B77F5F9C0}"/>
                </a:ext>
              </a:extLst>
            </p:cNvPr>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4" name="íSḷîḍè">
              <a:extLst>
                <a:ext uri="{FF2B5EF4-FFF2-40B4-BE49-F238E27FC236}">
                  <a16:creationId xmlns:a16="http://schemas.microsoft.com/office/drawing/2014/main" id="{3FD74F75-1337-43EB-AA6B-D8D63449628F}"/>
                </a:ext>
              </a:extLst>
            </p:cNvPr>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5" name="ïşļîḍè">
              <a:extLst>
                <a:ext uri="{FF2B5EF4-FFF2-40B4-BE49-F238E27FC236}">
                  <a16:creationId xmlns:a16="http://schemas.microsoft.com/office/drawing/2014/main" id="{9B196995-CC9B-4F6B-AACD-130B20A2B964}"/>
                </a:ext>
              </a:extLst>
            </p:cNvPr>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6" name="ísḷiḋe">
              <a:extLst>
                <a:ext uri="{FF2B5EF4-FFF2-40B4-BE49-F238E27FC236}">
                  <a16:creationId xmlns:a16="http://schemas.microsoft.com/office/drawing/2014/main" id="{B8B2E688-258D-4B4A-BFD2-2FEAA5CE02FC}"/>
                </a:ext>
              </a:extLst>
            </p:cNvPr>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7" name="išḷîḓe">
              <a:extLst>
                <a:ext uri="{FF2B5EF4-FFF2-40B4-BE49-F238E27FC236}">
                  <a16:creationId xmlns:a16="http://schemas.microsoft.com/office/drawing/2014/main" id="{B45868CE-7453-4D30-BD18-1B93D12A5836}"/>
                </a:ext>
              </a:extLst>
            </p:cNvPr>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8" name="ïṩļidê">
              <a:extLst>
                <a:ext uri="{FF2B5EF4-FFF2-40B4-BE49-F238E27FC236}">
                  <a16:creationId xmlns:a16="http://schemas.microsoft.com/office/drawing/2014/main" id="{2D1534F1-1A7C-45F1-BCF9-C54CF022756A}"/>
                </a:ext>
              </a:extLst>
            </p:cNvPr>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9" name="îṧliḑe">
              <a:extLst>
                <a:ext uri="{FF2B5EF4-FFF2-40B4-BE49-F238E27FC236}">
                  <a16:creationId xmlns:a16="http://schemas.microsoft.com/office/drawing/2014/main" id="{38532362-D2F8-48B6-B91B-BA2E6519CCC5}"/>
                </a:ext>
              </a:extLst>
            </p:cNvPr>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0" name="ïśḷïḓè">
              <a:extLst>
                <a:ext uri="{FF2B5EF4-FFF2-40B4-BE49-F238E27FC236}">
                  <a16:creationId xmlns:a16="http://schemas.microsoft.com/office/drawing/2014/main" id="{E6254645-D706-4393-BCC6-FE1EB8FAF82A}"/>
                </a:ext>
              </a:extLst>
            </p:cNvPr>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1" name="ísliďè">
              <a:extLst>
                <a:ext uri="{FF2B5EF4-FFF2-40B4-BE49-F238E27FC236}">
                  <a16:creationId xmlns:a16="http://schemas.microsoft.com/office/drawing/2014/main" id="{89379225-6151-4326-A7E6-CE2385B981C9}"/>
                </a:ext>
              </a:extLst>
            </p:cNvPr>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2" name="ïsḷíḍé">
              <a:extLst>
                <a:ext uri="{FF2B5EF4-FFF2-40B4-BE49-F238E27FC236}">
                  <a16:creationId xmlns:a16="http://schemas.microsoft.com/office/drawing/2014/main" id="{698A6B59-C3E7-46E5-8298-B468DF45F885}"/>
                </a:ext>
              </a:extLst>
            </p:cNvPr>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3" name="ïšlîḑê">
              <a:extLst>
                <a:ext uri="{FF2B5EF4-FFF2-40B4-BE49-F238E27FC236}">
                  <a16:creationId xmlns:a16="http://schemas.microsoft.com/office/drawing/2014/main" id="{BED75C1E-251F-4DD2-9B8E-21E31D1B9FCC}"/>
                </a:ext>
              </a:extLst>
            </p:cNvPr>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4" name="îṧḻîḓé">
              <a:extLst>
                <a:ext uri="{FF2B5EF4-FFF2-40B4-BE49-F238E27FC236}">
                  <a16:creationId xmlns:a16="http://schemas.microsoft.com/office/drawing/2014/main" id="{A14D79D7-3C89-4555-829F-72DE8BA6BF24}"/>
                </a:ext>
              </a:extLst>
            </p:cNvPr>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5" name="iśļîḋê">
              <a:extLst>
                <a:ext uri="{FF2B5EF4-FFF2-40B4-BE49-F238E27FC236}">
                  <a16:creationId xmlns:a16="http://schemas.microsoft.com/office/drawing/2014/main" id="{5334B6ED-CC1D-48D3-B1B3-62DF362E31AC}"/>
                </a:ext>
              </a:extLst>
            </p:cNvPr>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cxnSp>
        <p:nvCxnSpPr>
          <p:cNvPr id="156" name="直接连接符 155">
            <a:extLst>
              <a:ext uri="{FF2B5EF4-FFF2-40B4-BE49-F238E27FC236}">
                <a16:creationId xmlns:a16="http://schemas.microsoft.com/office/drawing/2014/main" id="{0279F58C-A728-4AB0-B9F8-E69CEB2F10D1}"/>
              </a:ext>
            </a:extLst>
          </p:cNvPr>
          <p:cNvCxnSpPr/>
          <p:nvPr userDrawn="1"/>
        </p:nvCxnSpPr>
        <p:spPr>
          <a:xfrm>
            <a:off x="1055688" y="1034980"/>
            <a:ext cx="10052913" cy="0"/>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sp>
        <p:nvSpPr>
          <p:cNvPr id="157" name="矩形 156">
            <a:extLst>
              <a:ext uri="{FF2B5EF4-FFF2-40B4-BE49-F238E27FC236}">
                <a16:creationId xmlns:a16="http://schemas.microsoft.com/office/drawing/2014/main" id="{E1E0B72B-4DD7-4AC1-B45A-829E416A6DF2}"/>
              </a:ext>
            </a:extLst>
          </p:cNvPr>
          <p:cNvSpPr/>
          <p:nvPr userDrawn="1"/>
        </p:nvSpPr>
        <p:spPr>
          <a:xfrm>
            <a:off x="1050157" y="1168724"/>
            <a:ext cx="144000" cy="360000"/>
          </a:xfrm>
          <a:prstGeom prst="rect">
            <a:avLst/>
          </a:prstGeom>
          <a:solidFill>
            <a:srgbClr val="AD5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a:extLst>
              <a:ext uri="{FF2B5EF4-FFF2-40B4-BE49-F238E27FC236}">
                <a16:creationId xmlns:a16="http://schemas.microsoft.com/office/drawing/2014/main" id="{1C6B6555-BFEB-4FB0-B017-F5F4AC3CA704}"/>
              </a:ext>
            </a:extLst>
          </p:cNvPr>
          <p:cNvSpPr/>
          <p:nvPr userDrawn="1"/>
        </p:nvSpPr>
        <p:spPr>
          <a:xfrm>
            <a:off x="1246042" y="1234410"/>
            <a:ext cx="144000" cy="288000"/>
          </a:xfrm>
          <a:prstGeom prst="rect">
            <a:avLst/>
          </a:prstGeom>
          <a:solidFill>
            <a:srgbClr val="C27D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a:extLst>
              <a:ext uri="{FF2B5EF4-FFF2-40B4-BE49-F238E27FC236}">
                <a16:creationId xmlns:a16="http://schemas.microsoft.com/office/drawing/2014/main" id="{D2A7FB6D-7EED-4D50-A79C-9B1DA1E42E4E}"/>
              </a:ext>
            </a:extLst>
          </p:cNvPr>
          <p:cNvSpPr/>
          <p:nvPr userDrawn="1"/>
        </p:nvSpPr>
        <p:spPr>
          <a:xfrm>
            <a:off x="1441927" y="1300975"/>
            <a:ext cx="144000" cy="216000"/>
          </a:xfrm>
          <a:prstGeom prst="rect">
            <a:avLst/>
          </a:prstGeom>
          <a:solidFill>
            <a:srgbClr val="D6A8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标题 1">
            <a:extLst>
              <a:ext uri="{FF2B5EF4-FFF2-40B4-BE49-F238E27FC236}">
                <a16:creationId xmlns:a16="http://schemas.microsoft.com/office/drawing/2014/main" id="{DF5A99B4-6D9F-467C-BD77-AD413DA22C2C}"/>
              </a:ext>
            </a:extLst>
          </p:cNvPr>
          <p:cNvSpPr>
            <a:spLocks noGrp="1"/>
          </p:cNvSpPr>
          <p:nvPr>
            <p:ph type="title"/>
          </p:nvPr>
        </p:nvSpPr>
        <p:spPr>
          <a:xfrm>
            <a:off x="1605647" y="1300976"/>
            <a:ext cx="3247707" cy="227748"/>
          </a:xfrm>
        </p:spPr>
        <p:txBody>
          <a:bodyPr>
            <a:normAutofit/>
          </a:bodyPr>
          <a:lstStyle>
            <a:lvl1pPr>
              <a:defRPr sz="2000" b="1">
                <a:solidFill>
                  <a:srgbClr val="992677"/>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4121495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四">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006549C8-8509-41AD-8ED7-894BD3EFB5A3}"/>
              </a:ext>
            </a:extLst>
          </p:cNvPr>
          <p:cNvSpPr/>
          <p:nvPr userDrawn="1"/>
        </p:nvSpPr>
        <p:spPr>
          <a:xfrm>
            <a:off x="5887839" y="505917"/>
            <a:ext cx="1295062" cy="384050"/>
          </a:xfrm>
          <a:prstGeom prst="roundRect">
            <a:avLst>
              <a:gd name="adj" fmla="val 50000"/>
            </a:avLst>
          </a:prstGeom>
          <a:solidFill>
            <a:srgbClr val="992677"/>
          </a:solidFill>
          <a:ln>
            <a:noFill/>
          </a:ln>
          <a:effectLst>
            <a:outerShdw blurRad="63500" sx="102000" sy="102000" algn="ctr" rotWithShape="0">
              <a:srgbClr val="992677">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ea typeface="冬青黑体简体中文 W3"/>
              <a:cs typeface="+mn-cs"/>
            </a:endParaRPr>
          </a:p>
        </p:txBody>
      </p:sp>
      <p:sp>
        <p:nvSpPr>
          <p:cNvPr id="11" name="文本框 10">
            <a:extLst>
              <a:ext uri="{FF2B5EF4-FFF2-40B4-BE49-F238E27FC236}">
                <a16:creationId xmlns:a16="http://schemas.microsoft.com/office/drawing/2014/main" id="{85CB9267-01F0-4AA7-9103-37E6338E602C}"/>
              </a:ext>
            </a:extLst>
          </p:cNvPr>
          <p:cNvSpPr txBox="1"/>
          <p:nvPr userDrawn="1"/>
        </p:nvSpPr>
        <p:spPr>
          <a:xfrm>
            <a:off x="221581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章节一</a:t>
            </a:r>
          </a:p>
        </p:txBody>
      </p:sp>
      <p:sp>
        <p:nvSpPr>
          <p:cNvPr id="12" name="文本框 11">
            <a:extLst>
              <a:ext uri="{FF2B5EF4-FFF2-40B4-BE49-F238E27FC236}">
                <a16:creationId xmlns:a16="http://schemas.microsoft.com/office/drawing/2014/main" id="{B95B372D-3BF3-4082-AF4C-4D5D1E52BA7A}"/>
              </a:ext>
            </a:extLst>
          </p:cNvPr>
          <p:cNvSpPr txBox="1"/>
          <p:nvPr userDrawn="1"/>
        </p:nvSpPr>
        <p:spPr>
          <a:xfrm>
            <a:off x="349009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章节二</a:t>
            </a:r>
          </a:p>
        </p:txBody>
      </p:sp>
      <p:sp>
        <p:nvSpPr>
          <p:cNvPr id="13" name="文本框 12">
            <a:extLst>
              <a:ext uri="{FF2B5EF4-FFF2-40B4-BE49-F238E27FC236}">
                <a16:creationId xmlns:a16="http://schemas.microsoft.com/office/drawing/2014/main" id="{D5E77175-A6D2-48A8-84AB-D1A691169040}"/>
              </a:ext>
            </a:extLst>
          </p:cNvPr>
          <p:cNvSpPr txBox="1"/>
          <p:nvPr userDrawn="1"/>
        </p:nvSpPr>
        <p:spPr>
          <a:xfrm>
            <a:off x="476438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章节三</a:t>
            </a:r>
          </a:p>
        </p:txBody>
      </p:sp>
      <p:sp>
        <p:nvSpPr>
          <p:cNvPr id="14" name="文本框 13">
            <a:extLst>
              <a:ext uri="{FF2B5EF4-FFF2-40B4-BE49-F238E27FC236}">
                <a16:creationId xmlns:a16="http://schemas.microsoft.com/office/drawing/2014/main" id="{0B40F2A1-78C4-449C-A066-36728C022ABD}"/>
              </a:ext>
            </a:extLst>
          </p:cNvPr>
          <p:cNvSpPr txBox="1"/>
          <p:nvPr userDrawn="1"/>
        </p:nvSpPr>
        <p:spPr>
          <a:xfrm>
            <a:off x="603866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chemeClr val="bg1"/>
                </a:solidFill>
                <a:effectLst/>
                <a:uLnTx/>
                <a:uFillTx/>
                <a:latin typeface="微软雅黑" panose="020B0503020204020204" pitchFamily="34" charset="-122"/>
                <a:ea typeface="微软雅黑" panose="020B0503020204020204" pitchFamily="34" charset="-122"/>
              </a:rPr>
              <a:t>章节四</a:t>
            </a:r>
          </a:p>
        </p:txBody>
      </p:sp>
      <p:sp>
        <p:nvSpPr>
          <p:cNvPr id="15" name="文本框 14">
            <a:extLst>
              <a:ext uri="{FF2B5EF4-FFF2-40B4-BE49-F238E27FC236}">
                <a16:creationId xmlns:a16="http://schemas.microsoft.com/office/drawing/2014/main" id="{5C9A5F33-3136-43AB-8E2F-19DD9787B5B0}"/>
              </a:ext>
            </a:extLst>
          </p:cNvPr>
          <p:cNvSpPr txBox="1"/>
          <p:nvPr userDrawn="1"/>
        </p:nvSpPr>
        <p:spPr>
          <a:xfrm>
            <a:off x="731295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章节五</a:t>
            </a:r>
          </a:p>
        </p:txBody>
      </p:sp>
      <p:sp>
        <p:nvSpPr>
          <p:cNvPr id="16" name="文本框 15">
            <a:extLst>
              <a:ext uri="{FF2B5EF4-FFF2-40B4-BE49-F238E27FC236}">
                <a16:creationId xmlns:a16="http://schemas.microsoft.com/office/drawing/2014/main" id="{312986F9-EF41-48EC-AD0F-0D1AC0517C03}"/>
              </a:ext>
            </a:extLst>
          </p:cNvPr>
          <p:cNvSpPr txBox="1"/>
          <p:nvPr userDrawn="1"/>
        </p:nvSpPr>
        <p:spPr>
          <a:xfrm>
            <a:off x="8587241"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章节六</a:t>
            </a:r>
          </a:p>
        </p:txBody>
      </p:sp>
      <p:grpSp>
        <p:nvGrpSpPr>
          <p:cNvPr id="17"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19BDBDCD-7D95-4782-8DC0-FCE5866B8019}"/>
              </a:ext>
            </a:extLst>
          </p:cNvPr>
          <p:cNvGrpSpPr>
            <a:grpSpLocks noChangeAspect="1"/>
          </p:cNvGrpSpPr>
          <p:nvPr userDrawn="1">
            <p:custDataLst>
              <p:tags r:id="rId1"/>
            </p:custDataLst>
          </p:nvPr>
        </p:nvGrpSpPr>
        <p:grpSpPr>
          <a:xfrm>
            <a:off x="9870454" y="552258"/>
            <a:ext cx="1265859" cy="291971"/>
            <a:chOff x="2035175" y="2493963"/>
            <a:chExt cx="8121650" cy="1873250"/>
          </a:xfrm>
        </p:grpSpPr>
        <p:sp>
          <p:nvSpPr>
            <p:cNvPr id="18" name="iṡľïḑê">
              <a:extLst>
                <a:ext uri="{FF2B5EF4-FFF2-40B4-BE49-F238E27FC236}">
                  <a16:creationId xmlns:a16="http://schemas.microsoft.com/office/drawing/2014/main" id="{3F7CAD0C-EE02-4348-B1C3-7DE06F88456D}"/>
                </a:ext>
              </a:extLst>
            </p:cNvPr>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 name="íṩ1iḓê">
              <a:extLst>
                <a:ext uri="{FF2B5EF4-FFF2-40B4-BE49-F238E27FC236}">
                  <a16:creationId xmlns:a16="http://schemas.microsoft.com/office/drawing/2014/main" id="{ACA1F029-E89B-4F58-81E4-33251C5D917A}"/>
                </a:ext>
              </a:extLst>
            </p:cNvPr>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 name="î$ľîḑè">
              <a:extLst>
                <a:ext uri="{FF2B5EF4-FFF2-40B4-BE49-F238E27FC236}">
                  <a16:creationId xmlns:a16="http://schemas.microsoft.com/office/drawing/2014/main" id="{F712298F-039C-4384-8993-37606C68256F}"/>
                </a:ext>
              </a:extLst>
            </p:cNvPr>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 name="isḷiďè">
              <a:extLst>
                <a:ext uri="{FF2B5EF4-FFF2-40B4-BE49-F238E27FC236}">
                  <a16:creationId xmlns:a16="http://schemas.microsoft.com/office/drawing/2014/main" id="{C0481590-77F4-4F22-A0C3-CC2B1404EC9A}"/>
                </a:ext>
              </a:extLst>
            </p:cNvPr>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 name="iśľíḋè">
              <a:extLst>
                <a:ext uri="{FF2B5EF4-FFF2-40B4-BE49-F238E27FC236}">
                  <a16:creationId xmlns:a16="http://schemas.microsoft.com/office/drawing/2014/main" id="{D5F84A50-96D2-4023-87BA-0F253787BCF1}"/>
                </a:ext>
              </a:extLst>
            </p:cNvPr>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 name="iṩḻiḋé">
              <a:extLst>
                <a:ext uri="{FF2B5EF4-FFF2-40B4-BE49-F238E27FC236}">
                  <a16:creationId xmlns:a16="http://schemas.microsoft.com/office/drawing/2014/main" id="{DE438AAF-B6C3-4D43-A67C-5E7528B64D54}"/>
                </a:ext>
              </a:extLst>
            </p:cNvPr>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 name="îṥļïḓè">
              <a:extLst>
                <a:ext uri="{FF2B5EF4-FFF2-40B4-BE49-F238E27FC236}">
                  <a16:creationId xmlns:a16="http://schemas.microsoft.com/office/drawing/2014/main" id="{4B74C8A8-ED15-4718-AEF5-C07C8BE82E5E}"/>
                </a:ext>
              </a:extLst>
            </p:cNvPr>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 name="ïṥliḍè">
              <a:extLst>
                <a:ext uri="{FF2B5EF4-FFF2-40B4-BE49-F238E27FC236}">
                  <a16:creationId xmlns:a16="http://schemas.microsoft.com/office/drawing/2014/main" id="{08E57EC0-676D-4F32-BC13-76654BBF935C}"/>
                </a:ext>
              </a:extLst>
            </p:cNvPr>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 name="iśḷíḓê">
              <a:extLst>
                <a:ext uri="{FF2B5EF4-FFF2-40B4-BE49-F238E27FC236}">
                  <a16:creationId xmlns:a16="http://schemas.microsoft.com/office/drawing/2014/main" id="{C85A2CB2-30AA-44F9-8759-E130E7B1CA91}"/>
                </a:ext>
              </a:extLst>
            </p:cNvPr>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 name="isļiḓe">
              <a:extLst>
                <a:ext uri="{FF2B5EF4-FFF2-40B4-BE49-F238E27FC236}">
                  <a16:creationId xmlns:a16="http://schemas.microsoft.com/office/drawing/2014/main" id="{BEC332B5-6D5B-432B-9D16-F6C3208B5C13}"/>
                </a:ext>
              </a:extLst>
            </p:cNvPr>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 name="îs1ïdè">
              <a:extLst>
                <a:ext uri="{FF2B5EF4-FFF2-40B4-BE49-F238E27FC236}">
                  <a16:creationId xmlns:a16="http://schemas.microsoft.com/office/drawing/2014/main" id="{BBA70A91-0054-431F-B996-1D2362D87D54}"/>
                </a:ext>
              </a:extLst>
            </p:cNvPr>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 name="iṡḻïďe">
              <a:extLst>
                <a:ext uri="{FF2B5EF4-FFF2-40B4-BE49-F238E27FC236}">
                  <a16:creationId xmlns:a16="http://schemas.microsoft.com/office/drawing/2014/main" id="{119D9C33-ED93-490F-81C4-E662B17E477E}"/>
                </a:ext>
              </a:extLst>
            </p:cNvPr>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 name="ï$ľídè">
              <a:extLst>
                <a:ext uri="{FF2B5EF4-FFF2-40B4-BE49-F238E27FC236}">
                  <a16:creationId xmlns:a16="http://schemas.microsoft.com/office/drawing/2014/main" id="{E9A181D3-5F49-4E2B-96BB-F16D9B250E02}"/>
                </a:ext>
              </a:extLst>
            </p:cNvPr>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 name="isḻïḋê">
              <a:extLst>
                <a:ext uri="{FF2B5EF4-FFF2-40B4-BE49-F238E27FC236}">
                  <a16:creationId xmlns:a16="http://schemas.microsoft.com/office/drawing/2014/main" id="{B01FE55C-141F-49A1-86CB-6697555067AA}"/>
                </a:ext>
              </a:extLst>
            </p:cNvPr>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 name="îṧḷïde">
              <a:extLst>
                <a:ext uri="{FF2B5EF4-FFF2-40B4-BE49-F238E27FC236}">
                  <a16:creationId xmlns:a16="http://schemas.microsoft.com/office/drawing/2014/main" id="{D34DD795-B51A-4D14-B331-EB3827A1948F}"/>
                </a:ext>
              </a:extLst>
            </p:cNvPr>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 name="iṣḷíḍé">
              <a:extLst>
                <a:ext uri="{FF2B5EF4-FFF2-40B4-BE49-F238E27FC236}">
                  <a16:creationId xmlns:a16="http://schemas.microsoft.com/office/drawing/2014/main" id="{726EAE2A-87F4-4288-9943-630EDC5CEC51}"/>
                </a:ext>
              </a:extLst>
            </p:cNvPr>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 name="isľïde">
              <a:extLst>
                <a:ext uri="{FF2B5EF4-FFF2-40B4-BE49-F238E27FC236}">
                  <a16:creationId xmlns:a16="http://schemas.microsoft.com/office/drawing/2014/main" id="{D6F60B17-FA1E-4B3D-8E38-C19199722169}"/>
                </a:ext>
              </a:extLst>
            </p:cNvPr>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5" name="îślîḍé">
              <a:extLst>
                <a:ext uri="{FF2B5EF4-FFF2-40B4-BE49-F238E27FC236}">
                  <a16:creationId xmlns:a16="http://schemas.microsoft.com/office/drawing/2014/main" id="{0380ED02-DA09-4168-906C-832BE2E94AF0}"/>
                </a:ext>
              </a:extLst>
            </p:cNvPr>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6" name="îŝḻiďé">
              <a:extLst>
                <a:ext uri="{FF2B5EF4-FFF2-40B4-BE49-F238E27FC236}">
                  <a16:creationId xmlns:a16="http://schemas.microsoft.com/office/drawing/2014/main" id="{5FD29BB0-461A-4E19-B036-E3D84BE42131}"/>
                </a:ext>
              </a:extLst>
            </p:cNvPr>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7" name="íṣḻiḋè">
              <a:extLst>
                <a:ext uri="{FF2B5EF4-FFF2-40B4-BE49-F238E27FC236}">
                  <a16:creationId xmlns:a16="http://schemas.microsoft.com/office/drawing/2014/main" id="{6D3A2FFE-53BD-4341-8AC3-D79B63E8B620}"/>
                </a:ext>
              </a:extLst>
            </p:cNvPr>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8" name="îSlîḓè">
              <a:extLst>
                <a:ext uri="{FF2B5EF4-FFF2-40B4-BE49-F238E27FC236}">
                  <a16:creationId xmlns:a16="http://schemas.microsoft.com/office/drawing/2014/main" id="{1680658B-82F4-49E9-BF1A-7764CA9D6512}"/>
                </a:ext>
              </a:extLst>
            </p:cNvPr>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9" name="iṩḷïdê">
              <a:extLst>
                <a:ext uri="{FF2B5EF4-FFF2-40B4-BE49-F238E27FC236}">
                  <a16:creationId xmlns:a16="http://schemas.microsoft.com/office/drawing/2014/main" id="{7D9D9EA6-9D6B-46E4-AB28-F60E04EF02E0}"/>
                </a:ext>
              </a:extLst>
            </p:cNvPr>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0" name="ïś1ïḍê">
              <a:extLst>
                <a:ext uri="{FF2B5EF4-FFF2-40B4-BE49-F238E27FC236}">
                  <a16:creationId xmlns:a16="http://schemas.microsoft.com/office/drawing/2014/main" id="{CF9C0F7F-BDDA-4BB2-BE25-C346E7D342E0}"/>
                </a:ext>
              </a:extLst>
            </p:cNvPr>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1" name="îşliḍè">
              <a:extLst>
                <a:ext uri="{FF2B5EF4-FFF2-40B4-BE49-F238E27FC236}">
                  <a16:creationId xmlns:a16="http://schemas.microsoft.com/office/drawing/2014/main" id="{85EAEC49-737B-464E-A625-8579D0C9FFC8}"/>
                </a:ext>
              </a:extLst>
            </p:cNvPr>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2" name="išḷidê">
              <a:extLst>
                <a:ext uri="{FF2B5EF4-FFF2-40B4-BE49-F238E27FC236}">
                  <a16:creationId xmlns:a16="http://schemas.microsoft.com/office/drawing/2014/main" id="{4B788E4C-FC3E-419D-9280-B8733C857D08}"/>
                </a:ext>
              </a:extLst>
            </p:cNvPr>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3" name="îSḻiḍe">
              <a:extLst>
                <a:ext uri="{FF2B5EF4-FFF2-40B4-BE49-F238E27FC236}">
                  <a16:creationId xmlns:a16="http://schemas.microsoft.com/office/drawing/2014/main" id="{BA4B0925-B535-43C9-A56D-E49A5E0E9E58}"/>
                </a:ext>
              </a:extLst>
            </p:cNvPr>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4" name="ïṧļïḍe">
              <a:extLst>
                <a:ext uri="{FF2B5EF4-FFF2-40B4-BE49-F238E27FC236}">
                  <a16:creationId xmlns:a16="http://schemas.microsoft.com/office/drawing/2014/main" id="{387DAC5F-84A7-470A-91AD-F9307AA0D873}"/>
                </a:ext>
              </a:extLst>
            </p:cNvPr>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5" name="îŝļïḋé">
              <a:extLst>
                <a:ext uri="{FF2B5EF4-FFF2-40B4-BE49-F238E27FC236}">
                  <a16:creationId xmlns:a16="http://schemas.microsoft.com/office/drawing/2014/main" id="{2E87B136-767B-45DE-B8A9-92D5444FFE66}"/>
                </a:ext>
              </a:extLst>
            </p:cNvPr>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6" name="îṡlïḍe">
              <a:extLst>
                <a:ext uri="{FF2B5EF4-FFF2-40B4-BE49-F238E27FC236}">
                  <a16:creationId xmlns:a16="http://schemas.microsoft.com/office/drawing/2014/main" id="{3B14D470-CBAA-48DE-AE48-B7E2A47821D1}"/>
                </a:ext>
              </a:extLst>
            </p:cNvPr>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7" name="ïśļïḑê">
              <a:extLst>
                <a:ext uri="{FF2B5EF4-FFF2-40B4-BE49-F238E27FC236}">
                  <a16:creationId xmlns:a16="http://schemas.microsoft.com/office/drawing/2014/main" id="{4065651D-119D-4C76-9F53-EAF87023EFDB}"/>
                </a:ext>
              </a:extLst>
            </p:cNvPr>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8" name="îSľïde">
              <a:extLst>
                <a:ext uri="{FF2B5EF4-FFF2-40B4-BE49-F238E27FC236}">
                  <a16:creationId xmlns:a16="http://schemas.microsoft.com/office/drawing/2014/main" id="{1EBE1241-7ABE-4038-BA6D-3131D7299765}"/>
                </a:ext>
              </a:extLst>
            </p:cNvPr>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9" name="iṧḻïdé">
              <a:extLst>
                <a:ext uri="{FF2B5EF4-FFF2-40B4-BE49-F238E27FC236}">
                  <a16:creationId xmlns:a16="http://schemas.microsoft.com/office/drawing/2014/main" id="{73236D62-A5D0-4FCC-8350-4DB68B509675}"/>
                </a:ext>
              </a:extLst>
            </p:cNvPr>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0" name="íŝļíḑé">
              <a:extLst>
                <a:ext uri="{FF2B5EF4-FFF2-40B4-BE49-F238E27FC236}">
                  <a16:creationId xmlns:a16="http://schemas.microsoft.com/office/drawing/2014/main" id="{3CD9F341-A854-4ED3-83C1-D57F143E981F}"/>
                </a:ext>
              </a:extLst>
            </p:cNvPr>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1" name="ï$ļiḑé">
              <a:extLst>
                <a:ext uri="{FF2B5EF4-FFF2-40B4-BE49-F238E27FC236}">
                  <a16:creationId xmlns:a16="http://schemas.microsoft.com/office/drawing/2014/main" id="{C107781B-EFF3-4FAF-9748-F2D9624CD9E6}"/>
                </a:ext>
              </a:extLst>
            </p:cNvPr>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2" name="îṧļïde">
              <a:extLst>
                <a:ext uri="{FF2B5EF4-FFF2-40B4-BE49-F238E27FC236}">
                  <a16:creationId xmlns:a16="http://schemas.microsoft.com/office/drawing/2014/main" id="{14A08AE5-3991-4215-B42C-9883C1D0BCD3}"/>
                </a:ext>
              </a:extLst>
            </p:cNvPr>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3" name="íşlîḍè">
              <a:extLst>
                <a:ext uri="{FF2B5EF4-FFF2-40B4-BE49-F238E27FC236}">
                  <a16:creationId xmlns:a16="http://schemas.microsoft.com/office/drawing/2014/main" id="{BDE78424-60D3-4CCD-B56C-08D81E9A75E8}"/>
                </a:ext>
              </a:extLst>
            </p:cNvPr>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4" name="îŝļîďé">
              <a:extLst>
                <a:ext uri="{FF2B5EF4-FFF2-40B4-BE49-F238E27FC236}">
                  <a16:creationId xmlns:a16="http://schemas.microsoft.com/office/drawing/2014/main" id="{8032F329-FC0D-47D9-BCDA-52AD8E658FB3}"/>
                </a:ext>
              </a:extLst>
            </p:cNvPr>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5" name="îŝlîḑê">
              <a:extLst>
                <a:ext uri="{FF2B5EF4-FFF2-40B4-BE49-F238E27FC236}">
                  <a16:creationId xmlns:a16="http://schemas.microsoft.com/office/drawing/2014/main" id="{92813F2F-EDB1-427B-84F5-8FAC1F7531FB}"/>
                </a:ext>
              </a:extLst>
            </p:cNvPr>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6" name="îṣḷïdè">
              <a:extLst>
                <a:ext uri="{FF2B5EF4-FFF2-40B4-BE49-F238E27FC236}">
                  <a16:creationId xmlns:a16="http://schemas.microsoft.com/office/drawing/2014/main" id="{BBA47C33-D995-424A-92B4-2FF8AB3985E2}"/>
                </a:ext>
              </a:extLst>
            </p:cNvPr>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7" name="íśļîḍè">
              <a:extLst>
                <a:ext uri="{FF2B5EF4-FFF2-40B4-BE49-F238E27FC236}">
                  <a16:creationId xmlns:a16="http://schemas.microsoft.com/office/drawing/2014/main" id="{E0822FDE-21E9-432F-8713-EFD43C6256AE}"/>
                </a:ext>
              </a:extLst>
            </p:cNvPr>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8" name="íśļïḍe">
              <a:extLst>
                <a:ext uri="{FF2B5EF4-FFF2-40B4-BE49-F238E27FC236}">
                  <a16:creationId xmlns:a16="http://schemas.microsoft.com/office/drawing/2014/main" id="{C67CEE85-F96C-4BC9-BD09-A2650A6B0BA0}"/>
                </a:ext>
              </a:extLst>
            </p:cNvPr>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9" name="íŝliḓê">
              <a:extLst>
                <a:ext uri="{FF2B5EF4-FFF2-40B4-BE49-F238E27FC236}">
                  <a16:creationId xmlns:a16="http://schemas.microsoft.com/office/drawing/2014/main" id="{3CD743A5-6453-458D-AD31-79C24E12BEBB}"/>
                </a:ext>
              </a:extLst>
            </p:cNvPr>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0" name="iślïḓê">
              <a:extLst>
                <a:ext uri="{FF2B5EF4-FFF2-40B4-BE49-F238E27FC236}">
                  <a16:creationId xmlns:a16="http://schemas.microsoft.com/office/drawing/2014/main" id="{165C9BC8-B5B1-4205-A74E-D3487FAA07A6}"/>
                </a:ext>
              </a:extLst>
            </p:cNvPr>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1" name="íSlïdè">
              <a:extLst>
                <a:ext uri="{FF2B5EF4-FFF2-40B4-BE49-F238E27FC236}">
                  <a16:creationId xmlns:a16="http://schemas.microsoft.com/office/drawing/2014/main" id="{F82C4684-773C-4955-9B89-98736F34717C}"/>
                </a:ext>
              </a:extLst>
            </p:cNvPr>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2" name="iṣḻïḍe">
              <a:extLst>
                <a:ext uri="{FF2B5EF4-FFF2-40B4-BE49-F238E27FC236}">
                  <a16:creationId xmlns:a16="http://schemas.microsoft.com/office/drawing/2014/main" id="{2EFE9F49-2ECD-4E4C-9775-7A774BFA1820}"/>
                </a:ext>
              </a:extLst>
            </p:cNvPr>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3" name="ïşľidé">
              <a:extLst>
                <a:ext uri="{FF2B5EF4-FFF2-40B4-BE49-F238E27FC236}">
                  <a16:creationId xmlns:a16="http://schemas.microsoft.com/office/drawing/2014/main" id="{A188266F-E36C-4099-97ED-4A5784E5FFDC}"/>
                </a:ext>
              </a:extLst>
            </p:cNvPr>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4" name="ïṣliḋê">
              <a:extLst>
                <a:ext uri="{FF2B5EF4-FFF2-40B4-BE49-F238E27FC236}">
                  <a16:creationId xmlns:a16="http://schemas.microsoft.com/office/drawing/2014/main" id="{306338BF-DE35-4F7B-8F71-6286F8E3E1C5}"/>
                </a:ext>
              </a:extLst>
            </p:cNvPr>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5" name="îṩḻiḓê">
              <a:extLst>
                <a:ext uri="{FF2B5EF4-FFF2-40B4-BE49-F238E27FC236}">
                  <a16:creationId xmlns:a16="http://schemas.microsoft.com/office/drawing/2014/main" id="{097EFEFC-14B8-48BC-B821-7C6704C71322}"/>
                </a:ext>
              </a:extLst>
            </p:cNvPr>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6" name="iśļîḋè">
              <a:extLst>
                <a:ext uri="{FF2B5EF4-FFF2-40B4-BE49-F238E27FC236}">
                  <a16:creationId xmlns:a16="http://schemas.microsoft.com/office/drawing/2014/main" id="{D656C804-16DD-4F7D-8B50-12BA2995846B}"/>
                </a:ext>
              </a:extLst>
            </p:cNvPr>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7" name="iṣliḓê">
              <a:extLst>
                <a:ext uri="{FF2B5EF4-FFF2-40B4-BE49-F238E27FC236}">
                  <a16:creationId xmlns:a16="http://schemas.microsoft.com/office/drawing/2014/main" id="{74E59FB9-083B-4261-BF45-8F5DDA3E254D}"/>
                </a:ext>
              </a:extLst>
            </p:cNvPr>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8" name="íṡľiḍê">
              <a:extLst>
                <a:ext uri="{FF2B5EF4-FFF2-40B4-BE49-F238E27FC236}">
                  <a16:creationId xmlns:a16="http://schemas.microsoft.com/office/drawing/2014/main" id="{A4B98BCF-0290-43B7-8F9F-0157B457DFA3}"/>
                </a:ext>
              </a:extLst>
            </p:cNvPr>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9" name="íšlîde">
              <a:extLst>
                <a:ext uri="{FF2B5EF4-FFF2-40B4-BE49-F238E27FC236}">
                  <a16:creationId xmlns:a16="http://schemas.microsoft.com/office/drawing/2014/main" id="{27983E4B-2B97-4C24-A4FD-758A8BD5C691}"/>
                </a:ext>
              </a:extLst>
            </p:cNvPr>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0" name="îṡḷíḋé">
              <a:extLst>
                <a:ext uri="{FF2B5EF4-FFF2-40B4-BE49-F238E27FC236}">
                  <a16:creationId xmlns:a16="http://schemas.microsoft.com/office/drawing/2014/main" id="{A1C9244B-BF76-4F5B-BBB3-F9229DEB03F4}"/>
                </a:ext>
              </a:extLst>
            </p:cNvPr>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1" name="îsḻiḓe">
              <a:extLst>
                <a:ext uri="{FF2B5EF4-FFF2-40B4-BE49-F238E27FC236}">
                  <a16:creationId xmlns:a16="http://schemas.microsoft.com/office/drawing/2014/main" id="{8F23F541-B25F-4DF5-93C0-B8A8BA2C8FBA}"/>
                </a:ext>
              </a:extLst>
            </p:cNvPr>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2" name="î$ļïdè">
              <a:extLst>
                <a:ext uri="{FF2B5EF4-FFF2-40B4-BE49-F238E27FC236}">
                  <a16:creationId xmlns:a16="http://schemas.microsoft.com/office/drawing/2014/main" id="{70EC5A5A-DBC8-48E4-9E96-FB6B11A4A907}"/>
                </a:ext>
              </a:extLst>
            </p:cNvPr>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3" name="îṧḷíḓê">
              <a:extLst>
                <a:ext uri="{FF2B5EF4-FFF2-40B4-BE49-F238E27FC236}">
                  <a16:creationId xmlns:a16="http://schemas.microsoft.com/office/drawing/2014/main" id="{798565F7-E09F-4A17-8368-670391FA6777}"/>
                </a:ext>
              </a:extLst>
            </p:cNvPr>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4" name="íṩ1iḑê">
              <a:extLst>
                <a:ext uri="{FF2B5EF4-FFF2-40B4-BE49-F238E27FC236}">
                  <a16:creationId xmlns:a16="http://schemas.microsoft.com/office/drawing/2014/main" id="{1B022A00-2E41-4E95-82B4-CB3D29C2BA01}"/>
                </a:ext>
              </a:extLst>
            </p:cNvPr>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5" name="îṥlîdê">
              <a:extLst>
                <a:ext uri="{FF2B5EF4-FFF2-40B4-BE49-F238E27FC236}">
                  <a16:creationId xmlns:a16="http://schemas.microsoft.com/office/drawing/2014/main" id="{8898C742-DCAA-4830-973F-FF305EFB3B63}"/>
                </a:ext>
              </a:extLst>
            </p:cNvPr>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6" name="îṧľîḑé">
              <a:extLst>
                <a:ext uri="{FF2B5EF4-FFF2-40B4-BE49-F238E27FC236}">
                  <a16:creationId xmlns:a16="http://schemas.microsoft.com/office/drawing/2014/main" id="{82CE786F-DA06-484D-BBFE-874BB0699549}"/>
                </a:ext>
              </a:extLst>
            </p:cNvPr>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7" name="ï$ļíḑe">
              <a:extLst>
                <a:ext uri="{FF2B5EF4-FFF2-40B4-BE49-F238E27FC236}">
                  <a16:creationId xmlns:a16="http://schemas.microsoft.com/office/drawing/2014/main" id="{E08F3682-5C57-40FC-89F0-84BE57449E03}"/>
                </a:ext>
              </a:extLst>
            </p:cNvPr>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8" name="iṩḷïde">
              <a:extLst>
                <a:ext uri="{FF2B5EF4-FFF2-40B4-BE49-F238E27FC236}">
                  <a16:creationId xmlns:a16="http://schemas.microsoft.com/office/drawing/2014/main" id="{B103BF76-D84F-460D-90D3-5ABBA634102A}"/>
                </a:ext>
              </a:extLst>
            </p:cNvPr>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9" name="í$ḷïďê">
              <a:extLst>
                <a:ext uri="{FF2B5EF4-FFF2-40B4-BE49-F238E27FC236}">
                  <a16:creationId xmlns:a16="http://schemas.microsoft.com/office/drawing/2014/main" id="{1EBDE3F7-B4D9-4A9C-AD4E-5D76DC5E96DE}"/>
                </a:ext>
              </a:extLst>
            </p:cNvPr>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0" name="îśľïḑe">
              <a:extLst>
                <a:ext uri="{FF2B5EF4-FFF2-40B4-BE49-F238E27FC236}">
                  <a16:creationId xmlns:a16="http://schemas.microsoft.com/office/drawing/2014/main" id="{1624D6EF-1802-415A-8DD4-093805A47190}"/>
                </a:ext>
              </a:extLst>
            </p:cNvPr>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1" name="ïSlîḍè">
              <a:extLst>
                <a:ext uri="{FF2B5EF4-FFF2-40B4-BE49-F238E27FC236}">
                  <a16:creationId xmlns:a16="http://schemas.microsoft.com/office/drawing/2014/main" id="{CFBCC1FE-6DD5-4428-A309-0E16094C2597}"/>
                </a:ext>
              </a:extLst>
            </p:cNvPr>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2" name="işliḍé">
              <a:extLst>
                <a:ext uri="{FF2B5EF4-FFF2-40B4-BE49-F238E27FC236}">
                  <a16:creationId xmlns:a16="http://schemas.microsoft.com/office/drawing/2014/main" id="{395CC887-0D1F-4734-8D67-EC757F21B8DB}"/>
                </a:ext>
              </a:extLst>
            </p:cNvPr>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3" name="ísḻïde">
              <a:extLst>
                <a:ext uri="{FF2B5EF4-FFF2-40B4-BE49-F238E27FC236}">
                  <a16:creationId xmlns:a16="http://schemas.microsoft.com/office/drawing/2014/main" id="{447FDD73-8277-4858-9822-B1CFE5DB5184}"/>
                </a:ext>
              </a:extLst>
            </p:cNvPr>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4" name="iŝļiḋê">
              <a:extLst>
                <a:ext uri="{FF2B5EF4-FFF2-40B4-BE49-F238E27FC236}">
                  <a16:creationId xmlns:a16="http://schemas.microsoft.com/office/drawing/2014/main" id="{DE229785-4DB2-458B-A504-C6534C17444D}"/>
                </a:ext>
              </a:extLst>
            </p:cNvPr>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5" name="iṧḷîdè">
              <a:extLst>
                <a:ext uri="{FF2B5EF4-FFF2-40B4-BE49-F238E27FC236}">
                  <a16:creationId xmlns:a16="http://schemas.microsoft.com/office/drawing/2014/main" id="{AA277DF1-88C2-4E5B-BDA6-4F86C223EB14}"/>
                </a:ext>
              </a:extLst>
            </p:cNvPr>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6" name="isļíḍè">
              <a:extLst>
                <a:ext uri="{FF2B5EF4-FFF2-40B4-BE49-F238E27FC236}">
                  <a16:creationId xmlns:a16="http://schemas.microsoft.com/office/drawing/2014/main" id="{F8F50E20-5722-46F8-86A1-764345314BD5}"/>
                </a:ext>
              </a:extLst>
            </p:cNvPr>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7" name="ïṡ1íḓe">
              <a:extLst>
                <a:ext uri="{FF2B5EF4-FFF2-40B4-BE49-F238E27FC236}">
                  <a16:creationId xmlns:a16="http://schemas.microsoft.com/office/drawing/2014/main" id="{799E8293-CCD5-4F88-9E95-0DD84D653B68}"/>
                </a:ext>
              </a:extLst>
            </p:cNvPr>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8" name="isḷiḑê">
              <a:extLst>
                <a:ext uri="{FF2B5EF4-FFF2-40B4-BE49-F238E27FC236}">
                  <a16:creationId xmlns:a16="http://schemas.microsoft.com/office/drawing/2014/main" id="{7FB245E2-0BD1-4228-BB14-77FCF6CE413F}"/>
                </a:ext>
              </a:extLst>
            </p:cNvPr>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9" name="ïṥlíḓê">
              <a:extLst>
                <a:ext uri="{FF2B5EF4-FFF2-40B4-BE49-F238E27FC236}">
                  <a16:creationId xmlns:a16="http://schemas.microsoft.com/office/drawing/2014/main" id="{DEA7C19B-693D-46D0-9ED5-284A50800C39}"/>
                </a:ext>
              </a:extLst>
            </p:cNvPr>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0" name="îṧḷíḍé">
              <a:extLst>
                <a:ext uri="{FF2B5EF4-FFF2-40B4-BE49-F238E27FC236}">
                  <a16:creationId xmlns:a16="http://schemas.microsoft.com/office/drawing/2014/main" id="{19C86B45-ABA2-48D0-A3C5-2B24C94E15D7}"/>
                </a:ext>
              </a:extLst>
            </p:cNvPr>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1" name="îṩḻïďè">
              <a:extLst>
                <a:ext uri="{FF2B5EF4-FFF2-40B4-BE49-F238E27FC236}">
                  <a16:creationId xmlns:a16="http://schemas.microsoft.com/office/drawing/2014/main" id="{2697B844-DF19-480E-B902-46D4A514697B}"/>
                </a:ext>
              </a:extLst>
            </p:cNvPr>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2" name="ïşļídé">
              <a:extLst>
                <a:ext uri="{FF2B5EF4-FFF2-40B4-BE49-F238E27FC236}">
                  <a16:creationId xmlns:a16="http://schemas.microsoft.com/office/drawing/2014/main" id="{D9AD334A-BCA6-4EB6-A869-871B6C90A2EE}"/>
                </a:ext>
              </a:extLst>
            </p:cNvPr>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3" name="iṧḻíďe">
              <a:extLst>
                <a:ext uri="{FF2B5EF4-FFF2-40B4-BE49-F238E27FC236}">
                  <a16:creationId xmlns:a16="http://schemas.microsoft.com/office/drawing/2014/main" id="{BB809E82-502C-4E91-8DEC-46141F973A11}"/>
                </a:ext>
              </a:extLst>
            </p:cNvPr>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4" name="ïSlïḓé">
              <a:extLst>
                <a:ext uri="{FF2B5EF4-FFF2-40B4-BE49-F238E27FC236}">
                  <a16:creationId xmlns:a16="http://schemas.microsoft.com/office/drawing/2014/main" id="{F92C2A5B-E7B6-4DAA-B87A-ED8630B26101}"/>
                </a:ext>
              </a:extLst>
            </p:cNvPr>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5" name="išľîḑé">
              <a:extLst>
                <a:ext uri="{FF2B5EF4-FFF2-40B4-BE49-F238E27FC236}">
                  <a16:creationId xmlns:a16="http://schemas.microsoft.com/office/drawing/2014/main" id="{087EB12A-35AB-4213-B800-73D15AD6379A}"/>
                </a:ext>
              </a:extLst>
            </p:cNvPr>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6" name="îṥḻîďè">
              <a:extLst>
                <a:ext uri="{FF2B5EF4-FFF2-40B4-BE49-F238E27FC236}">
                  <a16:creationId xmlns:a16="http://schemas.microsoft.com/office/drawing/2014/main" id="{8DA80D93-3825-42B2-972A-17BB00BE3731}"/>
                </a:ext>
              </a:extLst>
            </p:cNvPr>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7" name="i$líḋé">
              <a:extLst>
                <a:ext uri="{FF2B5EF4-FFF2-40B4-BE49-F238E27FC236}">
                  <a16:creationId xmlns:a16="http://schemas.microsoft.com/office/drawing/2014/main" id="{0FD31250-AC3D-4B5A-95CD-A121C5AC94BE}"/>
                </a:ext>
              </a:extLst>
            </p:cNvPr>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8" name="iṡľîḋê">
              <a:extLst>
                <a:ext uri="{FF2B5EF4-FFF2-40B4-BE49-F238E27FC236}">
                  <a16:creationId xmlns:a16="http://schemas.microsoft.com/office/drawing/2014/main" id="{3D8B4F50-221D-4A23-BBA8-B852D72EE4E8}"/>
                </a:ext>
              </a:extLst>
            </p:cNvPr>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9" name="ïśḷîḍè">
              <a:extLst>
                <a:ext uri="{FF2B5EF4-FFF2-40B4-BE49-F238E27FC236}">
                  <a16:creationId xmlns:a16="http://schemas.microsoft.com/office/drawing/2014/main" id="{AE228227-92FD-4EAD-9CC3-6640856BECD6}"/>
                </a:ext>
              </a:extLst>
            </p:cNvPr>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0" name="íṣļíḓe">
              <a:extLst>
                <a:ext uri="{FF2B5EF4-FFF2-40B4-BE49-F238E27FC236}">
                  <a16:creationId xmlns:a16="http://schemas.microsoft.com/office/drawing/2014/main" id="{EB8B6AB3-A58B-4BFB-A506-F3ABFD506763}"/>
                </a:ext>
              </a:extLst>
            </p:cNvPr>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1" name="ïslïḓé">
              <a:extLst>
                <a:ext uri="{FF2B5EF4-FFF2-40B4-BE49-F238E27FC236}">
                  <a16:creationId xmlns:a16="http://schemas.microsoft.com/office/drawing/2014/main" id="{9110BD6C-012D-4A3D-AFFF-FE5B6B0FDDE0}"/>
                </a:ext>
              </a:extLst>
            </p:cNvPr>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2" name="ïṣḻîḋé">
              <a:extLst>
                <a:ext uri="{FF2B5EF4-FFF2-40B4-BE49-F238E27FC236}">
                  <a16:creationId xmlns:a16="http://schemas.microsoft.com/office/drawing/2014/main" id="{A2F2AE7A-A266-40C5-8D86-1CB924944DA6}"/>
                </a:ext>
              </a:extLst>
            </p:cNvPr>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3" name="ïṥḷîḓè">
              <a:extLst>
                <a:ext uri="{FF2B5EF4-FFF2-40B4-BE49-F238E27FC236}">
                  <a16:creationId xmlns:a16="http://schemas.microsoft.com/office/drawing/2014/main" id="{F2879AF1-7297-44E7-9808-C397D79737B8}"/>
                </a:ext>
              </a:extLst>
            </p:cNvPr>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4" name="iṥḷíďè">
              <a:extLst>
                <a:ext uri="{FF2B5EF4-FFF2-40B4-BE49-F238E27FC236}">
                  <a16:creationId xmlns:a16="http://schemas.microsoft.com/office/drawing/2014/main" id="{2A035FD8-54BD-4DE4-A09C-AE3853800199}"/>
                </a:ext>
              </a:extLst>
            </p:cNvPr>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5" name="ïş1ídè">
              <a:extLst>
                <a:ext uri="{FF2B5EF4-FFF2-40B4-BE49-F238E27FC236}">
                  <a16:creationId xmlns:a16="http://schemas.microsoft.com/office/drawing/2014/main" id="{8461341A-6892-4501-8411-F8CB2E9B2632}"/>
                </a:ext>
              </a:extLst>
            </p:cNvPr>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6" name="îŝļiḑe">
              <a:extLst>
                <a:ext uri="{FF2B5EF4-FFF2-40B4-BE49-F238E27FC236}">
                  <a16:creationId xmlns:a16="http://schemas.microsoft.com/office/drawing/2014/main" id="{7A624F22-2048-485A-8639-43EEAF426524}"/>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7" name="í$ļïḓé">
              <a:extLst>
                <a:ext uri="{FF2B5EF4-FFF2-40B4-BE49-F238E27FC236}">
                  <a16:creationId xmlns:a16="http://schemas.microsoft.com/office/drawing/2014/main" id="{3E2B4DBA-4DB1-4EF6-9579-400D48CA3890}"/>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8" name="i$1iďê">
              <a:extLst>
                <a:ext uri="{FF2B5EF4-FFF2-40B4-BE49-F238E27FC236}">
                  <a16:creationId xmlns:a16="http://schemas.microsoft.com/office/drawing/2014/main" id="{7C38246C-E7C9-4CC0-9689-26AA222A701F}"/>
                </a:ext>
              </a:extLst>
            </p:cNvPr>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9" name="îšḷiḍe">
              <a:extLst>
                <a:ext uri="{FF2B5EF4-FFF2-40B4-BE49-F238E27FC236}">
                  <a16:creationId xmlns:a16="http://schemas.microsoft.com/office/drawing/2014/main" id="{3C062305-C72B-44EA-AA43-166007609FEC}"/>
                </a:ext>
              </a:extLst>
            </p:cNvPr>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0" name="íṥlïdê">
              <a:extLst>
                <a:ext uri="{FF2B5EF4-FFF2-40B4-BE49-F238E27FC236}">
                  <a16:creationId xmlns:a16="http://schemas.microsoft.com/office/drawing/2014/main" id="{44594D78-7ACB-413E-A718-2FE4F785D1C6}"/>
                </a:ext>
              </a:extLst>
            </p:cNvPr>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1" name="íśľîďé">
              <a:extLst>
                <a:ext uri="{FF2B5EF4-FFF2-40B4-BE49-F238E27FC236}">
                  <a16:creationId xmlns:a16="http://schemas.microsoft.com/office/drawing/2014/main" id="{4EAF2278-82C1-4AD5-B828-101C42558568}"/>
                </a:ext>
              </a:extLst>
            </p:cNvPr>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2" name="iŝḻîdé">
              <a:extLst>
                <a:ext uri="{FF2B5EF4-FFF2-40B4-BE49-F238E27FC236}">
                  <a16:creationId xmlns:a16="http://schemas.microsoft.com/office/drawing/2014/main" id="{B33BF070-0C45-4835-B07F-32B01EB3B45B}"/>
                </a:ext>
              </a:extLst>
            </p:cNvPr>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3" name="ïsḷiḍé">
              <a:extLst>
                <a:ext uri="{FF2B5EF4-FFF2-40B4-BE49-F238E27FC236}">
                  <a16:creationId xmlns:a16="http://schemas.microsoft.com/office/drawing/2014/main" id="{BDB516A9-702B-4F8E-B9ED-AF9697DAB17C}"/>
                </a:ext>
              </a:extLst>
            </p:cNvPr>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4" name="íṧ1iďè">
              <a:extLst>
                <a:ext uri="{FF2B5EF4-FFF2-40B4-BE49-F238E27FC236}">
                  <a16:creationId xmlns:a16="http://schemas.microsoft.com/office/drawing/2014/main" id="{B25FFCB4-C3BD-432F-843F-6998EE85EFB3}"/>
                </a:ext>
              </a:extLst>
            </p:cNvPr>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5" name="îṩľíḓe">
              <a:extLst>
                <a:ext uri="{FF2B5EF4-FFF2-40B4-BE49-F238E27FC236}">
                  <a16:creationId xmlns:a16="http://schemas.microsoft.com/office/drawing/2014/main" id="{9EEC04EC-EF91-4B6D-87F7-96EFBB185E58}"/>
                </a:ext>
              </a:extLst>
            </p:cNvPr>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6" name="ïṡ1ïḑé">
              <a:extLst>
                <a:ext uri="{FF2B5EF4-FFF2-40B4-BE49-F238E27FC236}">
                  <a16:creationId xmlns:a16="http://schemas.microsoft.com/office/drawing/2014/main" id="{84B2C64D-C0AB-4CD0-8A01-1887E49C33C1}"/>
                </a:ext>
              </a:extLst>
            </p:cNvPr>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7" name="iṡlíďe">
              <a:extLst>
                <a:ext uri="{FF2B5EF4-FFF2-40B4-BE49-F238E27FC236}">
                  <a16:creationId xmlns:a16="http://schemas.microsoft.com/office/drawing/2014/main" id="{5806F4B7-0B24-4575-9871-151E5B242F3F}"/>
                </a:ext>
              </a:extLst>
            </p:cNvPr>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8" name="ïšḷiḍè">
              <a:extLst>
                <a:ext uri="{FF2B5EF4-FFF2-40B4-BE49-F238E27FC236}">
                  <a16:creationId xmlns:a16="http://schemas.microsoft.com/office/drawing/2014/main" id="{50BD3353-1EB9-4C7F-84D5-8B0F37DB9626}"/>
                </a:ext>
              </a:extLst>
            </p:cNvPr>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9" name="í$1îḓè">
              <a:extLst>
                <a:ext uri="{FF2B5EF4-FFF2-40B4-BE49-F238E27FC236}">
                  <a16:creationId xmlns:a16="http://schemas.microsoft.com/office/drawing/2014/main" id="{6F0CE317-735B-46E2-8852-4CDAD58AB72C}"/>
                </a:ext>
              </a:extLst>
            </p:cNvPr>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0" name="î$ľidé">
              <a:extLst>
                <a:ext uri="{FF2B5EF4-FFF2-40B4-BE49-F238E27FC236}">
                  <a16:creationId xmlns:a16="http://schemas.microsoft.com/office/drawing/2014/main" id="{DDDF7917-D7AE-456A-9A18-36CA5E5CC3B6}"/>
                </a:ext>
              </a:extLst>
            </p:cNvPr>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1" name="išḻïďê">
              <a:extLst>
                <a:ext uri="{FF2B5EF4-FFF2-40B4-BE49-F238E27FC236}">
                  <a16:creationId xmlns:a16="http://schemas.microsoft.com/office/drawing/2014/main" id="{18CCFFFF-98D3-41A9-9077-4FCDED2E8173}"/>
                </a:ext>
              </a:extLst>
            </p:cNvPr>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2" name="îSļíďê">
              <a:extLst>
                <a:ext uri="{FF2B5EF4-FFF2-40B4-BE49-F238E27FC236}">
                  <a16:creationId xmlns:a16="http://schemas.microsoft.com/office/drawing/2014/main" id="{C25EB7FF-D2F7-4041-86C3-5926C37A8C96}"/>
                </a:ext>
              </a:extLst>
            </p:cNvPr>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3" name="íṧḻiḋe">
              <a:extLst>
                <a:ext uri="{FF2B5EF4-FFF2-40B4-BE49-F238E27FC236}">
                  <a16:creationId xmlns:a16="http://schemas.microsoft.com/office/drawing/2014/main" id="{02AB4244-6A4E-4655-B865-69A6C9051C06}"/>
                </a:ext>
              </a:extLst>
            </p:cNvPr>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4" name="îṡ1iďé">
              <a:extLst>
                <a:ext uri="{FF2B5EF4-FFF2-40B4-BE49-F238E27FC236}">
                  <a16:creationId xmlns:a16="http://schemas.microsoft.com/office/drawing/2014/main" id="{68DF7401-0B6F-4C29-AD84-92D65F0395C2}"/>
                </a:ext>
              </a:extLst>
            </p:cNvPr>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5" name="ï$ḷïdè">
              <a:extLst>
                <a:ext uri="{FF2B5EF4-FFF2-40B4-BE49-F238E27FC236}">
                  <a16:creationId xmlns:a16="http://schemas.microsoft.com/office/drawing/2014/main" id="{25BE8A51-EF42-4389-8729-208E634A4761}"/>
                </a:ext>
              </a:extLst>
            </p:cNvPr>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6" name="işlîḋê">
              <a:extLst>
                <a:ext uri="{FF2B5EF4-FFF2-40B4-BE49-F238E27FC236}">
                  <a16:creationId xmlns:a16="http://schemas.microsoft.com/office/drawing/2014/main" id="{C304C091-0FEA-4DFB-94C5-EC03E65281A3}"/>
                </a:ext>
              </a:extLst>
            </p:cNvPr>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7" name="işḻïḑè">
              <a:extLst>
                <a:ext uri="{FF2B5EF4-FFF2-40B4-BE49-F238E27FC236}">
                  <a16:creationId xmlns:a16="http://schemas.microsoft.com/office/drawing/2014/main" id="{84BDD487-3970-4C48-9796-D37C7DD51743}"/>
                </a:ext>
              </a:extLst>
            </p:cNvPr>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8" name="ïslidê">
              <a:extLst>
                <a:ext uri="{FF2B5EF4-FFF2-40B4-BE49-F238E27FC236}">
                  <a16:creationId xmlns:a16="http://schemas.microsoft.com/office/drawing/2014/main" id="{36DF2040-CA4A-412A-8EBA-53AB323006D6}"/>
                </a:ext>
              </a:extLst>
            </p:cNvPr>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9" name="íṣḻíḑê">
              <a:extLst>
                <a:ext uri="{FF2B5EF4-FFF2-40B4-BE49-F238E27FC236}">
                  <a16:creationId xmlns:a16="http://schemas.microsoft.com/office/drawing/2014/main" id="{C6A42DE8-48DB-4EAC-B163-264221D312E9}"/>
                </a:ext>
              </a:extLst>
            </p:cNvPr>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0" name="ísḻídé">
              <a:extLst>
                <a:ext uri="{FF2B5EF4-FFF2-40B4-BE49-F238E27FC236}">
                  <a16:creationId xmlns:a16="http://schemas.microsoft.com/office/drawing/2014/main" id="{A87D8D60-A181-44B4-AD29-C05125E67946}"/>
                </a:ext>
              </a:extLst>
            </p:cNvPr>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1" name="iṧḻide">
              <a:extLst>
                <a:ext uri="{FF2B5EF4-FFF2-40B4-BE49-F238E27FC236}">
                  <a16:creationId xmlns:a16="http://schemas.microsoft.com/office/drawing/2014/main" id="{3A0C3356-57C5-47D7-81E6-3DBB2EEF1A32}"/>
                </a:ext>
              </a:extLst>
            </p:cNvPr>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2" name="îṧļïďe">
              <a:extLst>
                <a:ext uri="{FF2B5EF4-FFF2-40B4-BE49-F238E27FC236}">
                  <a16:creationId xmlns:a16="http://schemas.microsoft.com/office/drawing/2014/main" id="{1B9500A8-7D71-4CF2-B415-474F841AABCB}"/>
                </a:ext>
              </a:extLst>
            </p:cNvPr>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3" name="iṣḷîḋê">
              <a:extLst>
                <a:ext uri="{FF2B5EF4-FFF2-40B4-BE49-F238E27FC236}">
                  <a16:creationId xmlns:a16="http://schemas.microsoft.com/office/drawing/2014/main" id="{646540C3-3EEA-42BA-BF8E-A01E6D1727D4}"/>
                </a:ext>
              </a:extLst>
            </p:cNvPr>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4" name="íŝ1ïḍè">
              <a:extLst>
                <a:ext uri="{FF2B5EF4-FFF2-40B4-BE49-F238E27FC236}">
                  <a16:creationId xmlns:a16="http://schemas.microsoft.com/office/drawing/2014/main" id="{869509F3-0121-49E1-8ECD-42C8C3BEC3CC}"/>
                </a:ext>
              </a:extLst>
            </p:cNvPr>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5" name="íŝlîḋe">
              <a:extLst>
                <a:ext uri="{FF2B5EF4-FFF2-40B4-BE49-F238E27FC236}">
                  <a16:creationId xmlns:a16="http://schemas.microsoft.com/office/drawing/2014/main" id="{12C22880-DBD3-4DF0-B403-3F577009378A}"/>
                </a:ext>
              </a:extLst>
            </p:cNvPr>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6" name="iŝḻiďê">
              <a:extLst>
                <a:ext uri="{FF2B5EF4-FFF2-40B4-BE49-F238E27FC236}">
                  <a16:creationId xmlns:a16="http://schemas.microsoft.com/office/drawing/2014/main" id="{7E78B9E0-212A-45F0-8257-1B8852B4DC74}"/>
                </a:ext>
              </a:extLst>
            </p:cNvPr>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7" name="îṥḻiḍè">
              <a:extLst>
                <a:ext uri="{FF2B5EF4-FFF2-40B4-BE49-F238E27FC236}">
                  <a16:creationId xmlns:a16="http://schemas.microsoft.com/office/drawing/2014/main" id="{7CF45488-5A44-44C2-9118-A2E6371C4564}"/>
                </a:ext>
              </a:extLst>
            </p:cNvPr>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8" name="íṩḷîḋe">
              <a:extLst>
                <a:ext uri="{FF2B5EF4-FFF2-40B4-BE49-F238E27FC236}">
                  <a16:creationId xmlns:a16="http://schemas.microsoft.com/office/drawing/2014/main" id="{14DED08C-F9A8-4DD4-8CAD-75573DB9E024}"/>
                </a:ext>
              </a:extLst>
            </p:cNvPr>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9" name="iṧḻiḋè">
              <a:extLst>
                <a:ext uri="{FF2B5EF4-FFF2-40B4-BE49-F238E27FC236}">
                  <a16:creationId xmlns:a16="http://schemas.microsoft.com/office/drawing/2014/main" id="{EC6775D0-A7BA-45CE-8848-6675B9F913E5}"/>
                </a:ext>
              </a:extLst>
            </p:cNvPr>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0" name="î$ľíḓè">
              <a:extLst>
                <a:ext uri="{FF2B5EF4-FFF2-40B4-BE49-F238E27FC236}">
                  <a16:creationId xmlns:a16="http://schemas.microsoft.com/office/drawing/2014/main" id="{5BE018E5-2E16-4B45-B2E0-7D9332C69C57}"/>
                </a:ext>
              </a:extLst>
            </p:cNvPr>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1" name="ïsľíďe">
              <a:extLst>
                <a:ext uri="{FF2B5EF4-FFF2-40B4-BE49-F238E27FC236}">
                  <a16:creationId xmlns:a16="http://schemas.microsoft.com/office/drawing/2014/main" id="{BCEC7876-4AB0-489C-82A1-50CBC911E37F}"/>
                </a:ext>
              </a:extLst>
            </p:cNvPr>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2" name="íšḷïdé">
              <a:extLst>
                <a:ext uri="{FF2B5EF4-FFF2-40B4-BE49-F238E27FC236}">
                  <a16:creationId xmlns:a16="http://schemas.microsoft.com/office/drawing/2014/main" id="{D43A8368-FCAB-4179-8C18-C125F56B9A98}"/>
                </a:ext>
              </a:extLst>
            </p:cNvPr>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3" name="ïslîḍê">
              <a:extLst>
                <a:ext uri="{FF2B5EF4-FFF2-40B4-BE49-F238E27FC236}">
                  <a16:creationId xmlns:a16="http://schemas.microsoft.com/office/drawing/2014/main" id="{39FC5FA5-307C-4E43-8FD3-CA308E7B3705}"/>
                </a:ext>
              </a:extLst>
            </p:cNvPr>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4" name="îŝľíḍè">
              <a:extLst>
                <a:ext uri="{FF2B5EF4-FFF2-40B4-BE49-F238E27FC236}">
                  <a16:creationId xmlns:a16="http://schemas.microsoft.com/office/drawing/2014/main" id="{C246EAC0-CEF9-4C39-B69B-646A7BCA93CE}"/>
                </a:ext>
              </a:extLst>
            </p:cNvPr>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5" name="íşľîḑé">
              <a:extLst>
                <a:ext uri="{FF2B5EF4-FFF2-40B4-BE49-F238E27FC236}">
                  <a16:creationId xmlns:a16="http://schemas.microsoft.com/office/drawing/2014/main" id="{2D7E9473-08BB-41E8-A4FE-057FE1EB724D}"/>
                </a:ext>
              </a:extLst>
            </p:cNvPr>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6" name="íSḷîḍè">
              <a:extLst>
                <a:ext uri="{FF2B5EF4-FFF2-40B4-BE49-F238E27FC236}">
                  <a16:creationId xmlns:a16="http://schemas.microsoft.com/office/drawing/2014/main" id="{40446BB8-6442-43C0-9475-52834421851F}"/>
                </a:ext>
              </a:extLst>
            </p:cNvPr>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7" name="ïşļîḍè">
              <a:extLst>
                <a:ext uri="{FF2B5EF4-FFF2-40B4-BE49-F238E27FC236}">
                  <a16:creationId xmlns:a16="http://schemas.microsoft.com/office/drawing/2014/main" id="{FBDD8B6B-EB78-414B-B268-FC4226DBF7A8}"/>
                </a:ext>
              </a:extLst>
            </p:cNvPr>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8" name="ísḷiḋe">
              <a:extLst>
                <a:ext uri="{FF2B5EF4-FFF2-40B4-BE49-F238E27FC236}">
                  <a16:creationId xmlns:a16="http://schemas.microsoft.com/office/drawing/2014/main" id="{01D7D512-C4EA-4B43-8783-80A00DAF1D71}"/>
                </a:ext>
              </a:extLst>
            </p:cNvPr>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9" name="išḷîḓe">
              <a:extLst>
                <a:ext uri="{FF2B5EF4-FFF2-40B4-BE49-F238E27FC236}">
                  <a16:creationId xmlns:a16="http://schemas.microsoft.com/office/drawing/2014/main" id="{207A1FD4-A80A-4DF9-A558-F5B36BF2D416}"/>
                </a:ext>
              </a:extLst>
            </p:cNvPr>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0" name="ïṩļidê">
              <a:extLst>
                <a:ext uri="{FF2B5EF4-FFF2-40B4-BE49-F238E27FC236}">
                  <a16:creationId xmlns:a16="http://schemas.microsoft.com/office/drawing/2014/main" id="{170E6A3C-C4EC-4A6C-922E-88CDED5D45B8}"/>
                </a:ext>
              </a:extLst>
            </p:cNvPr>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1" name="îṧliḑe">
              <a:extLst>
                <a:ext uri="{FF2B5EF4-FFF2-40B4-BE49-F238E27FC236}">
                  <a16:creationId xmlns:a16="http://schemas.microsoft.com/office/drawing/2014/main" id="{1C1A92E2-6B27-477F-8872-C42F377C31DE}"/>
                </a:ext>
              </a:extLst>
            </p:cNvPr>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2" name="ïśḷïḓè">
              <a:extLst>
                <a:ext uri="{FF2B5EF4-FFF2-40B4-BE49-F238E27FC236}">
                  <a16:creationId xmlns:a16="http://schemas.microsoft.com/office/drawing/2014/main" id="{8E6A59FA-57DE-45F1-BDDB-9BBB64768EAA}"/>
                </a:ext>
              </a:extLst>
            </p:cNvPr>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3" name="ísliďè">
              <a:extLst>
                <a:ext uri="{FF2B5EF4-FFF2-40B4-BE49-F238E27FC236}">
                  <a16:creationId xmlns:a16="http://schemas.microsoft.com/office/drawing/2014/main" id="{2EF298DB-82EE-4A9B-8C01-C143C816F8BB}"/>
                </a:ext>
              </a:extLst>
            </p:cNvPr>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4" name="ïsḷíḍé">
              <a:extLst>
                <a:ext uri="{FF2B5EF4-FFF2-40B4-BE49-F238E27FC236}">
                  <a16:creationId xmlns:a16="http://schemas.microsoft.com/office/drawing/2014/main" id="{19504540-0CA4-46B2-B835-F2555BE87BA8}"/>
                </a:ext>
              </a:extLst>
            </p:cNvPr>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5" name="ïšlîḑê">
              <a:extLst>
                <a:ext uri="{FF2B5EF4-FFF2-40B4-BE49-F238E27FC236}">
                  <a16:creationId xmlns:a16="http://schemas.microsoft.com/office/drawing/2014/main" id="{CD8E2F91-0C6E-4800-8D6E-6E941BDF10EC}"/>
                </a:ext>
              </a:extLst>
            </p:cNvPr>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6" name="îṧḻîḓé">
              <a:extLst>
                <a:ext uri="{FF2B5EF4-FFF2-40B4-BE49-F238E27FC236}">
                  <a16:creationId xmlns:a16="http://schemas.microsoft.com/office/drawing/2014/main" id="{05BF83E9-7B5D-4111-BA7E-0FC069184A1A}"/>
                </a:ext>
              </a:extLst>
            </p:cNvPr>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7" name="iśļîḋê">
              <a:extLst>
                <a:ext uri="{FF2B5EF4-FFF2-40B4-BE49-F238E27FC236}">
                  <a16:creationId xmlns:a16="http://schemas.microsoft.com/office/drawing/2014/main" id="{0CF0C05D-67B5-41F8-802E-E0CA6B7D6872}"/>
                </a:ext>
              </a:extLst>
            </p:cNvPr>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cxnSp>
        <p:nvCxnSpPr>
          <p:cNvPr id="158" name="直接连接符 157">
            <a:extLst>
              <a:ext uri="{FF2B5EF4-FFF2-40B4-BE49-F238E27FC236}">
                <a16:creationId xmlns:a16="http://schemas.microsoft.com/office/drawing/2014/main" id="{32825C09-A3F6-4DD3-BD1D-D40B04729BCF}"/>
              </a:ext>
            </a:extLst>
          </p:cNvPr>
          <p:cNvCxnSpPr/>
          <p:nvPr userDrawn="1"/>
        </p:nvCxnSpPr>
        <p:spPr>
          <a:xfrm>
            <a:off x="1055688" y="1034980"/>
            <a:ext cx="10052913" cy="0"/>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sp>
        <p:nvSpPr>
          <p:cNvPr id="159" name="矩形 158">
            <a:extLst>
              <a:ext uri="{FF2B5EF4-FFF2-40B4-BE49-F238E27FC236}">
                <a16:creationId xmlns:a16="http://schemas.microsoft.com/office/drawing/2014/main" id="{1C157B9B-D84D-4979-8D13-D9E96D6B50E8}"/>
              </a:ext>
            </a:extLst>
          </p:cNvPr>
          <p:cNvSpPr/>
          <p:nvPr userDrawn="1"/>
        </p:nvSpPr>
        <p:spPr>
          <a:xfrm>
            <a:off x="1050157" y="1168724"/>
            <a:ext cx="144000" cy="360000"/>
          </a:xfrm>
          <a:prstGeom prst="rect">
            <a:avLst/>
          </a:prstGeom>
          <a:solidFill>
            <a:srgbClr val="AD5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a:extLst>
              <a:ext uri="{FF2B5EF4-FFF2-40B4-BE49-F238E27FC236}">
                <a16:creationId xmlns:a16="http://schemas.microsoft.com/office/drawing/2014/main" id="{A82CFEE0-9C89-453B-BDDC-8D56013C3A0D}"/>
              </a:ext>
            </a:extLst>
          </p:cNvPr>
          <p:cNvSpPr/>
          <p:nvPr userDrawn="1"/>
        </p:nvSpPr>
        <p:spPr>
          <a:xfrm>
            <a:off x="1246042" y="1234410"/>
            <a:ext cx="144000" cy="288000"/>
          </a:xfrm>
          <a:prstGeom prst="rect">
            <a:avLst/>
          </a:prstGeom>
          <a:solidFill>
            <a:srgbClr val="C27D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a:extLst>
              <a:ext uri="{FF2B5EF4-FFF2-40B4-BE49-F238E27FC236}">
                <a16:creationId xmlns:a16="http://schemas.microsoft.com/office/drawing/2014/main" id="{CB4E51CC-CB37-4468-A9CC-B53C921E5038}"/>
              </a:ext>
            </a:extLst>
          </p:cNvPr>
          <p:cNvSpPr/>
          <p:nvPr userDrawn="1"/>
        </p:nvSpPr>
        <p:spPr>
          <a:xfrm>
            <a:off x="1441927" y="1300975"/>
            <a:ext cx="144000" cy="216000"/>
          </a:xfrm>
          <a:prstGeom prst="rect">
            <a:avLst/>
          </a:prstGeom>
          <a:solidFill>
            <a:srgbClr val="D6A8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标题 1">
            <a:extLst>
              <a:ext uri="{FF2B5EF4-FFF2-40B4-BE49-F238E27FC236}">
                <a16:creationId xmlns:a16="http://schemas.microsoft.com/office/drawing/2014/main" id="{24D0DA03-314E-4199-AA08-1DAC1E10B5ED}"/>
              </a:ext>
            </a:extLst>
          </p:cNvPr>
          <p:cNvSpPr>
            <a:spLocks noGrp="1"/>
          </p:cNvSpPr>
          <p:nvPr>
            <p:ph type="title"/>
          </p:nvPr>
        </p:nvSpPr>
        <p:spPr>
          <a:xfrm>
            <a:off x="1605647" y="1300976"/>
            <a:ext cx="3247707" cy="227748"/>
          </a:xfrm>
        </p:spPr>
        <p:txBody>
          <a:bodyPr>
            <a:normAutofit/>
          </a:bodyPr>
          <a:lstStyle>
            <a:lvl1pPr>
              <a:defRPr sz="2000" b="1">
                <a:solidFill>
                  <a:srgbClr val="992677"/>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189899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五">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id="{A9DE7435-59AC-4344-BDAA-0C4F44647AFA}"/>
              </a:ext>
            </a:extLst>
          </p:cNvPr>
          <p:cNvSpPr/>
          <p:nvPr userDrawn="1"/>
        </p:nvSpPr>
        <p:spPr>
          <a:xfrm>
            <a:off x="7157839" y="505917"/>
            <a:ext cx="1295062" cy="384050"/>
          </a:xfrm>
          <a:prstGeom prst="roundRect">
            <a:avLst>
              <a:gd name="adj" fmla="val 50000"/>
            </a:avLst>
          </a:prstGeom>
          <a:solidFill>
            <a:srgbClr val="992677"/>
          </a:solidFill>
          <a:ln>
            <a:noFill/>
          </a:ln>
          <a:effectLst>
            <a:outerShdw blurRad="63500" sx="102000" sy="102000" algn="ctr" rotWithShape="0">
              <a:srgbClr val="992677">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ea typeface="冬青黑体简体中文 W3"/>
              <a:cs typeface="+mn-cs"/>
            </a:endParaRPr>
          </a:p>
        </p:txBody>
      </p:sp>
      <p:sp>
        <p:nvSpPr>
          <p:cNvPr id="7" name="文本框 6">
            <a:extLst>
              <a:ext uri="{FF2B5EF4-FFF2-40B4-BE49-F238E27FC236}">
                <a16:creationId xmlns:a16="http://schemas.microsoft.com/office/drawing/2014/main" id="{E8795EEF-5446-4E67-BECE-7441D277F6DE}"/>
              </a:ext>
            </a:extLst>
          </p:cNvPr>
          <p:cNvSpPr txBox="1"/>
          <p:nvPr userDrawn="1"/>
        </p:nvSpPr>
        <p:spPr>
          <a:xfrm>
            <a:off x="221581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章节一</a:t>
            </a:r>
          </a:p>
        </p:txBody>
      </p:sp>
      <p:sp>
        <p:nvSpPr>
          <p:cNvPr id="8" name="文本框 7">
            <a:extLst>
              <a:ext uri="{FF2B5EF4-FFF2-40B4-BE49-F238E27FC236}">
                <a16:creationId xmlns:a16="http://schemas.microsoft.com/office/drawing/2014/main" id="{BACEB40F-F78C-4AAD-BFA1-6F3E95DB2B06}"/>
              </a:ext>
            </a:extLst>
          </p:cNvPr>
          <p:cNvSpPr txBox="1"/>
          <p:nvPr userDrawn="1"/>
        </p:nvSpPr>
        <p:spPr>
          <a:xfrm>
            <a:off x="349009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章节二</a:t>
            </a:r>
          </a:p>
        </p:txBody>
      </p:sp>
      <p:sp>
        <p:nvSpPr>
          <p:cNvPr id="9" name="文本框 8">
            <a:extLst>
              <a:ext uri="{FF2B5EF4-FFF2-40B4-BE49-F238E27FC236}">
                <a16:creationId xmlns:a16="http://schemas.microsoft.com/office/drawing/2014/main" id="{0C6C771A-E665-41F2-9E36-0293119A8404}"/>
              </a:ext>
            </a:extLst>
          </p:cNvPr>
          <p:cNvSpPr txBox="1"/>
          <p:nvPr userDrawn="1"/>
        </p:nvSpPr>
        <p:spPr>
          <a:xfrm>
            <a:off x="476438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章节三</a:t>
            </a:r>
          </a:p>
        </p:txBody>
      </p:sp>
      <p:sp>
        <p:nvSpPr>
          <p:cNvPr id="10" name="文本框 9">
            <a:extLst>
              <a:ext uri="{FF2B5EF4-FFF2-40B4-BE49-F238E27FC236}">
                <a16:creationId xmlns:a16="http://schemas.microsoft.com/office/drawing/2014/main" id="{8331C93E-B608-4660-8D6F-F32FFDC9DBA6}"/>
              </a:ext>
            </a:extLst>
          </p:cNvPr>
          <p:cNvSpPr txBox="1"/>
          <p:nvPr userDrawn="1"/>
        </p:nvSpPr>
        <p:spPr>
          <a:xfrm>
            <a:off x="603866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章节四</a:t>
            </a:r>
          </a:p>
        </p:txBody>
      </p:sp>
      <p:sp>
        <p:nvSpPr>
          <p:cNvPr id="11" name="文本框 10">
            <a:extLst>
              <a:ext uri="{FF2B5EF4-FFF2-40B4-BE49-F238E27FC236}">
                <a16:creationId xmlns:a16="http://schemas.microsoft.com/office/drawing/2014/main" id="{7733F81F-2D88-446E-AEA7-D323DC31DF4B}"/>
              </a:ext>
            </a:extLst>
          </p:cNvPr>
          <p:cNvSpPr txBox="1"/>
          <p:nvPr userDrawn="1"/>
        </p:nvSpPr>
        <p:spPr>
          <a:xfrm>
            <a:off x="731295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chemeClr val="bg1"/>
                </a:solidFill>
                <a:effectLst/>
                <a:uLnTx/>
                <a:uFillTx/>
                <a:latin typeface="微软雅黑" panose="020B0503020204020204" pitchFamily="34" charset="-122"/>
                <a:ea typeface="微软雅黑" panose="020B0503020204020204" pitchFamily="34" charset="-122"/>
              </a:rPr>
              <a:t>章节五</a:t>
            </a:r>
          </a:p>
        </p:txBody>
      </p:sp>
      <p:sp>
        <p:nvSpPr>
          <p:cNvPr id="12" name="文本框 11">
            <a:extLst>
              <a:ext uri="{FF2B5EF4-FFF2-40B4-BE49-F238E27FC236}">
                <a16:creationId xmlns:a16="http://schemas.microsoft.com/office/drawing/2014/main" id="{FB4C3A15-9119-4968-9C02-2F8047F89C84}"/>
              </a:ext>
            </a:extLst>
          </p:cNvPr>
          <p:cNvSpPr txBox="1"/>
          <p:nvPr userDrawn="1"/>
        </p:nvSpPr>
        <p:spPr>
          <a:xfrm>
            <a:off x="8587241"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章节六</a:t>
            </a:r>
          </a:p>
        </p:txBody>
      </p:sp>
      <p:grpSp>
        <p:nvGrpSpPr>
          <p:cNvPr id="13"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98063520-44B0-4456-89B4-294E1682B31B}"/>
              </a:ext>
            </a:extLst>
          </p:cNvPr>
          <p:cNvGrpSpPr>
            <a:grpSpLocks noChangeAspect="1"/>
          </p:cNvGrpSpPr>
          <p:nvPr userDrawn="1">
            <p:custDataLst>
              <p:tags r:id="rId1"/>
            </p:custDataLst>
          </p:nvPr>
        </p:nvGrpSpPr>
        <p:grpSpPr>
          <a:xfrm>
            <a:off x="9870454" y="552258"/>
            <a:ext cx="1265859" cy="291971"/>
            <a:chOff x="2035175" y="2493963"/>
            <a:chExt cx="8121650" cy="1873250"/>
          </a:xfrm>
        </p:grpSpPr>
        <p:sp>
          <p:nvSpPr>
            <p:cNvPr id="14" name="iṡľïḑê">
              <a:extLst>
                <a:ext uri="{FF2B5EF4-FFF2-40B4-BE49-F238E27FC236}">
                  <a16:creationId xmlns:a16="http://schemas.microsoft.com/office/drawing/2014/main" id="{73D449F3-880A-4A89-95C5-EEDE3C7F7798}"/>
                </a:ext>
              </a:extLst>
            </p:cNvPr>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 name="íṩ1iḓê">
              <a:extLst>
                <a:ext uri="{FF2B5EF4-FFF2-40B4-BE49-F238E27FC236}">
                  <a16:creationId xmlns:a16="http://schemas.microsoft.com/office/drawing/2014/main" id="{A6CFFD41-B1A5-452C-857B-D51C38EA071E}"/>
                </a:ext>
              </a:extLst>
            </p:cNvPr>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 name="î$ľîḑè">
              <a:extLst>
                <a:ext uri="{FF2B5EF4-FFF2-40B4-BE49-F238E27FC236}">
                  <a16:creationId xmlns:a16="http://schemas.microsoft.com/office/drawing/2014/main" id="{75C4AD1C-6F69-4AAC-87CB-C7B10647C2DC}"/>
                </a:ext>
              </a:extLst>
            </p:cNvPr>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 name="isḷiďè">
              <a:extLst>
                <a:ext uri="{FF2B5EF4-FFF2-40B4-BE49-F238E27FC236}">
                  <a16:creationId xmlns:a16="http://schemas.microsoft.com/office/drawing/2014/main" id="{923D662D-7529-4BF5-81B4-031FD4EC5EF3}"/>
                </a:ext>
              </a:extLst>
            </p:cNvPr>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 name="iśľíḋè">
              <a:extLst>
                <a:ext uri="{FF2B5EF4-FFF2-40B4-BE49-F238E27FC236}">
                  <a16:creationId xmlns:a16="http://schemas.microsoft.com/office/drawing/2014/main" id="{2A134FEA-4824-4D91-8ABB-11E0ECFFFA16}"/>
                </a:ext>
              </a:extLst>
            </p:cNvPr>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 name="iṩḻiḋé">
              <a:extLst>
                <a:ext uri="{FF2B5EF4-FFF2-40B4-BE49-F238E27FC236}">
                  <a16:creationId xmlns:a16="http://schemas.microsoft.com/office/drawing/2014/main" id="{24B3ED91-A51D-4219-A2DC-35805DCC474E}"/>
                </a:ext>
              </a:extLst>
            </p:cNvPr>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 name="îṥļïḓè">
              <a:extLst>
                <a:ext uri="{FF2B5EF4-FFF2-40B4-BE49-F238E27FC236}">
                  <a16:creationId xmlns:a16="http://schemas.microsoft.com/office/drawing/2014/main" id="{9992DEB6-0E86-48A6-B6C6-7BE901096272}"/>
                </a:ext>
              </a:extLst>
            </p:cNvPr>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 name="ïṥliḍè">
              <a:extLst>
                <a:ext uri="{FF2B5EF4-FFF2-40B4-BE49-F238E27FC236}">
                  <a16:creationId xmlns:a16="http://schemas.microsoft.com/office/drawing/2014/main" id="{6A90FA6A-22F4-4A77-B540-F049173D3723}"/>
                </a:ext>
              </a:extLst>
            </p:cNvPr>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 name="iśḷíḓê">
              <a:extLst>
                <a:ext uri="{FF2B5EF4-FFF2-40B4-BE49-F238E27FC236}">
                  <a16:creationId xmlns:a16="http://schemas.microsoft.com/office/drawing/2014/main" id="{7182DE4F-264F-4739-91DA-83F5E70702EE}"/>
                </a:ext>
              </a:extLst>
            </p:cNvPr>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 name="isļiḓe">
              <a:extLst>
                <a:ext uri="{FF2B5EF4-FFF2-40B4-BE49-F238E27FC236}">
                  <a16:creationId xmlns:a16="http://schemas.microsoft.com/office/drawing/2014/main" id="{F4CCC6E0-C80F-4D25-8B55-FFB71687B575}"/>
                </a:ext>
              </a:extLst>
            </p:cNvPr>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 name="îs1ïdè">
              <a:extLst>
                <a:ext uri="{FF2B5EF4-FFF2-40B4-BE49-F238E27FC236}">
                  <a16:creationId xmlns:a16="http://schemas.microsoft.com/office/drawing/2014/main" id="{9C7D7F93-AC35-4512-849A-18E6AB07C851}"/>
                </a:ext>
              </a:extLst>
            </p:cNvPr>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 name="iṡḻïďe">
              <a:extLst>
                <a:ext uri="{FF2B5EF4-FFF2-40B4-BE49-F238E27FC236}">
                  <a16:creationId xmlns:a16="http://schemas.microsoft.com/office/drawing/2014/main" id="{DD69C2B9-6C0B-43EA-92B0-B802D5F7A291}"/>
                </a:ext>
              </a:extLst>
            </p:cNvPr>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 name="ï$ľídè">
              <a:extLst>
                <a:ext uri="{FF2B5EF4-FFF2-40B4-BE49-F238E27FC236}">
                  <a16:creationId xmlns:a16="http://schemas.microsoft.com/office/drawing/2014/main" id="{39A3374B-4D2C-49B7-B2D1-9AB12A7F5ABC}"/>
                </a:ext>
              </a:extLst>
            </p:cNvPr>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 name="isḻïḋê">
              <a:extLst>
                <a:ext uri="{FF2B5EF4-FFF2-40B4-BE49-F238E27FC236}">
                  <a16:creationId xmlns:a16="http://schemas.microsoft.com/office/drawing/2014/main" id="{03BCD6DA-27C4-452E-8958-51757B6F949A}"/>
                </a:ext>
              </a:extLst>
            </p:cNvPr>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 name="îṧḷïde">
              <a:extLst>
                <a:ext uri="{FF2B5EF4-FFF2-40B4-BE49-F238E27FC236}">
                  <a16:creationId xmlns:a16="http://schemas.microsoft.com/office/drawing/2014/main" id="{4E8BC5E5-F0FA-4CFF-B1F6-D575AC6387B4}"/>
                </a:ext>
              </a:extLst>
            </p:cNvPr>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 name="iṣḷíḍé">
              <a:extLst>
                <a:ext uri="{FF2B5EF4-FFF2-40B4-BE49-F238E27FC236}">
                  <a16:creationId xmlns:a16="http://schemas.microsoft.com/office/drawing/2014/main" id="{8D505EEA-F439-41E6-B9D2-88D5E0345FF0}"/>
                </a:ext>
              </a:extLst>
            </p:cNvPr>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0" name="isľïde">
              <a:extLst>
                <a:ext uri="{FF2B5EF4-FFF2-40B4-BE49-F238E27FC236}">
                  <a16:creationId xmlns:a16="http://schemas.microsoft.com/office/drawing/2014/main" id="{944FBCE7-0C0B-40D3-B89E-407DB7BB7850}"/>
                </a:ext>
              </a:extLst>
            </p:cNvPr>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 name="îślîḍé">
              <a:extLst>
                <a:ext uri="{FF2B5EF4-FFF2-40B4-BE49-F238E27FC236}">
                  <a16:creationId xmlns:a16="http://schemas.microsoft.com/office/drawing/2014/main" id="{DA7E1B76-514C-4EDB-AD84-D48879B53465}"/>
                </a:ext>
              </a:extLst>
            </p:cNvPr>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 name="îŝḻiďé">
              <a:extLst>
                <a:ext uri="{FF2B5EF4-FFF2-40B4-BE49-F238E27FC236}">
                  <a16:creationId xmlns:a16="http://schemas.microsoft.com/office/drawing/2014/main" id="{1DCBD834-D01A-499D-86E7-0E87A06E8A23}"/>
                </a:ext>
              </a:extLst>
            </p:cNvPr>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 name="íṣḻiḋè">
              <a:extLst>
                <a:ext uri="{FF2B5EF4-FFF2-40B4-BE49-F238E27FC236}">
                  <a16:creationId xmlns:a16="http://schemas.microsoft.com/office/drawing/2014/main" id="{09568032-3167-4765-8930-7DDD09150A77}"/>
                </a:ext>
              </a:extLst>
            </p:cNvPr>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 name="îSlîḓè">
              <a:extLst>
                <a:ext uri="{FF2B5EF4-FFF2-40B4-BE49-F238E27FC236}">
                  <a16:creationId xmlns:a16="http://schemas.microsoft.com/office/drawing/2014/main" id="{6FF6CE48-8173-411F-A71D-00CE85DD0364}"/>
                </a:ext>
              </a:extLst>
            </p:cNvPr>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5" name="iṩḷïdê">
              <a:extLst>
                <a:ext uri="{FF2B5EF4-FFF2-40B4-BE49-F238E27FC236}">
                  <a16:creationId xmlns:a16="http://schemas.microsoft.com/office/drawing/2014/main" id="{ED4FC098-7A42-4A78-B848-203492B8F05D}"/>
                </a:ext>
              </a:extLst>
            </p:cNvPr>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6" name="ïś1ïḍê">
              <a:extLst>
                <a:ext uri="{FF2B5EF4-FFF2-40B4-BE49-F238E27FC236}">
                  <a16:creationId xmlns:a16="http://schemas.microsoft.com/office/drawing/2014/main" id="{98EF1902-F606-4876-8D29-6D5CBE8B486D}"/>
                </a:ext>
              </a:extLst>
            </p:cNvPr>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7" name="îşliḍè">
              <a:extLst>
                <a:ext uri="{FF2B5EF4-FFF2-40B4-BE49-F238E27FC236}">
                  <a16:creationId xmlns:a16="http://schemas.microsoft.com/office/drawing/2014/main" id="{6E1DE442-6731-402B-AA86-50947AA4CA26}"/>
                </a:ext>
              </a:extLst>
            </p:cNvPr>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8" name="išḷidê">
              <a:extLst>
                <a:ext uri="{FF2B5EF4-FFF2-40B4-BE49-F238E27FC236}">
                  <a16:creationId xmlns:a16="http://schemas.microsoft.com/office/drawing/2014/main" id="{4CC79929-B377-4ABA-9D87-86710E8C7F70}"/>
                </a:ext>
              </a:extLst>
            </p:cNvPr>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9" name="îSḻiḍe">
              <a:extLst>
                <a:ext uri="{FF2B5EF4-FFF2-40B4-BE49-F238E27FC236}">
                  <a16:creationId xmlns:a16="http://schemas.microsoft.com/office/drawing/2014/main" id="{21D31975-38E3-4EAF-9D3C-1EAEA7D8805E}"/>
                </a:ext>
              </a:extLst>
            </p:cNvPr>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0" name="ïṧļïḍe">
              <a:extLst>
                <a:ext uri="{FF2B5EF4-FFF2-40B4-BE49-F238E27FC236}">
                  <a16:creationId xmlns:a16="http://schemas.microsoft.com/office/drawing/2014/main" id="{E2DF0972-A25A-4A56-B919-853813DA2DB9}"/>
                </a:ext>
              </a:extLst>
            </p:cNvPr>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1" name="îŝļïḋé">
              <a:extLst>
                <a:ext uri="{FF2B5EF4-FFF2-40B4-BE49-F238E27FC236}">
                  <a16:creationId xmlns:a16="http://schemas.microsoft.com/office/drawing/2014/main" id="{305444F3-1056-4B2E-9685-CD6B51BEAF32}"/>
                </a:ext>
              </a:extLst>
            </p:cNvPr>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2" name="îṡlïḍe">
              <a:extLst>
                <a:ext uri="{FF2B5EF4-FFF2-40B4-BE49-F238E27FC236}">
                  <a16:creationId xmlns:a16="http://schemas.microsoft.com/office/drawing/2014/main" id="{394A3DA5-AA90-47CA-923B-FDB9197F8A3F}"/>
                </a:ext>
              </a:extLst>
            </p:cNvPr>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3" name="ïśļïḑê">
              <a:extLst>
                <a:ext uri="{FF2B5EF4-FFF2-40B4-BE49-F238E27FC236}">
                  <a16:creationId xmlns:a16="http://schemas.microsoft.com/office/drawing/2014/main" id="{D667A9AC-C890-4B12-BFA2-743F809F46B5}"/>
                </a:ext>
              </a:extLst>
            </p:cNvPr>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4" name="îSľïde">
              <a:extLst>
                <a:ext uri="{FF2B5EF4-FFF2-40B4-BE49-F238E27FC236}">
                  <a16:creationId xmlns:a16="http://schemas.microsoft.com/office/drawing/2014/main" id="{D71C0033-9B7A-4FF5-A35A-C019AA650221}"/>
                </a:ext>
              </a:extLst>
            </p:cNvPr>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5" name="iṧḻïdé">
              <a:extLst>
                <a:ext uri="{FF2B5EF4-FFF2-40B4-BE49-F238E27FC236}">
                  <a16:creationId xmlns:a16="http://schemas.microsoft.com/office/drawing/2014/main" id="{EF2C9703-1925-41F4-B791-1BE0695FF868}"/>
                </a:ext>
              </a:extLst>
            </p:cNvPr>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6" name="íŝļíḑé">
              <a:extLst>
                <a:ext uri="{FF2B5EF4-FFF2-40B4-BE49-F238E27FC236}">
                  <a16:creationId xmlns:a16="http://schemas.microsoft.com/office/drawing/2014/main" id="{1FB279D9-C9D6-4B42-9568-8820B215D001}"/>
                </a:ext>
              </a:extLst>
            </p:cNvPr>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7" name="ï$ļiḑé">
              <a:extLst>
                <a:ext uri="{FF2B5EF4-FFF2-40B4-BE49-F238E27FC236}">
                  <a16:creationId xmlns:a16="http://schemas.microsoft.com/office/drawing/2014/main" id="{BA3CC768-7F0E-4CAD-879D-E3B7257A108F}"/>
                </a:ext>
              </a:extLst>
            </p:cNvPr>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8" name="îṧļïde">
              <a:extLst>
                <a:ext uri="{FF2B5EF4-FFF2-40B4-BE49-F238E27FC236}">
                  <a16:creationId xmlns:a16="http://schemas.microsoft.com/office/drawing/2014/main" id="{B3FEB72D-3C34-4183-8B6D-A1890CFF089E}"/>
                </a:ext>
              </a:extLst>
            </p:cNvPr>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9" name="íşlîḍè">
              <a:extLst>
                <a:ext uri="{FF2B5EF4-FFF2-40B4-BE49-F238E27FC236}">
                  <a16:creationId xmlns:a16="http://schemas.microsoft.com/office/drawing/2014/main" id="{F753DD3E-031E-40B6-856C-BC875745610F}"/>
                </a:ext>
              </a:extLst>
            </p:cNvPr>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0" name="îŝļîďé">
              <a:extLst>
                <a:ext uri="{FF2B5EF4-FFF2-40B4-BE49-F238E27FC236}">
                  <a16:creationId xmlns:a16="http://schemas.microsoft.com/office/drawing/2014/main" id="{D5D21503-C1EC-4246-A4F0-A8D0FFE69C30}"/>
                </a:ext>
              </a:extLst>
            </p:cNvPr>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1" name="îŝlîḑê">
              <a:extLst>
                <a:ext uri="{FF2B5EF4-FFF2-40B4-BE49-F238E27FC236}">
                  <a16:creationId xmlns:a16="http://schemas.microsoft.com/office/drawing/2014/main" id="{2BD4A926-79DE-45EC-AD7B-25DD9676F970}"/>
                </a:ext>
              </a:extLst>
            </p:cNvPr>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2" name="îṣḷïdè">
              <a:extLst>
                <a:ext uri="{FF2B5EF4-FFF2-40B4-BE49-F238E27FC236}">
                  <a16:creationId xmlns:a16="http://schemas.microsoft.com/office/drawing/2014/main" id="{A2CC71E3-35A9-45D9-81B8-41D34385B963}"/>
                </a:ext>
              </a:extLst>
            </p:cNvPr>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3" name="íśļîḍè">
              <a:extLst>
                <a:ext uri="{FF2B5EF4-FFF2-40B4-BE49-F238E27FC236}">
                  <a16:creationId xmlns:a16="http://schemas.microsoft.com/office/drawing/2014/main" id="{BDC4F512-E31B-4B39-81BE-00330D2DCFFB}"/>
                </a:ext>
              </a:extLst>
            </p:cNvPr>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4" name="íśļïḍe">
              <a:extLst>
                <a:ext uri="{FF2B5EF4-FFF2-40B4-BE49-F238E27FC236}">
                  <a16:creationId xmlns:a16="http://schemas.microsoft.com/office/drawing/2014/main" id="{7D4079BE-C679-4C8A-8290-41FD90A51616}"/>
                </a:ext>
              </a:extLst>
            </p:cNvPr>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5" name="íŝliḓê">
              <a:extLst>
                <a:ext uri="{FF2B5EF4-FFF2-40B4-BE49-F238E27FC236}">
                  <a16:creationId xmlns:a16="http://schemas.microsoft.com/office/drawing/2014/main" id="{73DAC39D-2CEB-461A-BAFB-AA9ECC0A2435}"/>
                </a:ext>
              </a:extLst>
            </p:cNvPr>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6" name="iślïḓê">
              <a:extLst>
                <a:ext uri="{FF2B5EF4-FFF2-40B4-BE49-F238E27FC236}">
                  <a16:creationId xmlns:a16="http://schemas.microsoft.com/office/drawing/2014/main" id="{47AE2C22-C42C-4AA4-A26B-E6A0052F8323}"/>
                </a:ext>
              </a:extLst>
            </p:cNvPr>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7" name="íSlïdè">
              <a:extLst>
                <a:ext uri="{FF2B5EF4-FFF2-40B4-BE49-F238E27FC236}">
                  <a16:creationId xmlns:a16="http://schemas.microsoft.com/office/drawing/2014/main" id="{A54BCB71-EC5F-438C-A113-B07E8FE60B4E}"/>
                </a:ext>
              </a:extLst>
            </p:cNvPr>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8" name="iṣḻïḍe">
              <a:extLst>
                <a:ext uri="{FF2B5EF4-FFF2-40B4-BE49-F238E27FC236}">
                  <a16:creationId xmlns:a16="http://schemas.microsoft.com/office/drawing/2014/main" id="{3915E7D2-0DDC-48C7-8449-41678CD02A45}"/>
                </a:ext>
              </a:extLst>
            </p:cNvPr>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9" name="ïşľidé">
              <a:extLst>
                <a:ext uri="{FF2B5EF4-FFF2-40B4-BE49-F238E27FC236}">
                  <a16:creationId xmlns:a16="http://schemas.microsoft.com/office/drawing/2014/main" id="{824639B4-72E3-4D17-8ABF-B4F4EAEE6CE5}"/>
                </a:ext>
              </a:extLst>
            </p:cNvPr>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0" name="ïṣliḋê">
              <a:extLst>
                <a:ext uri="{FF2B5EF4-FFF2-40B4-BE49-F238E27FC236}">
                  <a16:creationId xmlns:a16="http://schemas.microsoft.com/office/drawing/2014/main" id="{43F521A5-3DD0-4F98-BE7D-C910BCE724C9}"/>
                </a:ext>
              </a:extLst>
            </p:cNvPr>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1" name="îṩḻiḓê">
              <a:extLst>
                <a:ext uri="{FF2B5EF4-FFF2-40B4-BE49-F238E27FC236}">
                  <a16:creationId xmlns:a16="http://schemas.microsoft.com/office/drawing/2014/main" id="{81BCB3B9-7A7C-4B5B-8A93-13EA74E23F3D}"/>
                </a:ext>
              </a:extLst>
            </p:cNvPr>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2" name="iśļîḋè">
              <a:extLst>
                <a:ext uri="{FF2B5EF4-FFF2-40B4-BE49-F238E27FC236}">
                  <a16:creationId xmlns:a16="http://schemas.microsoft.com/office/drawing/2014/main" id="{47C147FE-80B2-4BD3-A8B7-84FCC1D7234A}"/>
                </a:ext>
              </a:extLst>
            </p:cNvPr>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3" name="iṣliḓê">
              <a:extLst>
                <a:ext uri="{FF2B5EF4-FFF2-40B4-BE49-F238E27FC236}">
                  <a16:creationId xmlns:a16="http://schemas.microsoft.com/office/drawing/2014/main" id="{D4B81B0B-E003-45D6-B8E1-BE4DBB80AC3A}"/>
                </a:ext>
              </a:extLst>
            </p:cNvPr>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4" name="íṡľiḍê">
              <a:extLst>
                <a:ext uri="{FF2B5EF4-FFF2-40B4-BE49-F238E27FC236}">
                  <a16:creationId xmlns:a16="http://schemas.microsoft.com/office/drawing/2014/main" id="{E3699EE0-601F-4D6D-AFD3-2AC1A8F0762D}"/>
                </a:ext>
              </a:extLst>
            </p:cNvPr>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5" name="íšlîde">
              <a:extLst>
                <a:ext uri="{FF2B5EF4-FFF2-40B4-BE49-F238E27FC236}">
                  <a16:creationId xmlns:a16="http://schemas.microsoft.com/office/drawing/2014/main" id="{26FDE0D1-8EF8-45B7-874A-4080E3363591}"/>
                </a:ext>
              </a:extLst>
            </p:cNvPr>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6" name="îṡḷíḋé">
              <a:extLst>
                <a:ext uri="{FF2B5EF4-FFF2-40B4-BE49-F238E27FC236}">
                  <a16:creationId xmlns:a16="http://schemas.microsoft.com/office/drawing/2014/main" id="{4C482EDD-909C-48FA-88C4-52DBD93BD510}"/>
                </a:ext>
              </a:extLst>
            </p:cNvPr>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7" name="îsḻiḓe">
              <a:extLst>
                <a:ext uri="{FF2B5EF4-FFF2-40B4-BE49-F238E27FC236}">
                  <a16:creationId xmlns:a16="http://schemas.microsoft.com/office/drawing/2014/main" id="{0DDF72E8-C691-4F47-AB7A-5E0E19949413}"/>
                </a:ext>
              </a:extLst>
            </p:cNvPr>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8" name="î$ļïdè">
              <a:extLst>
                <a:ext uri="{FF2B5EF4-FFF2-40B4-BE49-F238E27FC236}">
                  <a16:creationId xmlns:a16="http://schemas.microsoft.com/office/drawing/2014/main" id="{00BFEF26-D111-49AE-8E23-0AAE782DEF17}"/>
                </a:ext>
              </a:extLst>
            </p:cNvPr>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9" name="îṧḷíḓê">
              <a:extLst>
                <a:ext uri="{FF2B5EF4-FFF2-40B4-BE49-F238E27FC236}">
                  <a16:creationId xmlns:a16="http://schemas.microsoft.com/office/drawing/2014/main" id="{92481A18-7AF3-4309-8DF3-AE2FC0BB2FFA}"/>
                </a:ext>
              </a:extLst>
            </p:cNvPr>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0" name="íṩ1iḑê">
              <a:extLst>
                <a:ext uri="{FF2B5EF4-FFF2-40B4-BE49-F238E27FC236}">
                  <a16:creationId xmlns:a16="http://schemas.microsoft.com/office/drawing/2014/main" id="{977943C1-908F-4E6F-A38D-3AE8BD29EF81}"/>
                </a:ext>
              </a:extLst>
            </p:cNvPr>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1" name="îṥlîdê">
              <a:extLst>
                <a:ext uri="{FF2B5EF4-FFF2-40B4-BE49-F238E27FC236}">
                  <a16:creationId xmlns:a16="http://schemas.microsoft.com/office/drawing/2014/main" id="{84486B9E-D5FB-4D23-80B6-EEE570C9874F}"/>
                </a:ext>
              </a:extLst>
            </p:cNvPr>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2" name="îṧľîḑé">
              <a:extLst>
                <a:ext uri="{FF2B5EF4-FFF2-40B4-BE49-F238E27FC236}">
                  <a16:creationId xmlns:a16="http://schemas.microsoft.com/office/drawing/2014/main" id="{EBB1A0FD-ECF7-4EA7-AE1F-35767263B222}"/>
                </a:ext>
              </a:extLst>
            </p:cNvPr>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3" name="ï$ļíḑe">
              <a:extLst>
                <a:ext uri="{FF2B5EF4-FFF2-40B4-BE49-F238E27FC236}">
                  <a16:creationId xmlns:a16="http://schemas.microsoft.com/office/drawing/2014/main" id="{7B549682-7592-4393-97D2-C095F8F93568}"/>
                </a:ext>
              </a:extLst>
            </p:cNvPr>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4" name="iṩḷïde">
              <a:extLst>
                <a:ext uri="{FF2B5EF4-FFF2-40B4-BE49-F238E27FC236}">
                  <a16:creationId xmlns:a16="http://schemas.microsoft.com/office/drawing/2014/main" id="{EF15265D-EED7-4993-9523-09F2680E4ABC}"/>
                </a:ext>
              </a:extLst>
            </p:cNvPr>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5" name="í$ḷïďê">
              <a:extLst>
                <a:ext uri="{FF2B5EF4-FFF2-40B4-BE49-F238E27FC236}">
                  <a16:creationId xmlns:a16="http://schemas.microsoft.com/office/drawing/2014/main" id="{C27DED18-5F7D-48EC-8092-9AB6EB012F83}"/>
                </a:ext>
              </a:extLst>
            </p:cNvPr>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6" name="îśľïḑe">
              <a:extLst>
                <a:ext uri="{FF2B5EF4-FFF2-40B4-BE49-F238E27FC236}">
                  <a16:creationId xmlns:a16="http://schemas.microsoft.com/office/drawing/2014/main" id="{CB94DF4E-5BC2-4BF3-A808-A08DC22270DF}"/>
                </a:ext>
              </a:extLst>
            </p:cNvPr>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7" name="ïSlîḍè">
              <a:extLst>
                <a:ext uri="{FF2B5EF4-FFF2-40B4-BE49-F238E27FC236}">
                  <a16:creationId xmlns:a16="http://schemas.microsoft.com/office/drawing/2014/main" id="{365808A9-6F11-4CB7-A21B-9F04329110FE}"/>
                </a:ext>
              </a:extLst>
            </p:cNvPr>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8" name="işliḍé">
              <a:extLst>
                <a:ext uri="{FF2B5EF4-FFF2-40B4-BE49-F238E27FC236}">
                  <a16:creationId xmlns:a16="http://schemas.microsoft.com/office/drawing/2014/main" id="{5DA64084-775C-4C08-90E7-8C25E0C15689}"/>
                </a:ext>
              </a:extLst>
            </p:cNvPr>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9" name="ísḻïde">
              <a:extLst>
                <a:ext uri="{FF2B5EF4-FFF2-40B4-BE49-F238E27FC236}">
                  <a16:creationId xmlns:a16="http://schemas.microsoft.com/office/drawing/2014/main" id="{BCB86ADA-BF11-471A-9CFA-9B2CC1C9E3A5}"/>
                </a:ext>
              </a:extLst>
            </p:cNvPr>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0" name="iŝļiḋê">
              <a:extLst>
                <a:ext uri="{FF2B5EF4-FFF2-40B4-BE49-F238E27FC236}">
                  <a16:creationId xmlns:a16="http://schemas.microsoft.com/office/drawing/2014/main" id="{082138EC-CD27-4B15-B973-0F8A4DE69B50}"/>
                </a:ext>
              </a:extLst>
            </p:cNvPr>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1" name="iṧḷîdè">
              <a:extLst>
                <a:ext uri="{FF2B5EF4-FFF2-40B4-BE49-F238E27FC236}">
                  <a16:creationId xmlns:a16="http://schemas.microsoft.com/office/drawing/2014/main" id="{6ADE1237-3578-4706-815B-55BCEADCAF9D}"/>
                </a:ext>
              </a:extLst>
            </p:cNvPr>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2" name="isļíḍè">
              <a:extLst>
                <a:ext uri="{FF2B5EF4-FFF2-40B4-BE49-F238E27FC236}">
                  <a16:creationId xmlns:a16="http://schemas.microsoft.com/office/drawing/2014/main" id="{1325283C-3949-4EC9-A261-F4F83AE6C81A}"/>
                </a:ext>
              </a:extLst>
            </p:cNvPr>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3" name="ïṡ1íḓe">
              <a:extLst>
                <a:ext uri="{FF2B5EF4-FFF2-40B4-BE49-F238E27FC236}">
                  <a16:creationId xmlns:a16="http://schemas.microsoft.com/office/drawing/2014/main" id="{1BB82D68-B39D-47E8-90E6-2CB741D20679}"/>
                </a:ext>
              </a:extLst>
            </p:cNvPr>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4" name="isḷiḑê">
              <a:extLst>
                <a:ext uri="{FF2B5EF4-FFF2-40B4-BE49-F238E27FC236}">
                  <a16:creationId xmlns:a16="http://schemas.microsoft.com/office/drawing/2014/main" id="{4D43D00B-4044-4984-AC15-43F6F551744D}"/>
                </a:ext>
              </a:extLst>
            </p:cNvPr>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5" name="ïṥlíḓê">
              <a:extLst>
                <a:ext uri="{FF2B5EF4-FFF2-40B4-BE49-F238E27FC236}">
                  <a16:creationId xmlns:a16="http://schemas.microsoft.com/office/drawing/2014/main" id="{C157FC53-4D54-4CF3-8BFE-16CCD0196A80}"/>
                </a:ext>
              </a:extLst>
            </p:cNvPr>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6" name="îṧḷíḍé">
              <a:extLst>
                <a:ext uri="{FF2B5EF4-FFF2-40B4-BE49-F238E27FC236}">
                  <a16:creationId xmlns:a16="http://schemas.microsoft.com/office/drawing/2014/main" id="{D3FAA9D9-2AB1-4BAD-BF2F-3D27D1A91A71}"/>
                </a:ext>
              </a:extLst>
            </p:cNvPr>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7" name="îṩḻïďè">
              <a:extLst>
                <a:ext uri="{FF2B5EF4-FFF2-40B4-BE49-F238E27FC236}">
                  <a16:creationId xmlns:a16="http://schemas.microsoft.com/office/drawing/2014/main" id="{2AC93A81-B5CF-4FAE-A2B0-7B961A7574A0}"/>
                </a:ext>
              </a:extLst>
            </p:cNvPr>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8" name="ïşļídé">
              <a:extLst>
                <a:ext uri="{FF2B5EF4-FFF2-40B4-BE49-F238E27FC236}">
                  <a16:creationId xmlns:a16="http://schemas.microsoft.com/office/drawing/2014/main" id="{E8E36D71-F521-4A7D-970D-A5A63B13833E}"/>
                </a:ext>
              </a:extLst>
            </p:cNvPr>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9" name="iṧḻíďe">
              <a:extLst>
                <a:ext uri="{FF2B5EF4-FFF2-40B4-BE49-F238E27FC236}">
                  <a16:creationId xmlns:a16="http://schemas.microsoft.com/office/drawing/2014/main" id="{B4D67FBB-462C-451F-95AE-CEE4AE0AEBA0}"/>
                </a:ext>
              </a:extLst>
            </p:cNvPr>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0" name="ïSlïḓé">
              <a:extLst>
                <a:ext uri="{FF2B5EF4-FFF2-40B4-BE49-F238E27FC236}">
                  <a16:creationId xmlns:a16="http://schemas.microsoft.com/office/drawing/2014/main" id="{E05B9A81-ABFE-458F-BB24-BE383DFAB98F}"/>
                </a:ext>
              </a:extLst>
            </p:cNvPr>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1" name="išľîḑé">
              <a:extLst>
                <a:ext uri="{FF2B5EF4-FFF2-40B4-BE49-F238E27FC236}">
                  <a16:creationId xmlns:a16="http://schemas.microsoft.com/office/drawing/2014/main" id="{1346263D-19AA-4EDA-9BE4-10686B3E9759}"/>
                </a:ext>
              </a:extLst>
            </p:cNvPr>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2" name="îṥḻîďè">
              <a:extLst>
                <a:ext uri="{FF2B5EF4-FFF2-40B4-BE49-F238E27FC236}">
                  <a16:creationId xmlns:a16="http://schemas.microsoft.com/office/drawing/2014/main" id="{753AF492-5E29-450A-9F16-80B4AEF4F672}"/>
                </a:ext>
              </a:extLst>
            </p:cNvPr>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3" name="i$líḋé">
              <a:extLst>
                <a:ext uri="{FF2B5EF4-FFF2-40B4-BE49-F238E27FC236}">
                  <a16:creationId xmlns:a16="http://schemas.microsoft.com/office/drawing/2014/main" id="{73835238-2437-4297-84FB-11FA2C2E787E}"/>
                </a:ext>
              </a:extLst>
            </p:cNvPr>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4" name="iṡľîḋê">
              <a:extLst>
                <a:ext uri="{FF2B5EF4-FFF2-40B4-BE49-F238E27FC236}">
                  <a16:creationId xmlns:a16="http://schemas.microsoft.com/office/drawing/2014/main" id="{CA64784A-94DB-4255-914E-D4D616FE37D7}"/>
                </a:ext>
              </a:extLst>
            </p:cNvPr>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5" name="ïśḷîḍè">
              <a:extLst>
                <a:ext uri="{FF2B5EF4-FFF2-40B4-BE49-F238E27FC236}">
                  <a16:creationId xmlns:a16="http://schemas.microsoft.com/office/drawing/2014/main" id="{75217E97-7805-4EAD-83CC-E396E4519F1E}"/>
                </a:ext>
              </a:extLst>
            </p:cNvPr>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6" name="íṣļíḓe">
              <a:extLst>
                <a:ext uri="{FF2B5EF4-FFF2-40B4-BE49-F238E27FC236}">
                  <a16:creationId xmlns:a16="http://schemas.microsoft.com/office/drawing/2014/main" id="{337FB1E2-B280-45CB-8B5A-3F8019BE483A}"/>
                </a:ext>
              </a:extLst>
            </p:cNvPr>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7" name="ïslïḓé">
              <a:extLst>
                <a:ext uri="{FF2B5EF4-FFF2-40B4-BE49-F238E27FC236}">
                  <a16:creationId xmlns:a16="http://schemas.microsoft.com/office/drawing/2014/main" id="{AA979389-A874-43BA-9774-FB6F8DF09AB0}"/>
                </a:ext>
              </a:extLst>
            </p:cNvPr>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8" name="ïṣḻîḋé">
              <a:extLst>
                <a:ext uri="{FF2B5EF4-FFF2-40B4-BE49-F238E27FC236}">
                  <a16:creationId xmlns:a16="http://schemas.microsoft.com/office/drawing/2014/main" id="{7037B178-B774-40C9-98E5-E833DBFC2932}"/>
                </a:ext>
              </a:extLst>
            </p:cNvPr>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9" name="ïṥḷîḓè">
              <a:extLst>
                <a:ext uri="{FF2B5EF4-FFF2-40B4-BE49-F238E27FC236}">
                  <a16:creationId xmlns:a16="http://schemas.microsoft.com/office/drawing/2014/main" id="{2230EA8A-1D69-497C-91E3-8AE83AF2F7C2}"/>
                </a:ext>
              </a:extLst>
            </p:cNvPr>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0" name="iṥḷíďè">
              <a:extLst>
                <a:ext uri="{FF2B5EF4-FFF2-40B4-BE49-F238E27FC236}">
                  <a16:creationId xmlns:a16="http://schemas.microsoft.com/office/drawing/2014/main" id="{EAB933F5-D4EA-4088-BC93-C99EEB0C8057}"/>
                </a:ext>
              </a:extLst>
            </p:cNvPr>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1" name="ïş1ídè">
              <a:extLst>
                <a:ext uri="{FF2B5EF4-FFF2-40B4-BE49-F238E27FC236}">
                  <a16:creationId xmlns:a16="http://schemas.microsoft.com/office/drawing/2014/main" id="{DD6C19B7-8842-4A87-91B3-4F3C79489C99}"/>
                </a:ext>
              </a:extLst>
            </p:cNvPr>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2" name="îŝļiḑe">
              <a:extLst>
                <a:ext uri="{FF2B5EF4-FFF2-40B4-BE49-F238E27FC236}">
                  <a16:creationId xmlns:a16="http://schemas.microsoft.com/office/drawing/2014/main" id="{B6FB308F-6CB6-4AB0-BA44-AA2C8DBE8182}"/>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3" name="í$ļïḓé">
              <a:extLst>
                <a:ext uri="{FF2B5EF4-FFF2-40B4-BE49-F238E27FC236}">
                  <a16:creationId xmlns:a16="http://schemas.microsoft.com/office/drawing/2014/main" id="{F2DF86D2-F07B-4B44-9F20-A2F344CB0C59}"/>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4" name="i$1iďê">
              <a:extLst>
                <a:ext uri="{FF2B5EF4-FFF2-40B4-BE49-F238E27FC236}">
                  <a16:creationId xmlns:a16="http://schemas.microsoft.com/office/drawing/2014/main" id="{D08CF037-20E0-4D6B-AF84-5D72029B36F3}"/>
                </a:ext>
              </a:extLst>
            </p:cNvPr>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5" name="îšḷiḍe">
              <a:extLst>
                <a:ext uri="{FF2B5EF4-FFF2-40B4-BE49-F238E27FC236}">
                  <a16:creationId xmlns:a16="http://schemas.microsoft.com/office/drawing/2014/main" id="{AD1F71E7-57E9-4807-8E3E-DDB5DC828A2B}"/>
                </a:ext>
              </a:extLst>
            </p:cNvPr>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6" name="íṥlïdê">
              <a:extLst>
                <a:ext uri="{FF2B5EF4-FFF2-40B4-BE49-F238E27FC236}">
                  <a16:creationId xmlns:a16="http://schemas.microsoft.com/office/drawing/2014/main" id="{E86D5E36-7159-46E8-AE1F-81B7F2698792}"/>
                </a:ext>
              </a:extLst>
            </p:cNvPr>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7" name="íśľîďé">
              <a:extLst>
                <a:ext uri="{FF2B5EF4-FFF2-40B4-BE49-F238E27FC236}">
                  <a16:creationId xmlns:a16="http://schemas.microsoft.com/office/drawing/2014/main" id="{7A5E05CA-702D-431C-97DD-DF889D876F91}"/>
                </a:ext>
              </a:extLst>
            </p:cNvPr>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8" name="iŝḻîdé">
              <a:extLst>
                <a:ext uri="{FF2B5EF4-FFF2-40B4-BE49-F238E27FC236}">
                  <a16:creationId xmlns:a16="http://schemas.microsoft.com/office/drawing/2014/main" id="{C0ECC920-A864-4530-B5C1-6D9971149CA2}"/>
                </a:ext>
              </a:extLst>
            </p:cNvPr>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9" name="ïsḷiḍé">
              <a:extLst>
                <a:ext uri="{FF2B5EF4-FFF2-40B4-BE49-F238E27FC236}">
                  <a16:creationId xmlns:a16="http://schemas.microsoft.com/office/drawing/2014/main" id="{97376593-99BE-4251-8654-066156283151}"/>
                </a:ext>
              </a:extLst>
            </p:cNvPr>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0" name="íṧ1iďè">
              <a:extLst>
                <a:ext uri="{FF2B5EF4-FFF2-40B4-BE49-F238E27FC236}">
                  <a16:creationId xmlns:a16="http://schemas.microsoft.com/office/drawing/2014/main" id="{62C7E334-4D32-4BF8-89CF-BF5FEE36E395}"/>
                </a:ext>
              </a:extLst>
            </p:cNvPr>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1" name="îṩľíḓe">
              <a:extLst>
                <a:ext uri="{FF2B5EF4-FFF2-40B4-BE49-F238E27FC236}">
                  <a16:creationId xmlns:a16="http://schemas.microsoft.com/office/drawing/2014/main" id="{B7136301-CAC5-4536-B054-600965AA199F}"/>
                </a:ext>
              </a:extLst>
            </p:cNvPr>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2" name="ïṡ1ïḑé">
              <a:extLst>
                <a:ext uri="{FF2B5EF4-FFF2-40B4-BE49-F238E27FC236}">
                  <a16:creationId xmlns:a16="http://schemas.microsoft.com/office/drawing/2014/main" id="{2D4892DA-829D-4340-B6EE-1346022D896E}"/>
                </a:ext>
              </a:extLst>
            </p:cNvPr>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3" name="iṡlíďe">
              <a:extLst>
                <a:ext uri="{FF2B5EF4-FFF2-40B4-BE49-F238E27FC236}">
                  <a16:creationId xmlns:a16="http://schemas.microsoft.com/office/drawing/2014/main" id="{B7592B7B-F32E-4DA0-A346-E8BDA7041D47}"/>
                </a:ext>
              </a:extLst>
            </p:cNvPr>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4" name="ïšḷiḍè">
              <a:extLst>
                <a:ext uri="{FF2B5EF4-FFF2-40B4-BE49-F238E27FC236}">
                  <a16:creationId xmlns:a16="http://schemas.microsoft.com/office/drawing/2014/main" id="{0A526D38-D272-47FC-8CFF-97169D585CF2}"/>
                </a:ext>
              </a:extLst>
            </p:cNvPr>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5" name="í$1îḓè">
              <a:extLst>
                <a:ext uri="{FF2B5EF4-FFF2-40B4-BE49-F238E27FC236}">
                  <a16:creationId xmlns:a16="http://schemas.microsoft.com/office/drawing/2014/main" id="{2E0C8A1C-DD98-49BD-B120-566D77B31971}"/>
                </a:ext>
              </a:extLst>
            </p:cNvPr>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6" name="î$ľidé">
              <a:extLst>
                <a:ext uri="{FF2B5EF4-FFF2-40B4-BE49-F238E27FC236}">
                  <a16:creationId xmlns:a16="http://schemas.microsoft.com/office/drawing/2014/main" id="{33B6B372-3FB7-4185-9980-54122AC08D7D}"/>
                </a:ext>
              </a:extLst>
            </p:cNvPr>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7" name="išḻïďê">
              <a:extLst>
                <a:ext uri="{FF2B5EF4-FFF2-40B4-BE49-F238E27FC236}">
                  <a16:creationId xmlns:a16="http://schemas.microsoft.com/office/drawing/2014/main" id="{8E066DA1-31FA-4B9E-8B2B-F15F9DF498C6}"/>
                </a:ext>
              </a:extLst>
            </p:cNvPr>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8" name="îSļíďê">
              <a:extLst>
                <a:ext uri="{FF2B5EF4-FFF2-40B4-BE49-F238E27FC236}">
                  <a16:creationId xmlns:a16="http://schemas.microsoft.com/office/drawing/2014/main" id="{C6572D59-2067-44CB-9FC1-F37CB9D006E4}"/>
                </a:ext>
              </a:extLst>
            </p:cNvPr>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9" name="íṧḻiḋe">
              <a:extLst>
                <a:ext uri="{FF2B5EF4-FFF2-40B4-BE49-F238E27FC236}">
                  <a16:creationId xmlns:a16="http://schemas.microsoft.com/office/drawing/2014/main" id="{35F2B8E4-4600-4578-9CD1-32A94A09B57C}"/>
                </a:ext>
              </a:extLst>
            </p:cNvPr>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0" name="îṡ1iďé">
              <a:extLst>
                <a:ext uri="{FF2B5EF4-FFF2-40B4-BE49-F238E27FC236}">
                  <a16:creationId xmlns:a16="http://schemas.microsoft.com/office/drawing/2014/main" id="{675BB87E-CFBC-4DDA-AE36-8D4D9F928154}"/>
                </a:ext>
              </a:extLst>
            </p:cNvPr>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1" name="ï$ḷïdè">
              <a:extLst>
                <a:ext uri="{FF2B5EF4-FFF2-40B4-BE49-F238E27FC236}">
                  <a16:creationId xmlns:a16="http://schemas.microsoft.com/office/drawing/2014/main" id="{6548F92B-720C-4561-A027-B8CF277D759D}"/>
                </a:ext>
              </a:extLst>
            </p:cNvPr>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2" name="işlîḋê">
              <a:extLst>
                <a:ext uri="{FF2B5EF4-FFF2-40B4-BE49-F238E27FC236}">
                  <a16:creationId xmlns:a16="http://schemas.microsoft.com/office/drawing/2014/main" id="{51CA12B9-9F1F-43B1-BF2A-565BF9FC6B67}"/>
                </a:ext>
              </a:extLst>
            </p:cNvPr>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3" name="işḻïḑè">
              <a:extLst>
                <a:ext uri="{FF2B5EF4-FFF2-40B4-BE49-F238E27FC236}">
                  <a16:creationId xmlns:a16="http://schemas.microsoft.com/office/drawing/2014/main" id="{9716B97E-63CF-4CC8-BFB7-6ACF8637C33A}"/>
                </a:ext>
              </a:extLst>
            </p:cNvPr>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4" name="ïslidê">
              <a:extLst>
                <a:ext uri="{FF2B5EF4-FFF2-40B4-BE49-F238E27FC236}">
                  <a16:creationId xmlns:a16="http://schemas.microsoft.com/office/drawing/2014/main" id="{FEDC0C7B-3EB3-4CAE-AE0C-C080E910F741}"/>
                </a:ext>
              </a:extLst>
            </p:cNvPr>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5" name="íṣḻíḑê">
              <a:extLst>
                <a:ext uri="{FF2B5EF4-FFF2-40B4-BE49-F238E27FC236}">
                  <a16:creationId xmlns:a16="http://schemas.microsoft.com/office/drawing/2014/main" id="{8F022008-A9C5-4709-9BA4-498B44B354B9}"/>
                </a:ext>
              </a:extLst>
            </p:cNvPr>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6" name="ísḻídé">
              <a:extLst>
                <a:ext uri="{FF2B5EF4-FFF2-40B4-BE49-F238E27FC236}">
                  <a16:creationId xmlns:a16="http://schemas.microsoft.com/office/drawing/2014/main" id="{75DFCC60-1160-4493-AF26-3EE4E201D079}"/>
                </a:ext>
              </a:extLst>
            </p:cNvPr>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7" name="iṧḻide">
              <a:extLst>
                <a:ext uri="{FF2B5EF4-FFF2-40B4-BE49-F238E27FC236}">
                  <a16:creationId xmlns:a16="http://schemas.microsoft.com/office/drawing/2014/main" id="{014787DD-3D73-4B4D-934C-20942C14EFC9}"/>
                </a:ext>
              </a:extLst>
            </p:cNvPr>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8" name="îṧļïďe">
              <a:extLst>
                <a:ext uri="{FF2B5EF4-FFF2-40B4-BE49-F238E27FC236}">
                  <a16:creationId xmlns:a16="http://schemas.microsoft.com/office/drawing/2014/main" id="{0629E636-953A-4D9D-9C05-2BE67A2C4669}"/>
                </a:ext>
              </a:extLst>
            </p:cNvPr>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9" name="iṣḷîḋê">
              <a:extLst>
                <a:ext uri="{FF2B5EF4-FFF2-40B4-BE49-F238E27FC236}">
                  <a16:creationId xmlns:a16="http://schemas.microsoft.com/office/drawing/2014/main" id="{43C4C55A-608E-4D9E-A9A9-89C2D4ADAFF7}"/>
                </a:ext>
              </a:extLst>
            </p:cNvPr>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0" name="íŝ1ïḍè">
              <a:extLst>
                <a:ext uri="{FF2B5EF4-FFF2-40B4-BE49-F238E27FC236}">
                  <a16:creationId xmlns:a16="http://schemas.microsoft.com/office/drawing/2014/main" id="{BD49F40E-FA46-41C6-B2FA-7A525E3D447C}"/>
                </a:ext>
              </a:extLst>
            </p:cNvPr>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1" name="íŝlîḋe">
              <a:extLst>
                <a:ext uri="{FF2B5EF4-FFF2-40B4-BE49-F238E27FC236}">
                  <a16:creationId xmlns:a16="http://schemas.microsoft.com/office/drawing/2014/main" id="{06AB73DC-2036-4420-852D-B76543D69D89}"/>
                </a:ext>
              </a:extLst>
            </p:cNvPr>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2" name="iŝḻiďê">
              <a:extLst>
                <a:ext uri="{FF2B5EF4-FFF2-40B4-BE49-F238E27FC236}">
                  <a16:creationId xmlns:a16="http://schemas.microsoft.com/office/drawing/2014/main" id="{2C351DAF-364B-46F3-AC5C-B22A43C4B993}"/>
                </a:ext>
              </a:extLst>
            </p:cNvPr>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3" name="îṥḻiḍè">
              <a:extLst>
                <a:ext uri="{FF2B5EF4-FFF2-40B4-BE49-F238E27FC236}">
                  <a16:creationId xmlns:a16="http://schemas.microsoft.com/office/drawing/2014/main" id="{D2FB2373-8E29-4DAB-B45B-3DB037D8177E}"/>
                </a:ext>
              </a:extLst>
            </p:cNvPr>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4" name="íṩḷîḋe">
              <a:extLst>
                <a:ext uri="{FF2B5EF4-FFF2-40B4-BE49-F238E27FC236}">
                  <a16:creationId xmlns:a16="http://schemas.microsoft.com/office/drawing/2014/main" id="{0466738D-F9F5-4636-A69A-E970A876B83A}"/>
                </a:ext>
              </a:extLst>
            </p:cNvPr>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5" name="iṧḻiḋè">
              <a:extLst>
                <a:ext uri="{FF2B5EF4-FFF2-40B4-BE49-F238E27FC236}">
                  <a16:creationId xmlns:a16="http://schemas.microsoft.com/office/drawing/2014/main" id="{EFF8FC8E-DEF1-418F-8064-2AC55888FA7E}"/>
                </a:ext>
              </a:extLst>
            </p:cNvPr>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6" name="î$ľíḓè">
              <a:extLst>
                <a:ext uri="{FF2B5EF4-FFF2-40B4-BE49-F238E27FC236}">
                  <a16:creationId xmlns:a16="http://schemas.microsoft.com/office/drawing/2014/main" id="{9A457747-B212-4594-A795-167490706BAA}"/>
                </a:ext>
              </a:extLst>
            </p:cNvPr>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7" name="ïsľíďe">
              <a:extLst>
                <a:ext uri="{FF2B5EF4-FFF2-40B4-BE49-F238E27FC236}">
                  <a16:creationId xmlns:a16="http://schemas.microsoft.com/office/drawing/2014/main" id="{25A95F6F-235A-4200-85CF-FACCA89F03B5}"/>
                </a:ext>
              </a:extLst>
            </p:cNvPr>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8" name="íšḷïdé">
              <a:extLst>
                <a:ext uri="{FF2B5EF4-FFF2-40B4-BE49-F238E27FC236}">
                  <a16:creationId xmlns:a16="http://schemas.microsoft.com/office/drawing/2014/main" id="{9D900C9F-1C7B-4C5B-908C-85FF808AEF0D}"/>
                </a:ext>
              </a:extLst>
            </p:cNvPr>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9" name="ïslîḍê">
              <a:extLst>
                <a:ext uri="{FF2B5EF4-FFF2-40B4-BE49-F238E27FC236}">
                  <a16:creationId xmlns:a16="http://schemas.microsoft.com/office/drawing/2014/main" id="{53113CF4-6705-4EBA-BDC6-69DD6EFA43DC}"/>
                </a:ext>
              </a:extLst>
            </p:cNvPr>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0" name="îŝľíḍè">
              <a:extLst>
                <a:ext uri="{FF2B5EF4-FFF2-40B4-BE49-F238E27FC236}">
                  <a16:creationId xmlns:a16="http://schemas.microsoft.com/office/drawing/2014/main" id="{F96CFEB4-B6F9-44B8-890F-4547D10AD034}"/>
                </a:ext>
              </a:extLst>
            </p:cNvPr>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1" name="íşľîḑé">
              <a:extLst>
                <a:ext uri="{FF2B5EF4-FFF2-40B4-BE49-F238E27FC236}">
                  <a16:creationId xmlns:a16="http://schemas.microsoft.com/office/drawing/2014/main" id="{55B173E7-E458-417E-A0AB-B4A361C1001D}"/>
                </a:ext>
              </a:extLst>
            </p:cNvPr>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2" name="íSḷîḍè">
              <a:extLst>
                <a:ext uri="{FF2B5EF4-FFF2-40B4-BE49-F238E27FC236}">
                  <a16:creationId xmlns:a16="http://schemas.microsoft.com/office/drawing/2014/main" id="{3B0664AF-7B89-4708-A4F0-C20EB4A44A92}"/>
                </a:ext>
              </a:extLst>
            </p:cNvPr>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3" name="ïşļîḍè">
              <a:extLst>
                <a:ext uri="{FF2B5EF4-FFF2-40B4-BE49-F238E27FC236}">
                  <a16:creationId xmlns:a16="http://schemas.microsoft.com/office/drawing/2014/main" id="{D4589339-A558-4886-A362-157D97DF0EA7}"/>
                </a:ext>
              </a:extLst>
            </p:cNvPr>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4" name="ísḷiḋe">
              <a:extLst>
                <a:ext uri="{FF2B5EF4-FFF2-40B4-BE49-F238E27FC236}">
                  <a16:creationId xmlns:a16="http://schemas.microsoft.com/office/drawing/2014/main" id="{79DCD140-EEE3-4CB7-9814-87A78832E813}"/>
                </a:ext>
              </a:extLst>
            </p:cNvPr>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5" name="išḷîḓe">
              <a:extLst>
                <a:ext uri="{FF2B5EF4-FFF2-40B4-BE49-F238E27FC236}">
                  <a16:creationId xmlns:a16="http://schemas.microsoft.com/office/drawing/2014/main" id="{E68F1D0C-647C-4523-92AC-9ED3F53FEA30}"/>
                </a:ext>
              </a:extLst>
            </p:cNvPr>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6" name="ïṩļidê">
              <a:extLst>
                <a:ext uri="{FF2B5EF4-FFF2-40B4-BE49-F238E27FC236}">
                  <a16:creationId xmlns:a16="http://schemas.microsoft.com/office/drawing/2014/main" id="{1DAB2F3B-8A13-4891-BB9C-A36752802002}"/>
                </a:ext>
              </a:extLst>
            </p:cNvPr>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7" name="îṧliḑe">
              <a:extLst>
                <a:ext uri="{FF2B5EF4-FFF2-40B4-BE49-F238E27FC236}">
                  <a16:creationId xmlns:a16="http://schemas.microsoft.com/office/drawing/2014/main" id="{8D06BDE6-7F8C-4A21-857D-3DF41947FB19}"/>
                </a:ext>
              </a:extLst>
            </p:cNvPr>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8" name="ïśḷïḓè">
              <a:extLst>
                <a:ext uri="{FF2B5EF4-FFF2-40B4-BE49-F238E27FC236}">
                  <a16:creationId xmlns:a16="http://schemas.microsoft.com/office/drawing/2014/main" id="{E08B1870-2B37-4D6B-8042-A05A2D9F5E33}"/>
                </a:ext>
              </a:extLst>
            </p:cNvPr>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9" name="ísliďè">
              <a:extLst>
                <a:ext uri="{FF2B5EF4-FFF2-40B4-BE49-F238E27FC236}">
                  <a16:creationId xmlns:a16="http://schemas.microsoft.com/office/drawing/2014/main" id="{804DFB3C-A680-480B-84D8-8B1044689124}"/>
                </a:ext>
              </a:extLst>
            </p:cNvPr>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0" name="ïsḷíḍé">
              <a:extLst>
                <a:ext uri="{FF2B5EF4-FFF2-40B4-BE49-F238E27FC236}">
                  <a16:creationId xmlns:a16="http://schemas.microsoft.com/office/drawing/2014/main" id="{A25A66AD-F9AC-4DCC-BF8A-4E135FA6F7A0}"/>
                </a:ext>
              </a:extLst>
            </p:cNvPr>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1" name="ïšlîḑê">
              <a:extLst>
                <a:ext uri="{FF2B5EF4-FFF2-40B4-BE49-F238E27FC236}">
                  <a16:creationId xmlns:a16="http://schemas.microsoft.com/office/drawing/2014/main" id="{4C0900C1-E83B-4316-9D05-BEC1ACBB809A}"/>
                </a:ext>
              </a:extLst>
            </p:cNvPr>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2" name="îṧḻîḓé">
              <a:extLst>
                <a:ext uri="{FF2B5EF4-FFF2-40B4-BE49-F238E27FC236}">
                  <a16:creationId xmlns:a16="http://schemas.microsoft.com/office/drawing/2014/main" id="{BB90109E-8ED9-4F97-8E49-DCB52684B9F9}"/>
                </a:ext>
              </a:extLst>
            </p:cNvPr>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3" name="iśļîḋê">
              <a:extLst>
                <a:ext uri="{FF2B5EF4-FFF2-40B4-BE49-F238E27FC236}">
                  <a16:creationId xmlns:a16="http://schemas.microsoft.com/office/drawing/2014/main" id="{740D7CB9-FC93-4061-B845-47F6F1FBA69D}"/>
                </a:ext>
              </a:extLst>
            </p:cNvPr>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cxnSp>
        <p:nvCxnSpPr>
          <p:cNvPr id="154" name="直接连接符 153">
            <a:extLst>
              <a:ext uri="{FF2B5EF4-FFF2-40B4-BE49-F238E27FC236}">
                <a16:creationId xmlns:a16="http://schemas.microsoft.com/office/drawing/2014/main" id="{E717C959-BA4A-4BD4-8405-53970458C62D}"/>
              </a:ext>
            </a:extLst>
          </p:cNvPr>
          <p:cNvCxnSpPr/>
          <p:nvPr userDrawn="1"/>
        </p:nvCxnSpPr>
        <p:spPr>
          <a:xfrm>
            <a:off x="1055688" y="1034980"/>
            <a:ext cx="10052913" cy="0"/>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sp>
        <p:nvSpPr>
          <p:cNvPr id="155" name="矩形 154">
            <a:extLst>
              <a:ext uri="{FF2B5EF4-FFF2-40B4-BE49-F238E27FC236}">
                <a16:creationId xmlns:a16="http://schemas.microsoft.com/office/drawing/2014/main" id="{D5A3BFC8-7F70-4417-8589-82F0668C6DBB}"/>
              </a:ext>
            </a:extLst>
          </p:cNvPr>
          <p:cNvSpPr/>
          <p:nvPr userDrawn="1"/>
        </p:nvSpPr>
        <p:spPr>
          <a:xfrm>
            <a:off x="1050157" y="1168724"/>
            <a:ext cx="144000" cy="360000"/>
          </a:xfrm>
          <a:prstGeom prst="rect">
            <a:avLst/>
          </a:prstGeom>
          <a:solidFill>
            <a:srgbClr val="AD5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a:extLst>
              <a:ext uri="{FF2B5EF4-FFF2-40B4-BE49-F238E27FC236}">
                <a16:creationId xmlns:a16="http://schemas.microsoft.com/office/drawing/2014/main" id="{EAD45149-F79E-40D0-8B1E-12E8A87DEB7A}"/>
              </a:ext>
            </a:extLst>
          </p:cNvPr>
          <p:cNvSpPr/>
          <p:nvPr userDrawn="1"/>
        </p:nvSpPr>
        <p:spPr>
          <a:xfrm>
            <a:off x="1246042" y="1234410"/>
            <a:ext cx="144000" cy="288000"/>
          </a:xfrm>
          <a:prstGeom prst="rect">
            <a:avLst/>
          </a:prstGeom>
          <a:solidFill>
            <a:srgbClr val="C27D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a:extLst>
              <a:ext uri="{FF2B5EF4-FFF2-40B4-BE49-F238E27FC236}">
                <a16:creationId xmlns:a16="http://schemas.microsoft.com/office/drawing/2014/main" id="{023E2A6C-C7A8-445D-A076-84E47F8BA040}"/>
              </a:ext>
            </a:extLst>
          </p:cNvPr>
          <p:cNvSpPr/>
          <p:nvPr userDrawn="1"/>
        </p:nvSpPr>
        <p:spPr>
          <a:xfrm>
            <a:off x="1441927" y="1300975"/>
            <a:ext cx="144000" cy="216000"/>
          </a:xfrm>
          <a:prstGeom prst="rect">
            <a:avLst/>
          </a:prstGeom>
          <a:solidFill>
            <a:srgbClr val="D6A8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标题 1">
            <a:extLst>
              <a:ext uri="{FF2B5EF4-FFF2-40B4-BE49-F238E27FC236}">
                <a16:creationId xmlns:a16="http://schemas.microsoft.com/office/drawing/2014/main" id="{E4A75DB1-68B7-4DBA-91F8-9F1E8BE0DFCC}"/>
              </a:ext>
            </a:extLst>
          </p:cNvPr>
          <p:cNvSpPr>
            <a:spLocks noGrp="1"/>
          </p:cNvSpPr>
          <p:nvPr>
            <p:ph type="title"/>
          </p:nvPr>
        </p:nvSpPr>
        <p:spPr>
          <a:xfrm>
            <a:off x="1605647" y="1300976"/>
            <a:ext cx="3247707" cy="227748"/>
          </a:xfrm>
        </p:spPr>
        <p:txBody>
          <a:bodyPr>
            <a:normAutofit/>
          </a:bodyPr>
          <a:lstStyle>
            <a:lvl1pPr>
              <a:defRPr sz="2000" b="1">
                <a:solidFill>
                  <a:srgbClr val="992677"/>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29987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六">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749E9D-150C-4EB2-AE63-3A15AC8D0AD2}"/>
              </a:ext>
            </a:extLst>
          </p:cNvPr>
          <p:cNvSpPr>
            <a:spLocks noGrp="1"/>
          </p:cNvSpPr>
          <p:nvPr>
            <p:ph type="dt" sz="half" idx="10"/>
          </p:nvPr>
        </p:nvSpPr>
        <p:spPr/>
        <p:txBody>
          <a:bodyPr/>
          <a:lstStyle/>
          <a:p>
            <a:fld id="{E8BE3411-E0AE-4FCC-8C86-9EE6B416C77C}" type="datetimeFigureOut">
              <a:rPr lang="zh-CN" altLang="en-US" smtClean="0"/>
              <a:t>2020.6.4</a:t>
            </a:fld>
            <a:endParaRPr lang="zh-CN" altLang="en-US"/>
          </a:p>
        </p:txBody>
      </p:sp>
      <p:sp>
        <p:nvSpPr>
          <p:cNvPr id="3" name="页脚占位符 2">
            <a:extLst>
              <a:ext uri="{FF2B5EF4-FFF2-40B4-BE49-F238E27FC236}">
                <a16:creationId xmlns:a16="http://schemas.microsoft.com/office/drawing/2014/main" id="{3DB18B3F-8B8F-434A-8E19-55D295DB9BD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85BD28B-621E-46F3-8D9E-53108C4596BD}"/>
              </a:ext>
            </a:extLst>
          </p:cNvPr>
          <p:cNvSpPr>
            <a:spLocks noGrp="1"/>
          </p:cNvSpPr>
          <p:nvPr>
            <p:ph type="sldNum" sz="quarter" idx="12"/>
          </p:nvPr>
        </p:nvSpPr>
        <p:spPr/>
        <p:txBody>
          <a:bodyPr/>
          <a:lstStyle/>
          <a:p>
            <a:fld id="{5F4E7C40-A64D-41A3-9025-CF415EBFF886}" type="slidenum">
              <a:rPr lang="zh-CN" altLang="en-US" smtClean="0"/>
              <a:t>‹#›</a:t>
            </a:fld>
            <a:endParaRPr lang="zh-CN" altLang="en-US"/>
          </a:p>
        </p:txBody>
      </p:sp>
      <p:sp>
        <p:nvSpPr>
          <p:cNvPr id="154" name="矩形: 圆角 153">
            <a:extLst>
              <a:ext uri="{FF2B5EF4-FFF2-40B4-BE49-F238E27FC236}">
                <a16:creationId xmlns:a16="http://schemas.microsoft.com/office/drawing/2014/main" id="{191B6F5D-3D2C-405E-8C43-3458453BF46E}"/>
              </a:ext>
            </a:extLst>
          </p:cNvPr>
          <p:cNvSpPr/>
          <p:nvPr userDrawn="1"/>
        </p:nvSpPr>
        <p:spPr>
          <a:xfrm>
            <a:off x="8427839" y="505917"/>
            <a:ext cx="1295062" cy="384050"/>
          </a:xfrm>
          <a:prstGeom prst="roundRect">
            <a:avLst>
              <a:gd name="adj" fmla="val 50000"/>
            </a:avLst>
          </a:prstGeom>
          <a:solidFill>
            <a:srgbClr val="992677"/>
          </a:solidFill>
          <a:ln>
            <a:noFill/>
          </a:ln>
          <a:effectLst>
            <a:outerShdw blurRad="63500" sx="102000" sy="102000" algn="ctr" rotWithShape="0">
              <a:srgbClr val="992677">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ea typeface="冬青黑体简体中文 W3"/>
              <a:cs typeface="+mn-cs"/>
            </a:endParaRPr>
          </a:p>
        </p:txBody>
      </p:sp>
      <p:sp>
        <p:nvSpPr>
          <p:cNvPr id="155" name="文本框 154">
            <a:extLst>
              <a:ext uri="{FF2B5EF4-FFF2-40B4-BE49-F238E27FC236}">
                <a16:creationId xmlns:a16="http://schemas.microsoft.com/office/drawing/2014/main" id="{46C0007E-4E14-4157-B13E-742FB8830712}"/>
              </a:ext>
            </a:extLst>
          </p:cNvPr>
          <p:cNvSpPr txBox="1"/>
          <p:nvPr userDrawn="1"/>
        </p:nvSpPr>
        <p:spPr>
          <a:xfrm>
            <a:off x="221581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章节一</a:t>
            </a:r>
          </a:p>
        </p:txBody>
      </p:sp>
      <p:sp>
        <p:nvSpPr>
          <p:cNvPr id="156" name="文本框 155">
            <a:extLst>
              <a:ext uri="{FF2B5EF4-FFF2-40B4-BE49-F238E27FC236}">
                <a16:creationId xmlns:a16="http://schemas.microsoft.com/office/drawing/2014/main" id="{87941E46-49C2-4A5D-BBDD-23DC62242C9D}"/>
              </a:ext>
            </a:extLst>
          </p:cNvPr>
          <p:cNvSpPr txBox="1"/>
          <p:nvPr userDrawn="1"/>
        </p:nvSpPr>
        <p:spPr>
          <a:xfrm>
            <a:off x="349009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章节二</a:t>
            </a:r>
          </a:p>
        </p:txBody>
      </p:sp>
      <p:sp>
        <p:nvSpPr>
          <p:cNvPr id="157" name="文本框 156">
            <a:extLst>
              <a:ext uri="{FF2B5EF4-FFF2-40B4-BE49-F238E27FC236}">
                <a16:creationId xmlns:a16="http://schemas.microsoft.com/office/drawing/2014/main" id="{7C5F17A5-DBEF-4F1E-B91A-E189D693F22F}"/>
              </a:ext>
            </a:extLst>
          </p:cNvPr>
          <p:cNvSpPr txBox="1"/>
          <p:nvPr userDrawn="1"/>
        </p:nvSpPr>
        <p:spPr>
          <a:xfrm>
            <a:off x="476438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章节三</a:t>
            </a:r>
          </a:p>
        </p:txBody>
      </p:sp>
      <p:sp>
        <p:nvSpPr>
          <p:cNvPr id="158" name="文本框 157">
            <a:extLst>
              <a:ext uri="{FF2B5EF4-FFF2-40B4-BE49-F238E27FC236}">
                <a16:creationId xmlns:a16="http://schemas.microsoft.com/office/drawing/2014/main" id="{CD884056-5105-4830-A3E2-FADBC8D7C88E}"/>
              </a:ext>
            </a:extLst>
          </p:cNvPr>
          <p:cNvSpPr txBox="1"/>
          <p:nvPr userDrawn="1"/>
        </p:nvSpPr>
        <p:spPr>
          <a:xfrm>
            <a:off x="603866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章节四</a:t>
            </a:r>
          </a:p>
        </p:txBody>
      </p:sp>
      <p:sp>
        <p:nvSpPr>
          <p:cNvPr id="159" name="文本框 158">
            <a:extLst>
              <a:ext uri="{FF2B5EF4-FFF2-40B4-BE49-F238E27FC236}">
                <a16:creationId xmlns:a16="http://schemas.microsoft.com/office/drawing/2014/main" id="{3F127EFA-1C1E-4916-B597-C1D56D5A2EBA}"/>
              </a:ext>
            </a:extLst>
          </p:cNvPr>
          <p:cNvSpPr txBox="1"/>
          <p:nvPr userDrawn="1"/>
        </p:nvSpPr>
        <p:spPr>
          <a:xfrm>
            <a:off x="731295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latin typeface="微软雅黑" panose="020B0503020204020204" pitchFamily="34" charset="-122"/>
                <a:ea typeface="微软雅黑" panose="020B0503020204020204" pitchFamily="34" charset="-122"/>
              </a:rPr>
              <a:t>章节五</a:t>
            </a:r>
          </a:p>
        </p:txBody>
      </p:sp>
      <p:sp>
        <p:nvSpPr>
          <p:cNvPr id="160" name="文本框 159">
            <a:extLst>
              <a:ext uri="{FF2B5EF4-FFF2-40B4-BE49-F238E27FC236}">
                <a16:creationId xmlns:a16="http://schemas.microsoft.com/office/drawing/2014/main" id="{BF0D918D-CA57-4EBB-B2FE-2B9CECF1160D}"/>
              </a:ext>
            </a:extLst>
          </p:cNvPr>
          <p:cNvSpPr txBox="1"/>
          <p:nvPr userDrawn="1"/>
        </p:nvSpPr>
        <p:spPr>
          <a:xfrm>
            <a:off x="8587241"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chemeClr val="bg1"/>
                </a:solidFill>
                <a:effectLst/>
                <a:uLnTx/>
                <a:uFillTx/>
                <a:latin typeface="微软雅黑" panose="020B0503020204020204" pitchFamily="34" charset="-122"/>
                <a:ea typeface="微软雅黑" panose="020B0503020204020204" pitchFamily="34" charset="-122"/>
              </a:rPr>
              <a:t>章节六</a:t>
            </a:r>
          </a:p>
        </p:txBody>
      </p:sp>
      <p:grpSp>
        <p:nvGrpSpPr>
          <p:cNvPr id="161"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4C2FBE30-998A-4A18-A0AA-9CDF1F85A6B3}"/>
              </a:ext>
            </a:extLst>
          </p:cNvPr>
          <p:cNvGrpSpPr>
            <a:grpSpLocks noChangeAspect="1"/>
          </p:cNvGrpSpPr>
          <p:nvPr userDrawn="1">
            <p:custDataLst>
              <p:tags r:id="rId1"/>
            </p:custDataLst>
          </p:nvPr>
        </p:nvGrpSpPr>
        <p:grpSpPr>
          <a:xfrm>
            <a:off x="9870454" y="552258"/>
            <a:ext cx="1265859" cy="291971"/>
            <a:chOff x="2035175" y="2493963"/>
            <a:chExt cx="8121650" cy="1873250"/>
          </a:xfrm>
        </p:grpSpPr>
        <p:sp>
          <p:nvSpPr>
            <p:cNvPr id="162" name="iṡľïḑê">
              <a:extLst>
                <a:ext uri="{FF2B5EF4-FFF2-40B4-BE49-F238E27FC236}">
                  <a16:creationId xmlns:a16="http://schemas.microsoft.com/office/drawing/2014/main" id="{2DC89721-1C1B-402A-8431-DD4A80410EF0}"/>
                </a:ext>
              </a:extLst>
            </p:cNvPr>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3" name="íṩ1iḓê">
              <a:extLst>
                <a:ext uri="{FF2B5EF4-FFF2-40B4-BE49-F238E27FC236}">
                  <a16:creationId xmlns:a16="http://schemas.microsoft.com/office/drawing/2014/main" id="{BEE06D1A-C546-4A76-9070-51C6C06AE360}"/>
                </a:ext>
              </a:extLst>
            </p:cNvPr>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4" name="î$ľîḑè">
              <a:extLst>
                <a:ext uri="{FF2B5EF4-FFF2-40B4-BE49-F238E27FC236}">
                  <a16:creationId xmlns:a16="http://schemas.microsoft.com/office/drawing/2014/main" id="{2833545F-9E55-4974-8978-6C1A2C81C650}"/>
                </a:ext>
              </a:extLst>
            </p:cNvPr>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5" name="isḷiďè">
              <a:extLst>
                <a:ext uri="{FF2B5EF4-FFF2-40B4-BE49-F238E27FC236}">
                  <a16:creationId xmlns:a16="http://schemas.microsoft.com/office/drawing/2014/main" id="{22AA994E-8B37-41A7-869D-6CB8E8476206}"/>
                </a:ext>
              </a:extLst>
            </p:cNvPr>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6" name="iśľíḋè">
              <a:extLst>
                <a:ext uri="{FF2B5EF4-FFF2-40B4-BE49-F238E27FC236}">
                  <a16:creationId xmlns:a16="http://schemas.microsoft.com/office/drawing/2014/main" id="{852C1F26-F154-4C23-ACEE-137DA4908AD3}"/>
                </a:ext>
              </a:extLst>
            </p:cNvPr>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7" name="iṩḻiḋé">
              <a:extLst>
                <a:ext uri="{FF2B5EF4-FFF2-40B4-BE49-F238E27FC236}">
                  <a16:creationId xmlns:a16="http://schemas.microsoft.com/office/drawing/2014/main" id="{4F96BCAB-E1D8-4978-9831-7CB446CBF102}"/>
                </a:ext>
              </a:extLst>
            </p:cNvPr>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8" name="îṥļïḓè">
              <a:extLst>
                <a:ext uri="{FF2B5EF4-FFF2-40B4-BE49-F238E27FC236}">
                  <a16:creationId xmlns:a16="http://schemas.microsoft.com/office/drawing/2014/main" id="{A90ABC7A-2176-4722-A1F9-2FA1E752A712}"/>
                </a:ext>
              </a:extLst>
            </p:cNvPr>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9" name="ïṥliḍè">
              <a:extLst>
                <a:ext uri="{FF2B5EF4-FFF2-40B4-BE49-F238E27FC236}">
                  <a16:creationId xmlns:a16="http://schemas.microsoft.com/office/drawing/2014/main" id="{7A29976F-8D7F-47CD-9DE7-D6CFA29DE5B5}"/>
                </a:ext>
              </a:extLst>
            </p:cNvPr>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0" name="iśḷíḓê">
              <a:extLst>
                <a:ext uri="{FF2B5EF4-FFF2-40B4-BE49-F238E27FC236}">
                  <a16:creationId xmlns:a16="http://schemas.microsoft.com/office/drawing/2014/main" id="{1090DC58-D111-4751-AF32-62B5EE0BA897}"/>
                </a:ext>
              </a:extLst>
            </p:cNvPr>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1" name="isļiḓe">
              <a:extLst>
                <a:ext uri="{FF2B5EF4-FFF2-40B4-BE49-F238E27FC236}">
                  <a16:creationId xmlns:a16="http://schemas.microsoft.com/office/drawing/2014/main" id="{4B82E248-4A79-4E03-B7CC-11391FA653F1}"/>
                </a:ext>
              </a:extLst>
            </p:cNvPr>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2" name="îs1ïdè">
              <a:extLst>
                <a:ext uri="{FF2B5EF4-FFF2-40B4-BE49-F238E27FC236}">
                  <a16:creationId xmlns:a16="http://schemas.microsoft.com/office/drawing/2014/main" id="{8B7A119A-167A-4D37-A084-063262398B3A}"/>
                </a:ext>
              </a:extLst>
            </p:cNvPr>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3" name="iṡḻïďe">
              <a:extLst>
                <a:ext uri="{FF2B5EF4-FFF2-40B4-BE49-F238E27FC236}">
                  <a16:creationId xmlns:a16="http://schemas.microsoft.com/office/drawing/2014/main" id="{5374C2A1-054A-49E7-B51A-A7281900590F}"/>
                </a:ext>
              </a:extLst>
            </p:cNvPr>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4" name="ï$ľídè">
              <a:extLst>
                <a:ext uri="{FF2B5EF4-FFF2-40B4-BE49-F238E27FC236}">
                  <a16:creationId xmlns:a16="http://schemas.microsoft.com/office/drawing/2014/main" id="{3C55D06B-61A5-4700-AF39-D8F86BDC30B9}"/>
                </a:ext>
              </a:extLst>
            </p:cNvPr>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5" name="isḻïḋê">
              <a:extLst>
                <a:ext uri="{FF2B5EF4-FFF2-40B4-BE49-F238E27FC236}">
                  <a16:creationId xmlns:a16="http://schemas.microsoft.com/office/drawing/2014/main" id="{B602D904-9C6B-479A-B9D4-2FC7D37FB751}"/>
                </a:ext>
              </a:extLst>
            </p:cNvPr>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6" name="îṧḷïde">
              <a:extLst>
                <a:ext uri="{FF2B5EF4-FFF2-40B4-BE49-F238E27FC236}">
                  <a16:creationId xmlns:a16="http://schemas.microsoft.com/office/drawing/2014/main" id="{D022EE0C-16A3-4EEF-9441-792EADEAB177}"/>
                </a:ext>
              </a:extLst>
            </p:cNvPr>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7" name="iṣḷíḍé">
              <a:extLst>
                <a:ext uri="{FF2B5EF4-FFF2-40B4-BE49-F238E27FC236}">
                  <a16:creationId xmlns:a16="http://schemas.microsoft.com/office/drawing/2014/main" id="{863D37D3-41F0-403E-9345-D9CD6505F38C}"/>
                </a:ext>
              </a:extLst>
            </p:cNvPr>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8" name="isľïde">
              <a:extLst>
                <a:ext uri="{FF2B5EF4-FFF2-40B4-BE49-F238E27FC236}">
                  <a16:creationId xmlns:a16="http://schemas.microsoft.com/office/drawing/2014/main" id="{555EF779-BA1A-4F26-AC4E-CAC2A7F49096}"/>
                </a:ext>
              </a:extLst>
            </p:cNvPr>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9" name="îślîḍé">
              <a:extLst>
                <a:ext uri="{FF2B5EF4-FFF2-40B4-BE49-F238E27FC236}">
                  <a16:creationId xmlns:a16="http://schemas.microsoft.com/office/drawing/2014/main" id="{7EAAB071-CC33-4049-8B25-541D6F3F0059}"/>
                </a:ext>
              </a:extLst>
            </p:cNvPr>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0" name="îŝḻiďé">
              <a:extLst>
                <a:ext uri="{FF2B5EF4-FFF2-40B4-BE49-F238E27FC236}">
                  <a16:creationId xmlns:a16="http://schemas.microsoft.com/office/drawing/2014/main" id="{DAD6CE64-2AD8-428F-9FF5-170B42DF8754}"/>
                </a:ext>
              </a:extLst>
            </p:cNvPr>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1" name="íṣḻiḋè">
              <a:extLst>
                <a:ext uri="{FF2B5EF4-FFF2-40B4-BE49-F238E27FC236}">
                  <a16:creationId xmlns:a16="http://schemas.microsoft.com/office/drawing/2014/main" id="{0EC1D2A0-C235-4848-9B83-FFEBF0ED9595}"/>
                </a:ext>
              </a:extLst>
            </p:cNvPr>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2" name="îSlîḓè">
              <a:extLst>
                <a:ext uri="{FF2B5EF4-FFF2-40B4-BE49-F238E27FC236}">
                  <a16:creationId xmlns:a16="http://schemas.microsoft.com/office/drawing/2014/main" id="{AB772237-4547-4B41-A457-BD8AF53164A6}"/>
                </a:ext>
              </a:extLst>
            </p:cNvPr>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3" name="iṩḷïdê">
              <a:extLst>
                <a:ext uri="{FF2B5EF4-FFF2-40B4-BE49-F238E27FC236}">
                  <a16:creationId xmlns:a16="http://schemas.microsoft.com/office/drawing/2014/main" id="{7C0DA18F-F637-478A-AFB2-3EA3BA7340CB}"/>
                </a:ext>
              </a:extLst>
            </p:cNvPr>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4" name="ïś1ïḍê">
              <a:extLst>
                <a:ext uri="{FF2B5EF4-FFF2-40B4-BE49-F238E27FC236}">
                  <a16:creationId xmlns:a16="http://schemas.microsoft.com/office/drawing/2014/main" id="{D5B08AEF-35E5-470A-8C4A-3D9F00FF35D6}"/>
                </a:ext>
              </a:extLst>
            </p:cNvPr>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5" name="îşliḍè">
              <a:extLst>
                <a:ext uri="{FF2B5EF4-FFF2-40B4-BE49-F238E27FC236}">
                  <a16:creationId xmlns:a16="http://schemas.microsoft.com/office/drawing/2014/main" id="{6A7979BF-6662-4D20-9E93-B97F3F072A34}"/>
                </a:ext>
              </a:extLst>
            </p:cNvPr>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6" name="išḷidê">
              <a:extLst>
                <a:ext uri="{FF2B5EF4-FFF2-40B4-BE49-F238E27FC236}">
                  <a16:creationId xmlns:a16="http://schemas.microsoft.com/office/drawing/2014/main" id="{3458538C-C64F-4947-B08D-76AB70C8427F}"/>
                </a:ext>
              </a:extLst>
            </p:cNvPr>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7" name="îSḻiḍe">
              <a:extLst>
                <a:ext uri="{FF2B5EF4-FFF2-40B4-BE49-F238E27FC236}">
                  <a16:creationId xmlns:a16="http://schemas.microsoft.com/office/drawing/2014/main" id="{8A9F413B-4237-4E57-841D-582846875697}"/>
                </a:ext>
              </a:extLst>
            </p:cNvPr>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8" name="ïṧļïḍe">
              <a:extLst>
                <a:ext uri="{FF2B5EF4-FFF2-40B4-BE49-F238E27FC236}">
                  <a16:creationId xmlns:a16="http://schemas.microsoft.com/office/drawing/2014/main" id="{4864246E-CC22-4E47-9589-46B7380AAE48}"/>
                </a:ext>
              </a:extLst>
            </p:cNvPr>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9" name="îŝļïḋé">
              <a:extLst>
                <a:ext uri="{FF2B5EF4-FFF2-40B4-BE49-F238E27FC236}">
                  <a16:creationId xmlns:a16="http://schemas.microsoft.com/office/drawing/2014/main" id="{37DBD7F2-81B3-432E-9FC3-7BFC842C17D1}"/>
                </a:ext>
              </a:extLst>
            </p:cNvPr>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0" name="îṡlïḍe">
              <a:extLst>
                <a:ext uri="{FF2B5EF4-FFF2-40B4-BE49-F238E27FC236}">
                  <a16:creationId xmlns:a16="http://schemas.microsoft.com/office/drawing/2014/main" id="{A5A5C44A-0A71-4434-9B74-35562EC5B36B}"/>
                </a:ext>
              </a:extLst>
            </p:cNvPr>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1" name="ïśļïḑê">
              <a:extLst>
                <a:ext uri="{FF2B5EF4-FFF2-40B4-BE49-F238E27FC236}">
                  <a16:creationId xmlns:a16="http://schemas.microsoft.com/office/drawing/2014/main" id="{DA5BBFB9-CAC5-480F-8B20-6AB9CDBA700C}"/>
                </a:ext>
              </a:extLst>
            </p:cNvPr>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2" name="îSľïde">
              <a:extLst>
                <a:ext uri="{FF2B5EF4-FFF2-40B4-BE49-F238E27FC236}">
                  <a16:creationId xmlns:a16="http://schemas.microsoft.com/office/drawing/2014/main" id="{84ED60BC-8AF3-4C87-99C5-3289CD8673CF}"/>
                </a:ext>
              </a:extLst>
            </p:cNvPr>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3" name="iṧḻïdé">
              <a:extLst>
                <a:ext uri="{FF2B5EF4-FFF2-40B4-BE49-F238E27FC236}">
                  <a16:creationId xmlns:a16="http://schemas.microsoft.com/office/drawing/2014/main" id="{D94D5700-22E0-4E59-AB07-AA7F9670274F}"/>
                </a:ext>
              </a:extLst>
            </p:cNvPr>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4" name="íŝļíḑé">
              <a:extLst>
                <a:ext uri="{FF2B5EF4-FFF2-40B4-BE49-F238E27FC236}">
                  <a16:creationId xmlns:a16="http://schemas.microsoft.com/office/drawing/2014/main" id="{C655987E-2058-4557-8B4E-DE9ADF575EDD}"/>
                </a:ext>
              </a:extLst>
            </p:cNvPr>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5" name="ï$ļiḑé">
              <a:extLst>
                <a:ext uri="{FF2B5EF4-FFF2-40B4-BE49-F238E27FC236}">
                  <a16:creationId xmlns:a16="http://schemas.microsoft.com/office/drawing/2014/main" id="{BAFC6662-96AC-43F5-91A4-0ACA48D4CF22}"/>
                </a:ext>
              </a:extLst>
            </p:cNvPr>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6" name="îṧļïde">
              <a:extLst>
                <a:ext uri="{FF2B5EF4-FFF2-40B4-BE49-F238E27FC236}">
                  <a16:creationId xmlns:a16="http://schemas.microsoft.com/office/drawing/2014/main" id="{545024FB-7B62-4645-905F-971127F4EF27}"/>
                </a:ext>
              </a:extLst>
            </p:cNvPr>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7" name="íşlîḍè">
              <a:extLst>
                <a:ext uri="{FF2B5EF4-FFF2-40B4-BE49-F238E27FC236}">
                  <a16:creationId xmlns:a16="http://schemas.microsoft.com/office/drawing/2014/main" id="{4A968F4D-09B5-4949-914B-7D89E0070571}"/>
                </a:ext>
              </a:extLst>
            </p:cNvPr>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8" name="îŝļîďé">
              <a:extLst>
                <a:ext uri="{FF2B5EF4-FFF2-40B4-BE49-F238E27FC236}">
                  <a16:creationId xmlns:a16="http://schemas.microsoft.com/office/drawing/2014/main" id="{CD8E20CE-D301-4602-B173-46388135D0C3}"/>
                </a:ext>
              </a:extLst>
            </p:cNvPr>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9" name="îŝlîḑê">
              <a:extLst>
                <a:ext uri="{FF2B5EF4-FFF2-40B4-BE49-F238E27FC236}">
                  <a16:creationId xmlns:a16="http://schemas.microsoft.com/office/drawing/2014/main" id="{D04C0D5B-049A-40B9-A9C8-68DA40B96974}"/>
                </a:ext>
              </a:extLst>
            </p:cNvPr>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0" name="îṣḷïdè">
              <a:extLst>
                <a:ext uri="{FF2B5EF4-FFF2-40B4-BE49-F238E27FC236}">
                  <a16:creationId xmlns:a16="http://schemas.microsoft.com/office/drawing/2014/main" id="{C6AFE17F-56A2-45F3-82AC-CB12EC702992}"/>
                </a:ext>
              </a:extLst>
            </p:cNvPr>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1" name="íśļîḍè">
              <a:extLst>
                <a:ext uri="{FF2B5EF4-FFF2-40B4-BE49-F238E27FC236}">
                  <a16:creationId xmlns:a16="http://schemas.microsoft.com/office/drawing/2014/main" id="{9ECA1EA2-8A9B-4136-8DF1-AE803C39FA0A}"/>
                </a:ext>
              </a:extLst>
            </p:cNvPr>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2" name="íśļïḍe">
              <a:extLst>
                <a:ext uri="{FF2B5EF4-FFF2-40B4-BE49-F238E27FC236}">
                  <a16:creationId xmlns:a16="http://schemas.microsoft.com/office/drawing/2014/main" id="{8F9B614B-E858-4840-89C3-EA25B254A5F2}"/>
                </a:ext>
              </a:extLst>
            </p:cNvPr>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3" name="íŝliḓê">
              <a:extLst>
                <a:ext uri="{FF2B5EF4-FFF2-40B4-BE49-F238E27FC236}">
                  <a16:creationId xmlns:a16="http://schemas.microsoft.com/office/drawing/2014/main" id="{9C3AE5F1-A727-4F7E-9715-66902F2B8E9E}"/>
                </a:ext>
              </a:extLst>
            </p:cNvPr>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4" name="iślïḓê">
              <a:extLst>
                <a:ext uri="{FF2B5EF4-FFF2-40B4-BE49-F238E27FC236}">
                  <a16:creationId xmlns:a16="http://schemas.microsoft.com/office/drawing/2014/main" id="{83CBD1C6-58FD-42A0-8B27-A1F1BE5067AB}"/>
                </a:ext>
              </a:extLst>
            </p:cNvPr>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5" name="íSlïdè">
              <a:extLst>
                <a:ext uri="{FF2B5EF4-FFF2-40B4-BE49-F238E27FC236}">
                  <a16:creationId xmlns:a16="http://schemas.microsoft.com/office/drawing/2014/main" id="{89385A48-855F-4D5B-BB55-CA41A500659B}"/>
                </a:ext>
              </a:extLst>
            </p:cNvPr>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6" name="iṣḻïḍe">
              <a:extLst>
                <a:ext uri="{FF2B5EF4-FFF2-40B4-BE49-F238E27FC236}">
                  <a16:creationId xmlns:a16="http://schemas.microsoft.com/office/drawing/2014/main" id="{9DC2D28B-9981-4BC5-A6A5-C18CFE658F7A}"/>
                </a:ext>
              </a:extLst>
            </p:cNvPr>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7" name="ïşľidé">
              <a:extLst>
                <a:ext uri="{FF2B5EF4-FFF2-40B4-BE49-F238E27FC236}">
                  <a16:creationId xmlns:a16="http://schemas.microsoft.com/office/drawing/2014/main" id="{E2EC2403-9B24-468B-89B8-047F4DCA8794}"/>
                </a:ext>
              </a:extLst>
            </p:cNvPr>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8" name="ïṣliḋê">
              <a:extLst>
                <a:ext uri="{FF2B5EF4-FFF2-40B4-BE49-F238E27FC236}">
                  <a16:creationId xmlns:a16="http://schemas.microsoft.com/office/drawing/2014/main" id="{FCF7CB04-6FDC-451F-B5BB-3C0B988FF431}"/>
                </a:ext>
              </a:extLst>
            </p:cNvPr>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9" name="îṩḻiḓê">
              <a:extLst>
                <a:ext uri="{FF2B5EF4-FFF2-40B4-BE49-F238E27FC236}">
                  <a16:creationId xmlns:a16="http://schemas.microsoft.com/office/drawing/2014/main" id="{923DA7AF-D071-44A6-ABCD-EFE8C37B6387}"/>
                </a:ext>
              </a:extLst>
            </p:cNvPr>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0" name="iśļîḋè">
              <a:extLst>
                <a:ext uri="{FF2B5EF4-FFF2-40B4-BE49-F238E27FC236}">
                  <a16:creationId xmlns:a16="http://schemas.microsoft.com/office/drawing/2014/main" id="{BCA41182-655E-42D7-B53B-5D079FEDFE8E}"/>
                </a:ext>
              </a:extLst>
            </p:cNvPr>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1" name="iṣliḓê">
              <a:extLst>
                <a:ext uri="{FF2B5EF4-FFF2-40B4-BE49-F238E27FC236}">
                  <a16:creationId xmlns:a16="http://schemas.microsoft.com/office/drawing/2014/main" id="{663CF47E-FC47-453C-BB41-62D5936E2464}"/>
                </a:ext>
              </a:extLst>
            </p:cNvPr>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2" name="íṡľiḍê">
              <a:extLst>
                <a:ext uri="{FF2B5EF4-FFF2-40B4-BE49-F238E27FC236}">
                  <a16:creationId xmlns:a16="http://schemas.microsoft.com/office/drawing/2014/main" id="{A04648D6-0708-4D70-909F-9324C799A66D}"/>
                </a:ext>
              </a:extLst>
            </p:cNvPr>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3" name="íšlîde">
              <a:extLst>
                <a:ext uri="{FF2B5EF4-FFF2-40B4-BE49-F238E27FC236}">
                  <a16:creationId xmlns:a16="http://schemas.microsoft.com/office/drawing/2014/main" id="{93A55B8B-385F-4AAA-B7C5-A544BCAAEF00}"/>
                </a:ext>
              </a:extLst>
            </p:cNvPr>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4" name="îṡḷíḋé">
              <a:extLst>
                <a:ext uri="{FF2B5EF4-FFF2-40B4-BE49-F238E27FC236}">
                  <a16:creationId xmlns:a16="http://schemas.microsoft.com/office/drawing/2014/main" id="{2A0C5434-058B-4D22-8496-64A52D400110}"/>
                </a:ext>
              </a:extLst>
            </p:cNvPr>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5" name="îsḻiḓe">
              <a:extLst>
                <a:ext uri="{FF2B5EF4-FFF2-40B4-BE49-F238E27FC236}">
                  <a16:creationId xmlns:a16="http://schemas.microsoft.com/office/drawing/2014/main" id="{04325C4A-61BC-4BE2-8EF0-52E6DBA7CFF2}"/>
                </a:ext>
              </a:extLst>
            </p:cNvPr>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6" name="î$ļïdè">
              <a:extLst>
                <a:ext uri="{FF2B5EF4-FFF2-40B4-BE49-F238E27FC236}">
                  <a16:creationId xmlns:a16="http://schemas.microsoft.com/office/drawing/2014/main" id="{1B27BDDB-BB3F-4A61-B29C-40F207BF80BB}"/>
                </a:ext>
              </a:extLst>
            </p:cNvPr>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7" name="îṧḷíḓê">
              <a:extLst>
                <a:ext uri="{FF2B5EF4-FFF2-40B4-BE49-F238E27FC236}">
                  <a16:creationId xmlns:a16="http://schemas.microsoft.com/office/drawing/2014/main" id="{302E8B4B-5FE6-47C8-A07C-D1281C5A5121}"/>
                </a:ext>
              </a:extLst>
            </p:cNvPr>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8" name="íṩ1iḑê">
              <a:extLst>
                <a:ext uri="{FF2B5EF4-FFF2-40B4-BE49-F238E27FC236}">
                  <a16:creationId xmlns:a16="http://schemas.microsoft.com/office/drawing/2014/main" id="{55A7BD87-1FCA-437C-9A28-DD2D6FCCC989}"/>
                </a:ext>
              </a:extLst>
            </p:cNvPr>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9" name="îṥlîdê">
              <a:extLst>
                <a:ext uri="{FF2B5EF4-FFF2-40B4-BE49-F238E27FC236}">
                  <a16:creationId xmlns:a16="http://schemas.microsoft.com/office/drawing/2014/main" id="{D164B764-AB86-4671-A7A0-5DCF3D128937}"/>
                </a:ext>
              </a:extLst>
            </p:cNvPr>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0" name="îṧľîḑé">
              <a:extLst>
                <a:ext uri="{FF2B5EF4-FFF2-40B4-BE49-F238E27FC236}">
                  <a16:creationId xmlns:a16="http://schemas.microsoft.com/office/drawing/2014/main" id="{9A263728-C48E-47B6-A44C-76001FC541C5}"/>
                </a:ext>
              </a:extLst>
            </p:cNvPr>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1" name="ï$ļíḑe">
              <a:extLst>
                <a:ext uri="{FF2B5EF4-FFF2-40B4-BE49-F238E27FC236}">
                  <a16:creationId xmlns:a16="http://schemas.microsoft.com/office/drawing/2014/main" id="{CAED14A7-FFCC-495D-B0C9-4E5AC01329DD}"/>
                </a:ext>
              </a:extLst>
            </p:cNvPr>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2" name="iṩḷïde">
              <a:extLst>
                <a:ext uri="{FF2B5EF4-FFF2-40B4-BE49-F238E27FC236}">
                  <a16:creationId xmlns:a16="http://schemas.microsoft.com/office/drawing/2014/main" id="{1ECB68E5-164A-49AA-9E08-7CA0008C16BB}"/>
                </a:ext>
              </a:extLst>
            </p:cNvPr>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3" name="í$ḷïďê">
              <a:extLst>
                <a:ext uri="{FF2B5EF4-FFF2-40B4-BE49-F238E27FC236}">
                  <a16:creationId xmlns:a16="http://schemas.microsoft.com/office/drawing/2014/main" id="{20270C1F-3E41-489F-A7CB-A5690155AC49}"/>
                </a:ext>
              </a:extLst>
            </p:cNvPr>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4" name="îśľïḑe">
              <a:extLst>
                <a:ext uri="{FF2B5EF4-FFF2-40B4-BE49-F238E27FC236}">
                  <a16:creationId xmlns:a16="http://schemas.microsoft.com/office/drawing/2014/main" id="{6422FBD3-82AE-4677-8D83-B6653025A577}"/>
                </a:ext>
              </a:extLst>
            </p:cNvPr>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5" name="ïSlîḍè">
              <a:extLst>
                <a:ext uri="{FF2B5EF4-FFF2-40B4-BE49-F238E27FC236}">
                  <a16:creationId xmlns:a16="http://schemas.microsoft.com/office/drawing/2014/main" id="{465E79C1-8B6E-4E86-A187-CD7E1C1E3021}"/>
                </a:ext>
              </a:extLst>
            </p:cNvPr>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6" name="işliḍé">
              <a:extLst>
                <a:ext uri="{FF2B5EF4-FFF2-40B4-BE49-F238E27FC236}">
                  <a16:creationId xmlns:a16="http://schemas.microsoft.com/office/drawing/2014/main" id="{4C5124CC-C0E4-454F-99CE-883ECD728850}"/>
                </a:ext>
              </a:extLst>
            </p:cNvPr>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7" name="ísḻïde">
              <a:extLst>
                <a:ext uri="{FF2B5EF4-FFF2-40B4-BE49-F238E27FC236}">
                  <a16:creationId xmlns:a16="http://schemas.microsoft.com/office/drawing/2014/main" id="{2106EAED-5ED2-4324-A5F7-4DB4881F3F44}"/>
                </a:ext>
              </a:extLst>
            </p:cNvPr>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8" name="iŝļiḋê">
              <a:extLst>
                <a:ext uri="{FF2B5EF4-FFF2-40B4-BE49-F238E27FC236}">
                  <a16:creationId xmlns:a16="http://schemas.microsoft.com/office/drawing/2014/main" id="{69C03DD5-35D0-4115-9827-B86EBBD60952}"/>
                </a:ext>
              </a:extLst>
            </p:cNvPr>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9" name="iṧḷîdè">
              <a:extLst>
                <a:ext uri="{FF2B5EF4-FFF2-40B4-BE49-F238E27FC236}">
                  <a16:creationId xmlns:a16="http://schemas.microsoft.com/office/drawing/2014/main" id="{6565A411-ECB3-4A24-BC86-F2A25A736E5F}"/>
                </a:ext>
              </a:extLst>
            </p:cNvPr>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0" name="isļíḍè">
              <a:extLst>
                <a:ext uri="{FF2B5EF4-FFF2-40B4-BE49-F238E27FC236}">
                  <a16:creationId xmlns:a16="http://schemas.microsoft.com/office/drawing/2014/main" id="{14850589-8D05-43A4-8A5B-C2F0166ED95C}"/>
                </a:ext>
              </a:extLst>
            </p:cNvPr>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1" name="ïṡ1íḓe">
              <a:extLst>
                <a:ext uri="{FF2B5EF4-FFF2-40B4-BE49-F238E27FC236}">
                  <a16:creationId xmlns:a16="http://schemas.microsoft.com/office/drawing/2014/main" id="{48B248DC-ADEB-4622-8FB3-47DA5E453E23}"/>
                </a:ext>
              </a:extLst>
            </p:cNvPr>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2" name="isḷiḑê">
              <a:extLst>
                <a:ext uri="{FF2B5EF4-FFF2-40B4-BE49-F238E27FC236}">
                  <a16:creationId xmlns:a16="http://schemas.microsoft.com/office/drawing/2014/main" id="{7BB9FCA5-7D65-4BB2-827C-6F3EB8B664C9}"/>
                </a:ext>
              </a:extLst>
            </p:cNvPr>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3" name="ïṥlíḓê">
              <a:extLst>
                <a:ext uri="{FF2B5EF4-FFF2-40B4-BE49-F238E27FC236}">
                  <a16:creationId xmlns:a16="http://schemas.microsoft.com/office/drawing/2014/main" id="{5527C32D-BFAA-4CC5-A2C0-9DFC1EC27CB7}"/>
                </a:ext>
              </a:extLst>
            </p:cNvPr>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4" name="îṧḷíḍé">
              <a:extLst>
                <a:ext uri="{FF2B5EF4-FFF2-40B4-BE49-F238E27FC236}">
                  <a16:creationId xmlns:a16="http://schemas.microsoft.com/office/drawing/2014/main" id="{290057EF-3FCD-499E-A607-B6ED1F225D6C}"/>
                </a:ext>
              </a:extLst>
            </p:cNvPr>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5" name="îṩḻïďè">
              <a:extLst>
                <a:ext uri="{FF2B5EF4-FFF2-40B4-BE49-F238E27FC236}">
                  <a16:creationId xmlns:a16="http://schemas.microsoft.com/office/drawing/2014/main" id="{97E9281D-80EB-4FA2-8404-693BB9DF85C8}"/>
                </a:ext>
              </a:extLst>
            </p:cNvPr>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6" name="ïşļídé">
              <a:extLst>
                <a:ext uri="{FF2B5EF4-FFF2-40B4-BE49-F238E27FC236}">
                  <a16:creationId xmlns:a16="http://schemas.microsoft.com/office/drawing/2014/main" id="{4A472FED-79A4-4B19-9717-0CE8642CC81D}"/>
                </a:ext>
              </a:extLst>
            </p:cNvPr>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7" name="iṧḻíďe">
              <a:extLst>
                <a:ext uri="{FF2B5EF4-FFF2-40B4-BE49-F238E27FC236}">
                  <a16:creationId xmlns:a16="http://schemas.microsoft.com/office/drawing/2014/main" id="{E30A9CF1-4159-4A45-845E-AA59BB415A1A}"/>
                </a:ext>
              </a:extLst>
            </p:cNvPr>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8" name="ïSlïḓé">
              <a:extLst>
                <a:ext uri="{FF2B5EF4-FFF2-40B4-BE49-F238E27FC236}">
                  <a16:creationId xmlns:a16="http://schemas.microsoft.com/office/drawing/2014/main" id="{E440926A-BAD8-4F8E-9798-E4C84D4BD34A}"/>
                </a:ext>
              </a:extLst>
            </p:cNvPr>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9" name="išľîḑé">
              <a:extLst>
                <a:ext uri="{FF2B5EF4-FFF2-40B4-BE49-F238E27FC236}">
                  <a16:creationId xmlns:a16="http://schemas.microsoft.com/office/drawing/2014/main" id="{47DB5A76-7B58-4FCD-82C7-33C08492B987}"/>
                </a:ext>
              </a:extLst>
            </p:cNvPr>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0" name="îṥḻîďè">
              <a:extLst>
                <a:ext uri="{FF2B5EF4-FFF2-40B4-BE49-F238E27FC236}">
                  <a16:creationId xmlns:a16="http://schemas.microsoft.com/office/drawing/2014/main" id="{DCB21371-770D-4C25-B182-73AAF282CF01}"/>
                </a:ext>
              </a:extLst>
            </p:cNvPr>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1" name="i$líḋé">
              <a:extLst>
                <a:ext uri="{FF2B5EF4-FFF2-40B4-BE49-F238E27FC236}">
                  <a16:creationId xmlns:a16="http://schemas.microsoft.com/office/drawing/2014/main" id="{1FF45E00-5399-47D7-BFFE-3619ADAE3773}"/>
                </a:ext>
              </a:extLst>
            </p:cNvPr>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2" name="iṡľîḋê">
              <a:extLst>
                <a:ext uri="{FF2B5EF4-FFF2-40B4-BE49-F238E27FC236}">
                  <a16:creationId xmlns:a16="http://schemas.microsoft.com/office/drawing/2014/main" id="{F172FDDF-B897-425E-B093-6B2517CF5300}"/>
                </a:ext>
              </a:extLst>
            </p:cNvPr>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3" name="ïśḷîḍè">
              <a:extLst>
                <a:ext uri="{FF2B5EF4-FFF2-40B4-BE49-F238E27FC236}">
                  <a16:creationId xmlns:a16="http://schemas.microsoft.com/office/drawing/2014/main" id="{A8080F88-C112-48E8-BA96-DE1B43A20BC9}"/>
                </a:ext>
              </a:extLst>
            </p:cNvPr>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4" name="íṣļíḓe">
              <a:extLst>
                <a:ext uri="{FF2B5EF4-FFF2-40B4-BE49-F238E27FC236}">
                  <a16:creationId xmlns:a16="http://schemas.microsoft.com/office/drawing/2014/main" id="{9F80353A-5E07-4A06-8ADC-DA59383DEFBC}"/>
                </a:ext>
              </a:extLst>
            </p:cNvPr>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5" name="ïslïḓé">
              <a:extLst>
                <a:ext uri="{FF2B5EF4-FFF2-40B4-BE49-F238E27FC236}">
                  <a16:creationId xmlns:a16="http://schemas.microsoft.com/office/drawing/2014/main" id="{07BD4BA9-0A74-4158-9F10-33C20A7B9404}"/>
                </a:ext>
              </a:extLst>
            </p:cNvPr>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6" name="ïṣḻîḋé">
              <a:extLst>
                <a:ext uri="{FF2B5EF4-FFF2-40B4-BE49-F238E27FC236}">
                  <a16:creationId xmlns:a16="http://schemas.microsoft.com/office/drawing/2014/main" id="{A9A4C0C7-0EAD-4C9E-B0A4-357680EDCFF7}"/>
                </a:ext>
              </a:extLst>
            </p:cNvPr>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7" name="ïṥḷîḓè">
              <a:extLst>
                <a:ext uri="{FF2B5EF4-FFF2-40B4-BE49-F238E27FC236}">
                  <a16:creationId xmlns:a16="http://schemas.microsoft.com/office/drawing/2014/main" id="{FC4203D9-0663-4AE9-BDDA-4CCB3F920A2B}"/>
                </a:ext>
              </a:extLst>
            </p:cNvPr>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8" name="iṥḷíďè">
              <a:extLst>
                <a:ext uri="{FF2B5EF4-FFF2-40B4-BE49-F238E27FC236}">
                  <a16:creationId xmlns:a16="http://schemas.microsoft.com/office/drawing/2014/main" id="{61B05E9A-F06F-4D23-BD16-4F172998A42F}"/>
                </a:ext>
              </a:extLst>
            </p:cNvPr>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9" name="ïş1ídè">
              <a:extLst>
                <a:ext uri="{FF2B5EF4-FFF2-40B4-BE49-F238E27FC236}">
                  <a16:creationId xmlns:a16="http://schemas.microsoft.com/office/drawing/2014/main" id="{1A5841BD-2B92-4D19-9713-BED65B5036C3}"/>
                </a:ext>
              </a:extLst>
            </p:cNvPr>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0" name="îŝļiḑe">
              <a:extLst>
                <a:ext uri="{FF2B5EF4-FFF2-40B4-BE49-F238E27FC236}">
                  <a16:creationId xmlns:a16="http://schemas.microsoft.com/office/drawing/2014/main" id="{D732C8B3-5728-4EBF-8281-C4D4C7AD3362}"/>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1" name="í$ļïḓé">
              <a:extLst>
                <a:ext uri="{FF2B5EF4-FFF2-40B4-BE49-F238E27FC236}">
                  <a16:creationId xmlns:a16="http://schemas.microsoft.com/office/drawing/2014/main" id="{29AAEA5B-0C97-4CCA-8EA2-F0C64F80B0C3}"/>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2" name="i$1iďê">
              <a:extLst>
                <a:ext uri="{FF2B5EF4-FFF2-40B4-BE49-F238E27FC236}">
                  <a16:creationId xmlns:a16="http://schemas.microsoft.com/office/drawing/2014/main" id="{782E2DE1-A4D8-4CAE-B53B-8194D7DA71C2}"/>
                </a:ext>
              </a:extLst>
            </p:cNvPr>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3" name="îšḷiḍe">
              <a:extLst>
                <a:ext uri="{FF2B5EF4-FFF2-40B4-BE49-F238E27FC236}">
                  <a16:creationId xmlns:a16="http://schemas.microsoft.com/office/drawing/2014/main" id="{C636E96E-A2D1-422A-938E-4131C2EA7C9C}"/>
                </a:ext>
              </a:extLst>
            </p:cNvPr>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4" name="íṥlïdê">
              <a:extLst>
                <a:ext uri="{FF2B5EF4-FFF2-40B4-BE49-F238E27FC236}">
                  <a16:creationId xmlns:a16="http://schemas.microsoft.com/office/drawing/2014/main" id="{F0AE1D8F-E403-426A-8B92-03C83588C954}"/>
                </a:ext>
              </a:extLst>
            </p:cNvPr>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5" name="íśľîďé">
              <a:extLst>
                <a:ext uri="{FF2B5EF4-FFF2-40B4-BE49-F238E27FC236}">
                  <a16:creationId xmlns:a16="http://schemas.microsoft.com/office/drawing/2014/main" id="{D797D509-69B8-4005-AC7D-14A3F8813FF3}"/>
                </a:ext>
              </a:extLst>
            </p:cNvPr>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6" name="iŝḻîdé">
              <a:extLst>
                <a:ext uri="{FF2B5EF4-FFF2-40B4-BE49-F238E27FC236}">
                  <a16:creationId xmlns:a16="http://schemas.microsoft.com/office/drawing/2014/main" id="{EC695328-9022-4555-98A3-C40E3BD82D1E}"/>
                </a:ext>
              </a:extLst>
            </p:cNvPr>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7" name="ïsḷiḍé">
              <a:extLst>
                <a:ext uri="{FF2B5EF4-FFF2-40B4-BE49-F238E27FC236}">
                  <a16:creationId xmlns:a16="http://schemas.microsoft.com/office/drawing/2014/main" id="{9395D3BB-5268-48B9-91F1-2BDDB67B8052}"/>
                </a:ext>
              </a:extLst>
            </p:cNvPr>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8" name="íṧ1iďè">
              <a:extLst>
                <a:ext uri="{FF2B5EF4-FFF2-40B4-BE49-F238E27FC236}">
                  <a16:creationId xmlns:a16="http://schemas.microsoft.com/office/drawing/2014/main" id="{12307B14-E626-4C11-9669-3D61F611B39A}"/>
                </a:ext>
              </a:extLst>
            </p:cNvPr>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9" name="îṩľíḓe">
              <a:extLst>
                <a:ext uri="{FF2B5EF4-FFF2-40B4-BE49-F238E27FC236}">
                  <a16:creationId xmlns:a16="http://schemas.microsoft.com/office/drawing/2014/main" id="{F18435BA-7347-4A70-8299-1AEF8CB5B197}"/>
                </a:ext>
              </a:extLst>
            </p:cNvPr>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0" name="ïṡ1ïḑé">
              <a:extLst>
                <a:ext uri="{FF2B5EF4-FFF2-40B4-BE49-F238E27FC236}">
                  <a16:creationId xmlns:a16="http://schemas.microsoft.com/office/drawing/2014/main" id="{3F503F4C-B339-4554-AACC-FB08CBEBE151}"/>
                </a:ext>
              </a:extLst>
            </p:cNvPr>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1" name="iṡlíďe">
              <a:extLst>
                <a:ext uri="{FF2B5EF4-FFF2-40B4-BE49-F238E27FC236}">
                  <a16:creationId xmlns:a16="http://schemas.microsoft.com/office/drawing/2014/main" id="{E0E184EC-14D0-412C-ADD4-4108A8CE58BA}"/>
                </a:ext>
              </a:extLst>
            </p:cNvPr>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2" name="ïšḷiḍè">
              <a:extLst>
                <a:ext uri="{FF2B5EF4-FFF2-40B4-BE49-F238E27FC236}">
                  <a16:creationId xmlns:a16="http://schemas.microsoft.com/office/drawing/2014/main" id="{7DB3E435-8366-4CE4-A4AB-3B64FAB8BC89}"/>
                </a:ext>
              </a:extLst>
            </p:cNvPr>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3" name="í$1îḓè">
              <a:extLst>
                <a:ext uri="{FF2B5EF4-FFF2-40B4-BE49-F238E27FC236}">
                  <a16:creationId xmlns:a16="http://schemas.microsoft.com/office/drawing/2014/main" id="{04432BE3-E84F-4AE9-93F9-3B7C42503618}"/>
                </a:ext>
              </a:extLst>
            </p:cNvPr>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4" name="î$ľidé">
              <a:extLst>
                <a:ext uri="{FF2B5EF4-FFF2-40B4-BE49-F238E27FC236}">
                  <a16:creationId xmlns:a16="http://schemas.microsoft.com/office/drawing/2014/main" id="{166B43D8-37F0-4BA6-A62D-D94540E09CD4}"/>
                </a:ext>
              </a:extLst>
            </p:cNvPr>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5" name="išḻïďê">
              <a:extLst>
                <a:ext uri="{FF2B5EF4-FFF2-40B4-BE49-F238E27FC236}">
                  <a16:creationId xmlns:a16="http://schemas.microsoft.com/office/drawing/2014/main" id="{20BEB805-81F3-497E-8A96-4F0873DCD812}"/>
                </a:ext>
              </a:extLst>
            </p:cNvPr>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6" name="îSļíďê">
              <a:extLst>
                <a:ext uri="{FF2B5EF4-FFF2-40B4-BE49-F238E27FC236}">
                  <a16:creationId xmlns:a16="http://schemas.microsoft.com/office/drawing/2014/main" id="{93B8414F-A452-484B-B9F1-BE61B09C9463}"/>
                </a:ext>
              </a:extLst>
            </p:cNvPr>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7" name="íṧḻiḋe">
              <a:extLst>
                <a:ext uri="{FF2B5EF4-FFF2-40B4-BE49-F238E27FC236}">
                  <a16:creationId xmlns:a16="http://schemas.microsoft.com/office/drawing/2014/main" id="{C1416C11-E2F0-4C32-B9A5-04B8EAF84613}"/>
                </a:ext>
              </a:extLst>
            </p:cNvPr>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8" name="îṡ1iďé">
              <a:extLst>
                <a:ext uri="{FF2B5EF4-FFF2-40B4-BE49-F238E27FC236}">
                  <a16:creationId xmlns:a16="http://schemas.microsoft.com/office/drawing/2014/main" id="{C7717D63-8739-4900-9007-60A157BFC58F}"/>
                </a:ext>
              </a:extLst>
            </p:cNvPr>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9" name="ï$ḷïdè">
              <a:extLst>
                <a:ext uri="{FF2B5EF4-FFF2-40B4-BE49-F238E27FC236}">
                  <a16:creationId xmlns:a16="http://schemas.microsoft.com/office/drawing/2014/main" id="{2FE98A13-B1BB-4210-ACD1-BC8469E86B9B}"/>
                </a:ext>
              </a:extLst>
            </p:cNvPr>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0" name="işlîḋê">
              <a:extLst>
                <a:ext uri="{FF2B5EF4-FFF2-40B4-BE49-F238E27FC236}">
                  <a16:creationId xmlns:a16="http://schemas.microsoft.com/office/drawing/2014/main" id="{FD1C2962-4B5F-4B54-820B-5A63E0338A5B}"/>
                </a:ext>
              </a:extLst>
            </p:cNvPr>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1" name="işḻïḑè">
              <a:extLst>
                <a:ext uri="{FF2B5EF4-FFF2-40B4-BE49-F238E27FC236}">
                  <a16:creationId xmlns:a16="http://schemas.microsoft.com/office/drawing/2014/main" id="{84902A00-547E-4A6E-8420-403AE224065E}"/>
                </a:ext>
              </a:extLst>
            </p:cNvPr>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2" name="ïslidê">
              <a:extLst>
                <a:ext uri="{FF2B5EF4-FFF2-40B4-BE49-F238E27FC236}">
                  <a16:creationId xmlns:a16="http://schemas.microsoft.com/office/drawing/2014/main" id="{970B8DC2-E84C-4F62-A762-58B1EDC0176E}"/>
                </a:ext>
              </a:extLst>
            </p:cNvPr>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3" name="íṣḻíḑê">
              <a:extLst>
                <a:ext uri="{FF2B5EF4-FFF2-40B4-BE49-F238E27FC236}">
                  <a16:creationId xmlns:a16="http://schemas.microsoft.com/office/drawing/2014/main" id="{C9C415F7-4E4E-439B-9285-B8DC587825BA}"/>
                </a:ext>
              </a:extLst>
            </p:cNvPr>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4" name="ísḻídé">
              <a:extLst>
                <a:ext uri="{FF2B5EF4-FFF2-40B4-BE49-F238E27FC236}">
                  <a16:creationId xmlns:a16="http://schemas.microsoft.com/office/drawing/2014/main" id="{724B29AF-2534-45B7-86A4-0D1468E27838}"/>
                </a:ext>
              </a:extLst>
            </p:cNvPr>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5" name="iṧḻide">
              <a:extLst>
                <a:ext uri="{FF2B5EF4-FFF2-40B4-BE49-F238E27FC236}">
                  <a16:creationId xmlns:a16="http://schemas.microsoft.com/office/drawing/2014/main" id="{AD0B43D5-0237-44B2-9BA2-2F8078A2BF33}"/>
                </a:ext>
              </a:extLst>
            </p:cNvPr>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6" name="îṧļïďe">
              <a:extLst>
                <a:ext uri="{FF2B5EF4-FFF2-40B4-BE49-F238E27FC236}">
                  <a16:creationId xmlns:a16="http://schemas.microsoft.com/office/drawing/2014/main" id="{0683A238-148A-45A1-AA00-1D983C07D175}"/>
                </a:ext>
              </a:extLst>
            </p:cNvPr>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7" name="iṣḷîḋê">
              <a:extLst>
                <a:ext uri="{FF2B5EF4-FFF2-40B4-BE49-F238E27FC236}">
                  <a16:creationId xmlns:a16="http://schemas.microsoft.com/office/drawing/2014/main" id="{C327C429-7F94-492C-AB45-534AF5930873}"/>
                </a:ext>
              </a:extLst>
            </p:cNvPr>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8" name="íŝ1ïḍè">
              <a:extLst>
                <a:ext uri="{FF2B5EF4-FFF2-40B4-BE49-F238E27FC236}">
                  <a16:creationId xmlns:a16="http://schemas.microsoft.com/office/drawing/2014/main" id="{7AD9451F-E1EF-429A-942D-F14C40EF9083}"/>
                </a:ext>
              </a:extLst>
            </p:cNvPr>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9" name="íŝlîḋe">
              <a:extLst>
                <a:ext uri="{FF2B5EF4-FFF2-40B4-BE49-F238E27FC236}">
                  <a16:creationId xmlns:a16="http://schemas.microsoft.com/office/drawing/2014/main" id="{71C57C81-84A5-46D0-9187-49DD1E545008}"/>
                </a:ext>
              </a:extLst>
            </p:cNvPr>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0" name="iŝḻiďê">
              <a:extLst>
                <a:ext uri="{FF2B5EF4-FFF2-40B4-BE49-F238E27FC236}">
                  <a16:creationId xmlns:a16="http://schemas.microsoft.com/office/drawing/2014/main" id="{CAF40B69-AF72-4796-A628-8979DEE52A9A}"/>
                </a:ext>
              </a:extLst>
            </p:cNvPr>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1" name="îṥḻiḍè">
              <a:extLst>
                <a:ext uri="{FF2B5EF4-FFF2-40B4-BE49-F238E27FC236}">
                  <a16:creationId xmlns:a16="http://schemas.microsoft.com/office/drawing/2014/main" id="{E1555378-7A27-4924-9829-4C0E32DF6C63}"/>
                </a:ext>
              </a:extLst>
            </p:cNvPr>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2" name="íṩḷîḋe">
              <a:extLst>
                <a:ext uri="{FF2B5EF4-FFF2-40B4-BE49-F238E27FC236}">
                  <a16:creationId xmlns:a16="http://schemas.microsoft.com/office/drawing/2014/main" id="{98234473-44A2-4E5F-BB92-4ED0D91AF85B}"/>
                </a:ext>
              </a:extLst>
            </p:cNvPr>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3" name="iṧḻiḋè">
              <a:extLst>
                <a:ext uri="{FF2B5EF4-FFF2-40B4-BE49-F238E27FC236}">
                  <a16:creationId xmlns:a16="http://schemas.microsoft.com/office/drawing/2014/main" id="{19EFF190-D6DE-48B1-AE18-A09E226C9609}"/>
                </a:ext>
              </a:extLst>
            </p:cNvPr>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4" name="î$ľíḓè">
              <a:extLst>
                <a:ext uri="{FF2B5EF4-FFF2-40B4-BE49-F238E27FC236}">
                  <a16:creationId xmlns:a16="http://schemas.microsoft.com/office/drawing/2014/main" id="{4902182C-4245-4A7F-854B-D62651A31016}"/>
                </a:ext>
              </a:extLst>
            </p:cNvPr>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5" name="ïsľíďe">
              <a:extLst>
                <a:ext uri="{FF2B5EF4-FFF2-40B4-BE49-F238E27FC236}">
                  <a16:creationId xmlns:a16="http://schemas.microsoft.com/office/drawing/2014/main" id="{B7CEECE9-469B-44B4-994A-02FA01E197FB}"/>
                </a:ext>
              </a:extLst>
            </p:cNvPr>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6" name="íšḷïdé">
              <a:extLst>
                <a:ext uri="{FF2B5EF4-FFF2-40B4-BE49-F238E27FC236}">
                  <a16:creationId xmlns:a16="http://schemas.microsoft.com/office/drawing/2014/main" id="{2AD01040-08F8-4B99-A39A-1D184B157D91}"/>
                </a:ext>
              </a:extLst>
            </p:cNvPr>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7" name="ïslîḍê">
              <a:extLst>
                <a:ext uri="{FF2B5EF4-FFF2-40B4-BE49-F238E27FC236}">
                  <a16:creationId xmlns:a16="http://schemas.microsoft.com/office/drawing/2014/main" id="{29D175F5-9E4C-4A9F-8C74-F111BA9FBD1C}"/>
                </a:ext>
              </a:extLst>
            </p:cNvPr>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8" name="îŝľíḍè">
              <a:extLst>
                <a:ext uri="{FF2B5EF4-FFF2-40B4-BE49-F238E27FC236}">
                  <a16:creationId xmlns:a16="http://schemas.microsoft.com/office/drawing/2014/main" id="{9BED9E7F-581E-43FD-9B84-B8D0715236C7}"/>
                </a:ext>
              </a:extLst>
            </p:cNvPr>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9" name="íşľîḑé">
              <a:extLst>
                <a:ext uri="{FF2B5EF4-FFF2-40B4-BE49-F238E27FC236}">
                  <a16:creationId xmlns:a16="http://schemas.microsoft.com/office/drawing/2014/main" id="{57444AA6-512A-403A-9160-413FB14A6413}"/>
                </a:ext>
              </a:extLst>
            </p:cNvPr>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0" name="íSḷîḍè">
              <a:extLst>
                <a:ext uri="{FF2B5EF4-FFF2-40B4-BE49-F238E27FC236}">
                  <a16:creationId xmlns:a16="http://schemas.microsoft.com/office/drawing/2014/main" id="{61201FED-C012-49D2-ACE8-FD6C09CF2C3D}"/>
                </a:ext>
              </a:extLst>
            </p:cNvPr>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1" name="ïşļîḍè">
              <a:extLst>
                <a:ext uri="{FF2B5EF4-FFF2-40B4-BE49-F238E27FC236}">
                  <a16:creationId xmlns:a16="http://schemas.microsoft.com/office/drawing/2014/main" id="{59851876-3413-452B-9EC5-63446893E621}"/>
                </a:ext>
              </a:extLst>
            </p:cNvPr>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2" name="ísḷiḋe">
              <a:extLst>
                <a:ext uri="{FF2B5EF4-FFF2-40B4-BE49-F238E27FC236}">
                  <a16:creationId xmlns:a16="http://schemas.microsoft.com/office/drawing/2014/main" id="{01624B68-858F-4356-994E-35D80AF27A80}"/>
                </a:ext>
              </a:extLst>
            </p:cNvPr>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3" name="išḷîḓe">
              <a:extLst>
                <a:ext uri="{FF2B5EF4-FFF2-40B4-BE49-F238E27FC236}">
                  <a16:creationId xmlns:a16="http://schemas.microsoft.com/office/drawing/2014/main" id="{8C7DABCC-D095-4B80-8DAC-180C053D5509}"/>
                </a:ext>
              </a:extLst>
            </p:cNvPr>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4" name="ïṩļidê">
              <a:extLst>
                <a:ext uri="{FF2B5EF4-FFF2-40B4-BE49-F238E27FC236}">
                  <a16:creationId xmlns:a16="http://schemas.microsoft.com/office/drawing/2014/main" id="{8002BD41-7025-48D0-9ECA-FC8A3595FD8F}"/>
                </a:ext>
              </a:extLst>
            </p:cNvPr>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5" name="îṧliḑe">
              <a:extLst>
                <a:ext uri="{FF2B5EF4-FFF2-40B4-BE49-F238E27FC236}">
                  <a16:creationId xmlns:a16="http://schemas.microsoft.com/office/drawing/2014/main" id="{F49D1810-2375-40F2-96FE-C3C96DA43928}"/>
                </a:ext>
              </a:extLst>
            </p:cNvPr>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6" name="ïśḷïḓè">
              <a:extLst>
                <a:ext uri="{FF2B5EF4-FFF2-40B4-BE49-F238E27FC236}">
                  <a16:creationId xmlns:a16="http://schemas.microsoft.com/office/drawing/2014/main" id="{91119FC1-DE7C-47C9-BD02-A509D5F04EF4}"/>
                </a:ext>
              </a:extLst>
            </p:cNvPr>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7" name="ísliďè">
              <a:extLst>
                <a:ext uri="{FF2B5EF4-FFF2-40B4-BE49-F238E27FC236}">
                  <a16:creationId xmlns:a16="http://schemas.microsoft.com/office/drawing/2014/main" id="{E38AB295-F1B4-46F3-8CF3-CBAD4D42F422}"/>
                </a:ext>
              </a:extLst>
            </p:cNvPr>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8" name="ïsḷíḍé">
              <a:extLst>
                <a:ext uri="{FF2B5EF4-FFF2-40B4-BE49-F238E27FC236}">
                  <a16:creationId xmlns:a16="http://schemas.microsoft.com/office/drawing/2014/main" id="{0016FC54-6AD1-4099-B11D-9A89A9D7D251}"/>
                </a:ext>
              </a:extLst>
            </p:cNvPr>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9" name="ïšlîḑê">
              <a:extLst>
                <a:ext uri="{FF2B5EF4-FFF2-40B4-BE49-F238E27FC236}">
                  <a16:creationId xmlns:a16="http://schemas.microsoft.com/office/drawing/2014/main" id="{50E198EA-03A3-41B0-B084-0F1E7F361139}"/>
                </a:ext>
              </a:extLst>
            </p:cNvPr>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0" name="îṧḻîḓé">
              <a:extLst>
                <a:ext uri="{FF2B5EF4-FFF2-40B4-BE49-F238E27FC236}">
                  <a16:creationId xmlns:a16="http://schemas.microsoft.com/office/drawing/2014/main" id="{4D4129D0-1F52-4ED9-873D-33FFB01AD48B}"/>
                </a:ext>
              </a:extLst>
            </p:cNvPr>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1" name="iśļîḋê">
              <a:extLst>
                <a:ext uri="{FF2B5EF4-FFF2-40B4-BE49-F238E27FC236}">
                  <a16:creationId xmlns:a16="http://schemas.microsoft.com/office/drawing/2014/main" id="{A2B56C9C-A516-4CEA-B3BC-221EAA0C3881}"/>
                </a:ext>
              </a:extLst>
            </p:cNvPr>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cxnSp>
        <p:nvCxnSpPr>
          <p:cNvPr id="302" name="直接连接符 301">
            <a:extLst>
              <a:ext uri="{FF2B5EF4-FFF2-40B4-BE49-F238E27FC236}">
                <a16:creationId xmlns:a16="http://schemas.microsoft.com/office/drawing/2014/main" id="{62A33B71-3A04-4C82-A8D9-D72BB0462144}"/>
              </a:ext>
            </a:extLst>
          </p:cNvPr>
          <p:cNvCxnSpPr/>
          <p:nvPr userDrawn="1"/>
        </p:nvCxnSpPr>
        <p:spPr>
          <a:xfrm>
            <a:off x="1055688" y="1034980"/>
            <a:ext cx="10052913" cy="0"/>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sp>
        <p:nvSpPr>
          <p:cNvPr id="303" name="矩形 302">
            <a:extLst>
              <a:ext uri="{FF2B5EF4-FFF2-40B4-BE49-F238E27FC236}">
                <a16:creationId xmlns:a16="http://schemas.microsoft.com/office/drawing/2014/main" id="{5037A76B-E3E4-49D9-BDBE-4EBD82F1E6BD}"/>
              </a:ext>
            </a:extLst>
          </p:cNvPr>
          <p:cNvSpPr/>
          <p:nvPr userDrawn="1"/>
        </p:nvSpPr>
        <p:spPr>
          <a:xfrm>
            <a:off x="1050157" y="1168724"/>
            <a:ext cx="144000" cy="360000"/>
          </a:xfrm>
          <a:prstGeom prst="rect">
            <a:avLst/>
          </a:prstGeom>
          <a:solidFill>
            <a:srgbClr val="AD5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矩形 303">
            <a:extLst>
              <a:ext uri="{FF2B5EF4-FFF2-40B4-BE49-F238E27FC236}">
                <a16:creationId xmlns:a16="http://schemas.microsoft.com/office/drawing/2014/main" id="{5797C075-F024-44F8-85AB-589975C2712D}"/>
              </a:ext>
            </a:extLst>
          </p:cNvPr>
          <p:cNvSpPr/>
          <p:nvPr userDrawn="1"/>
        </p:nvSpPr>
        <p:spPr>
          <a:xfrm>
            <a:off x="1246042" y="1234410"/>
            <a:ext cx="144000" cy="288000"/>
          </a:xfrm>
          <a:prstGeom prst="rect">
            <a:avLst/>
          </a:prstGeom>
          <a:solidFill>
            <a:srgbClr val="C27D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5" name="矩形 304">
            <a:extLst>
              <a:ext uri="{FF2B5EF4-FFF2-40B4-BE49-F238E27FC236}">
                <a16:creationId xmlns:a16="http://schemas.microsoft.com/office/drawing/2014/main" id="{6296CCFD-2A41-4DF5-AF4D-F0C03989CB55}"/>
              </a:ext>
            </a:extLst>
          </p:cNvPr>
          <p:cNvSpPr/>
          <p:nvPr userDrawn="1"/>
        </p:nvSpPr>
        <p:spPr>
          <a:xfrm>
            <a:off x="1441927" y="1300975"/>
            <a:ext cx="144000" cy="216000"/>
          </a:xfrm>
          <a:prstGeom prst="rect">
            <a:avLst/>
          </a:prstGeom>
          <a:solidFill>
            <a:srgbClr val="D6A8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6" name="标题 1">
            <a:extLst>
              <a:ext uri="{FF2B5EF4-FFF2-40B4-BE49-F238E27FC236}">
                <a16:creationId xmlns:a16="http://schemas.microsoft.com/office/drawing/2014/main" id="{937927B7-3469-47C6-BEC3-7B06CAFDB231}"/>
              </a:ext>
            </a:extLst>
          </p:cNvPr>
          <p:cNvSpPr>
            <a:spLocks noGrp="1"/>
          </p:cNvSpPr>
          <p:nvPr>
            <p:ph type="title"/>
          </p:nvPr>
        </p:nvSpPr>
        <p:spPr>
          <a:xfrm>
            <a:off x="1605647" y="1300976"/>
            <a:ext cx="3247707" cy="227748"/>
          </a:xfrm>
        </p:spPr>
        <p:txBody>
          <a:bodyPr>
            <a:normAutofit/>
          </a:bodyPr>
          <a:lstStyle>
            <a:lvl1pPr>
              <a:defRPr sz="2000" b="1">
                <a:solidFill>
                  <a:srgbClr val="992677"/>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2926962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A3D2CC-5FDD-45C5-8BCF-2DB8386CF41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20920AA-F104-4397-AAFD-F83B6932FD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B38374D-746D-495F-B32B-C12C2A1815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1B4E15F-4BC1-47DB-8DC2-7970B09252C9}"/>
              </a:ext>
            </a:extLst>
          </p:cNvPr>
          <p:cNvSpPr>
            <a:spLocks noGrp="1"/>
          </p:cNvSpPr>
          <p:nvPr>
            <p:ph type="dt" sz="half" idx="10"/>
          </p:nvPr>
        </p:nvSpPr>
        <p:spPr/>
        <p:txBody>
          <a:bodyPr/>
          <a:lstStyle/>
          <a:p>
            <a:fld id="{E8BE3411-E0AE-4FCC-8C86-9EE6B416C77C}" type="datetimeFigureOut">
              <a:rPr lang="zh-CN" altLang="en-US" smtClean="0"/>
              <a:t>2020.6.4</a:t>
            </a:fld>
            <a:endParaRPr lang="zh-CN" altLang="en-US"/>
          </a:p>
        </p:txBody>
      </p:sp>
      <p:sp>
        <p:nvSpPr>
          <p:cNvPr id="6" name="页脚占位符 5">
            <a:extLst>
              <a:ext uri="{FF2B5EF4-FFF2-40B4-BE49-F238E27FC236}">
                <a16:creationId xmlns:a16="http://schemas.microsoft.com/office/drawing/2014/main" id="{E597D669-DE05-4FDD-B341-AF0A9EAC64F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2473BC9-E8D4-413A-B1A3-0937BE469AC8}"/>
              </a:ext>
            </a:extLst>
          </p:cNvPr>
          <p:cNvSpPr>
            <a:spLocks noGrp="1"/>
          </p:cNvSpPr>
          <p:nvPr>
            <p:ph type="sldNum" sz="quarter" idx="12"/>
          </p:nvPr>
        </p:nvSpPr>
        <p:spPr/>
        <p:txBody>
          <a:bodyPr/>
          <a:lstStyle/>
          <a:p>
            <a:fld id="{5F4E7C40-A64D-41A3-9025-CF415EBFF886}" type="slidenum">
              <a:rPr lang="zh-CN" altLang="en-US" smtClean="0"/>
              <a:t>‹#›</a:t>
            </a:fld>
            <a:endParaRPr lang="zh-CN" altLang="en-US"/>
          </a:p>
        </p:txBody>
      </p:sp>
    </p:spTree>
    <p:extLst>
      <p:ext uri="{BB962C8B-B14F-4D97-AF65-F5344CB8AC3E}">
        <p14:creationId xmlns:p14="http://schemas.microsoft.com/office/powerpoint/2010/main" val="1458560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F0C66C-A28A-484B-9533-F6B0B19C77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DA04249-DDDE-44B9-A94A-E71E1861B4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C6F9C8F-84CD-4DA8-9692-1FB6DF0827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B4C3AF9-AE84-409A-9290-C52C92900958}"/>
              </a:ext>
            </a:extLst>
          </p:cNvPr>
          <p:cNvSpPr>
            <a:spLocks noGrp="1"/>
          </p:cNvSpPr>
          <p:nvPr>
            <p:ph type="dt" sz="half" idx="10"/>
          </p:nvPr>
        </p:nvSpPr>
        <p:spPr/>
        <p:txBody>
          <a:bodyPr/>
          <a:lstStyle/>
          <a:p>
            <a:fld id="{E8BE3411-E0AE-4FCC-8C86-9EE6B416C77C}" type="datetimeFigureOut">
              <a:rPr lang="zh-CN" altLang="en-US" smtClean="0"/>
              <a:t>2020.6.4</a:t>
            </a:fld>
            <a:endParaRPr lang="zh-CN" altLang="en-US"/>
          </a:p>
        </p:txBody>
      </p:sp>
      <p:sp>
        <p:nvSpPr>
          <p:cNvPr id="6" name="页脚占位符 5">
            <a:extLst>
              <a:ext uri="{FF2B5EF4-FFF2-40B4-BE49-F238E27FC236}">
                <a16:creationId xmlns:a16="http://schemas.microsoft.com/office/drawing/2014/main" id="{D0CCA014-5392-4210-93C7-FB71E1A2109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60E37E2-F009-42E7-A599-9918B8F3213B}"/>
              </a:ext>
            </a:extLst>
          </p:cNvPr>
          <p:cNvSpPr>
            <a:spLocks noGrp="1"/>
          </p:cNvSpPr>
          <p:nvPr>
            <p:ph type="sldNum" sz="quarter" idx="12"/>
          </p:nvPr>
        </p:nvSpPr>
        <p:spPr/>
        <p:txBody>
          <a:bodyPr/>
          <a:lstStyle/>
          <a:p>
            <a:fld id="{5F4E7C40-A64D-41A3-9025-CF415EBFF886}" type="slidenum">
              <a:rPr lang="zh-CN" altLang="en-US" smtClean="0"/>
              <a:t>‹#›</a:t>
            </a:fld>
            <a:endParaRPr lang="zh-CN" altLang="en-US"/>
          </a:p>
        </p:txBody>
      </p:sp>
    </p:spTree>
    <p:extLst>
      <p:ext uri="{BB962C8B-B14F-4D97-AF65-F5344CB8AC3E}">
        <p14:creationId xmlns:p14="http://schemas.microsoft.com/office/powerpoint/2010/main" val="1356264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7890A0-70DA-4317-8391-8A2D63026AC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BE54E0B-EF6A-4E34-913F-D99710E9A29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3477332-547C-44E8-9255-EF938B8D2ACB}"/>
              </a:ext>
            </a:extLst>
          </p:cNvPr>
          <p:cNvSpPr>
            <a:spLocks noGrp="1"/>
          </p:cNvSpPr>
          <p:nvPr>
            <p:ph type="dt" sz="half" idx="10"/>
          </p:nvPr>
        </p:nvSpPr>
        <p:spPr/>
        <p:txBody>
          <a:bodyPr/>
          <a:lstStyle/>
          <a:p>
            <a:fld id="{E8BE3411-E0AE-4FCC-8C86-9EE6B416C77C}" type="datetimeFigureOut">
              <a:rPr lang="zh-CN" altLang="en-US" smtClean="0"/>
              <a:t>2020.6.4</a:t>
            </a:fld>
            <a:endParaRPr lang="zh-CN" altLang="en-US"/>
          </a:p>
        </p:txBody>
      </p:sp>
      <p:sp>
        <p:nvSpPr>
          <p:cNvPr id="5" name="页脚占位符 4">
            <a:extLst>
              <a:ext uri="{FF2B5EF4-FFF2-40B4-BE49-F238E27FC236}">
                <a16:creationId xmlns:a16="http://schemas.microsoft.com/office/drawing/2014/main" id="{86E5D4DA-BA8D-4C7B-B071-6F77852526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95224D-AD02-4BEC-93FE-DB86010CC406}"/>
              </a:ext>
            </a:extLst>
          </p:cNvPr>
          <p:cNvSpPr>
            <a:spLocks noGrp="1"/>
          </p:cNvSpPr>
          <p:nvPr>
            <p:ph type="sldNum" sz="quarter" idx="12"/>
          </p:nvPr>
        </p:nvSpPr>
        <p:spPr/>
        <p:txBody>
          <a:bodyPr/>
          <a:lstStyle/>
          <a:p>
            <a:fld id="{5F4E7C40-A64D-41A3-9025-CF415EBFF886}" type="slidenum">
              <a:rPr lang="zh-CN" altLang="en-US" smtClean="0"/>
              <a:t>‹#›</a:t>
            </a:fld>
            <a:endParaRPr lang="zh-CN" altLang="en-US"/>
          </a:p>
        </p:txBody>
      </p:sp>
    </p:spTree>
    <p:extLst>
      <p:ext uri="{BB962C8B-B14F-4D97-AF65-F5344CB8AC3E}">
        <p14:creationId xmlns:p14="http://schemas.microsoft.com/office/powerpoint/2010/main" val="1052592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67503DC-1400-4A89-A1AB-E9280D73A20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449008D-6D7D-4D84-AFE9-C0743B71EF1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DAC1069-6C96-4F84-BDA4-5489368B01B9}"/>
              </a:ext>
            </a:extLst>
          </p:cNvPr>
          <p:cNvSpPr>
            <a:spLocks noGrp="1"/>
          </p:cNvSpPr>
          <p:nvPr>
            <p:ph type="dt" sz="half" idx="10"/>
          </p:nvPr>
        </p:nvSpPr>
        <p:spPr/>
        <p:txBody>
          <a:bodyPr/>
          <a:lstStyle/>
          <a:p>
            <a:fld id="{E8BE3411-E0AE-4FCC-8C86-9EE6B416C77C}" type="datetimeFigureOut">
              <a:rPr lang="zh-CN" altLang="en-US" smtClean="0"/>
              <a:t>2020.6.4</a:t>
            </a:fld>
            <a:endParaRPr lang="zh-CN" altLang="en-US"/>
          </a:p>
        </p:txBody>
      </p:sp>
      <p:sp>
        <p:nvSpPr>
          <p:cNvPr id="5" name="页脚占位符 4">
            <a:extLst>
              <a:ext uri="{FF2B5EF4-FFF2-40B4-BE49-F238E27FC236}">
                <a16:creationId xmlns:a16="http://schemas.microsoft.com/office/drawing/2014/main" id="{0CABC609-6216-4A2A-B0B5-852738C8629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E1C756-17D6-409D-A2D1-CFB3169AD3E7}"/>
              </a:ext>
            </a:extLst>
          </p:cNvPr>
          <p:cNvSpPr>
            <a:spLocks noGrp="1"/>
          </p:cNvSpPr>
          <p:nvPr>
            <p:ph type="sldNum" sz="quarter" idx="12"/>
          </p:nvPr>
        </p:nvSpPr>
        <p:spPr/>
        <p:txBody>
          <a:bodyPr/>
          <a:lstStyle/>
          <a:p>
            <a:fld id="{5F4E7C40-A64D-41A3-9025-CF415EBFF886}" type="slidenum">
              <a:rPr lang="zh-CN" altLang="en-US" smtClean="0"/>
              <a:t>‹#›</a:t>
            </a:fld>
            <a:endParaRPr lang="zh-CN" altLang="en-US"/>
          </a:p>
        </p:txBody>
      </p:sp>
    </p:spTree>
    <p:extLst>
      <p:ext uri="{BB962C8B-B14F-4D97-AF65-F5344CB8AC3E}">
        <p14:creationId xmlns:p14="http://schemas.microsoft.com/office/powerpoint/2010/main" val="21238507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A677578-EE5C-4EF4-B0AD-2C9F9C6AC6B2}"/>
              </a:ext>
            </a:extLst>
          </p:cNvPr>
          <p:cNvPicPr>
            <a:picLocks noChangeAspect="1"/>
          </p:cNvPicPr>
          <p:nvPr userDrawn="1"/>
        </p:nvPicPr>
        <p:blipFill rotWithShape="1">
          <a:blip r:embed="rId2">
            <a:duotone>
              <a:schemeClr val="bg2">
                <a:shade val="45000"/>
                <a:satMod val="135000"/>
              </a:schemeClr>
              <a:prstClr val="white"/>
            </a:duotone>
          </a:blip>
          <a:srcRect r="27993"/>
          <a:stretch/>
        </p:blipFill>
        <p:spPr>
          <a:xfrm>
            <a:off x="1" y="-5557"/>
            <a:ext cx="12192000" cy="6863557"/>
          </a:xfrm>
          <a:prstGeom prst="rect">
            <a:avLst/>
          </a:prstGeom>
        </p:spPr>
      </p:pic>
      <p:sp>
        <p:nvSpPr>
          <p:cNvPr id="4" name="矩形 3">
            <a:extLst>
              <a:ext uri="{FF2B5EF4-FFF2-40B4-BE49-F238E27FC236}">
                <a16:creationId xmlns:a16="http://schemas.microsoft.com/office/drawing/2014/main" id="{8216A5A6-7707-4E8A-942A-139653FAB1BC}"/>
              </a:ext>
            </a:extLst>
          </p:cNvPr>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F740F69A-19BB-4AA3-A265-5AB4D0D430F4}"/>
              </a:ext>
            </a:extLst>
          </p:cNvPr>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2BDA7112-A044-49CE-B9CA-A72126AA67B4}"/>
              </a:ext>
            </a:extLst>
          </p:cNvPr>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1444A070-E8CF-4E44-B7E5-DA7C47A7E6A7}"/>
              </a:ext>
            </a:extLst>
          </p:cNvPr>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本</a:t>
            </a:r>
            <a:r>
              <a:rPr kumimoji="0" lang="en-US" altLang="zh-CN" sz="18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模板正参与</a:t>
            </a:r>
            <a:endParaRPr kumimoji="0" 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8" name="矩形 7">
            <a:extLst>
              <a:ext uri="{FF2B5EF4-FFF2-40B4-BE49-F238E27FC236}">
                <a16:creationId xmlns:a16="http://schemas.microsoft.com/office/drawing/2014/main" id="{E5858290-D261-4C60-BB99-630C19F3840C}"/>
              </a:ext>
            </a:extLst>
          </p:cNvPr>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0E5177"/>
              </a:solidFill>
              <a:effectLst/>
              <a:uLnTx/>
              <a:uFillTx/>
              <a:latin typeface="Segoe UI"/>
              <a:ea typeface="微软雅黑"/>
              <a:cs typeface="+mn-cs"/>
            </a:endParaRPr>
          </a:p>
        </p:txBody>
      </p:sp>
      <p:sp>
        <p:nvSpPr>
          <p:cNvPr id="9" name="文本框 8">
            <a:extLst>
              <a:ext uri="{FF2B5EF4-FFF2-40B4-BE49-F238E27FC236}">
                <a16:creationId xmlns:a16="http://schemas.microsoft.com/office/drawing/2014/main" id="{87DC30B4-F006-4610-BE34-27B2068262E4}"/>
              </a:ext>
            </a:extLst>
          </p:cNvPr>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 </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模板设计大赛 </a:t>
            </a:r>
            <a:endParaRPr kumimoji="0" lang="en-US" sz="16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 name="文本框 10">
            <a:extLst>
              <a:ext uri="{FF2B5EF4-FFF2-40B4-BE49-F238E27FC236}">
                <a16:creationId xmlns:a16="http://schemas.microsoft.com/office/drawing/2014/main" id="{6DC88D0E-6AEB-4B0D-AE77-4A1F31C8C366}"/>
              </a:ext>
            </a:extLst>
          </p:cNvPr>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a:ea typeface="微软雅黑"/>
              <a:cs typeface="+mn-cs"/>
            </a:endParaRPr>
          </a:p>
        </p:txBody>
      </p:sp>
      <p:pic>
        <p:nvPicPr>
          <p:cNvPr id="12" name="图片 11">
            <a:extLst>
              <a:ext uri="{FF2B5EF4-FFF2-40B4-BE49-F238E27FC236}">
                <a16:creationId xmlns:a16="http://schemas.microsoft.com/office/drawing/2014/main" id="{D791EC9B-5DBA-40F6-9696-4F391A93BCEF}"/>
              </a:ext>
            </a:extLst>
          </p:cNvPr>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a:extLst>
              <a:ext uri="{FF2B5EF4-FFF2-40B4-BE49-F238E27FC236}">
                <a16:creationId xmlns:a16="http://schemas.microsoft.com/office/drawing/2014/main" id="{3337B091-14D1-40FD-B8AD-B9A96874112A}"/>
              </a:ext>
            </a:extLst>
          </p:cNvPr>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a:extLst>
              <a:ext uri="{FF2B5EF4-FFF2-40B4-BE49-F238E27FC236}">
                <a16:creationId xmlns:a16="http://schemas.microsoft.com/office/drawing/2014/main" id="{260EA93C-471D-411C-A976-09210F7DFE72}"/>
              </a:ext>
            </a:extLst>
          </p:cNvPr>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a:ea typeface="微软雅黑"/>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5" name="文本框 14">
            <a:extLst>
              <a:ext uri="{FF2B5EF4-FFF2-40B4-BE49-F238E27FC236}">
                <a16:creationId xmlns:a16="http://schemas.microsoft.com/office/drawing/2014/main" id="{636416E4-5D2E-4F0B-8673-534B0C96E10E}"/>
              </a:ext>
            </a:extLst>
          </p:cNvPr>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6" name="矩形 15">
            <a:extLst>
              <a:ext uri="{FF2B5EF4-FFF2-40B4-BE49-F238E27FC236}">
                <a16:creationId xmlns:a16="http://schemas.microsoft.com/office/drawing/2014/main" id="{90FAAB6E-BB88-4DC1-B3F2-030FD2561703}"/>
              </a:ext>
            </a:extLst>
          </p:cNvPr>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24346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FFFFFF"/>
                </a:solidFill>
                <a:effectLst/>
                <a:uLnTx/>
                <a:uFillTx/>
                <a:latin typeface="Segoe UI Light"/>
                <a:ea typeface="微软雅黑"/>
                <a:cs typeface="Segoe UI Light"/>
              </a:rPr>
              <a:t>标注</a:t>
            </a:r>
            <a:endPar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使用说明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拥有对本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3657992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CEABD4E-95C5-4A9C-94F2-F48A76EDF9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EB2240E-9FB3-482E-9298-CD52002C53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691FA10-ABA8-4DEF-BBA2-F65344630D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BE3411-E0AE-4FCC-8C86-9EE6B416C77C}" type="datetimeFigureOut">
              <a:rPr lang="zh-CN" altLang="en-US" smtClean="0"/>
              <a:t>2020.6.4</a:t>
            </a:fld>
            <a:endParaRPr lang="zh-CN" altLang="en-US"/>
          </a:p>
        </p:txBody>
      </p:sp>
      <p:sp>
        <p:nvSpPr>
          <p:cNvPr id="5" name="页脚占位符 4">
            <a:extLst>
              <a:ext uri="{FF2B5EF4-FFF2-40B4-BE49-F238E27FC236}">
                <a16:creationId xmlns:a16="http://schemas.microsoft.com/office/drawing/2014/main" id="{8C47ECEF-20AE-4C62-A317-BE96181E8A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B63F508-7377-4D39-8647-1A69EBB63C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4E7C40-A64D-41A3-9025-CF415EBFF886}" type="slidenum">
              <a:rPr lang="zh-CN" altLang="en-US" smtClean="0"/>
              <a:t>‹#›</a:t>
            </a:fld>
            <a:endParaRPr lang="zh-CN" altLang="en-US"/>
          </a:p>
        </p:txBody>
      </p:sp>
      <p:sp>
        <p:nvSpPr>
          <p:cNvPr id="174" name="椭圆 173">
            <a:extLst>
              <a:ext uri="{FF2B5EF4-FFF2-40B4-BE49-F238E27FC236}">
                <a16:creationId xmlns:a16="http://schemas.microsoft.com/office/drawing/2014/main" id="{CC4BFD8D-4FF0-4A43-A262-194A904E9E5D}"/>
              </a:ext>
            </a:extLst>
          </p:cNvPr>
          <p:cNvSpPr/>
          <p:nvPr userDrawn="1"/>
        </p:nvSpPr>
        <p:spPr>
          <a:xfrm>
            <a:off x="-1469384" y="-1438922"/>
            <a:ext cx="4070706" cy="4370400"/>
          </a:xfrm>
          <a:prstGeom prst="ellipse">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任意多边形: 形状 174">
            <a:extLst>
              <a:ext uri="{FF2B5EF4-FFF2-40B4-BE49-F238E27FC236}">
                <a16:creationId xmlns:a16="http://schemas.microsoft.com/office/drawing/2014/main" id="{9A40976E-4020-4528-B86F-4E6DB21E4617}"/>
              </a:ext>
            </a:extLst>
          </p:cNvPr>
          <p:cNvSpPr/>
          <p:nvPr userDrawn="1"/>
        </p:nvSpPr>
        <p:spPr>
          <a:xfrm>
            <a:off x="6949261" y="145923"/>
            <a:ext cx="10801600" cy="11179428"/>
          </a:xfrm>
          <a:custGeom>
            <a:avLst/>
            <a:gdLst>
              <a:gd name="connsiteX0" fmla="*/ 5719837 w 10801600"/>
              <a:gd name="connsiteY0" fmla="*/ 1109288 h 11179428"/>
              <a:gd name="connsiteX1" fmla="*/ 3165823 w 10801600"/>
              <a:gd name="connsiteY1" fmla="*/ 2638543 h 11179428"/>
              <a:gd name="connsiteX2" fmla="*/ 2897809 w 10801600"/>
              <a:gd name="connsiteY2" fmla="*/ 5791647 h 11179428"/>
              <a:gd name="connsiteX3" fmla="*/ 532981 w 10801600"/>
              <a:gd name="connsiteY3" fmla="*/ 7699274 h 11179428"/>
              <a:gd name="connsiteX4" fmla="*/ 958650 w 10801600"/>
              <a:gd name="connsiteY4" fmla="*/ 11104626 h 11179428"/>
              <a:gd name="connsiteX5" fmla="*/ 10370664 w 10801600"/>
              <a:gd name="connsiteY5" fmla="*/ 9244295 h 11179428"/>
              <a:gd name="connsiteX6" fmla="*/ 8857175 w 10801600"/>
              <a:gd name="connsiteY6" fmla="*/ 541730 h 11179428"/>
              <a:gd name="connsiteX7" fmla="*/ 5719837 w 10801600"/>
              <a:gd name="connsiteY7" fmla="*/ 1109288 h 11179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01600" h="11179428">
                <a:moveTo>
                  <a:pt x="5719837" y="1109288"/>
                </a:moveTo>
                <a:cubicBezTo>
                  <a:pt x="4771278" y="1458757"/>
                  <a:pt x="3636161" y="1858150"/>
                  <a:pt x="3165823" y="2638543"/>
                </a:cubicBezTo>
                <a:cubicBezTo>
                  <a:pt x="2695485" y="3418936"/>
                  <a:pt x="3336616" y="4948192"/>
                  <a:pt x="2897809" y="5791647"/>
                </a:cubicBezTo>
                <a:cubicBezTo>
                  <a:pt x="2459002" y="6635102"/>
                  <a:pt x="856174" y="6813778"/>
                  <a:pt x="532981" y="7699274"/>
                </a:cubicBezTo>
                <a:cubicBezTo>
                  <a:pt x="209788" y="8584770"/>
                  <a:pt x="-680964" y="10847122"/>
                  <a:pt x="958650" y="11104626"/>
                </a:cubicBezTo>
                <a:cubicBezTo>
                  <a:pt x="2598264" y="11362130"/>
                  <a:pt x="9054243" y="11004778"/>
                  <a:pt x="10370664" y="9244295"/>
                </a:cubicBezTo>
                <a:cubicBezTo>
                  <a:pt x="11687085" y="7483812"/>
                  <a:pt x="9640196" y="1897564"/>
                  <a:pt x="8857175" y="541730"/>
                </a:cubicBezTo>
                <a:cubicBezTo>
                  <a:pt x="8074154" y="-814104"/>
                  <a:pt x="6668396" y="759819"/>
                  <a:pt x="5719837" y="1109288"/>
                </a:cubicBezTo>
                <a:close/>
              </a:path>
            </a:pathLst>
          </a:cu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矩形 175">
            <a:extLst>
              <a:ext uri="{FF2B5EF4-FFF2-40B4-BE49-F238E27FC236}">
                <a16:creationId xmlns:a16="http://schemas.microsoft.com/office/drawing/2014/main" id="{2ED197E2-00C6-418F-BD73-5E38E2730470}"/>
              </a:ext>
            </a:extLst>
          </p:cNvPr>
          <p:cNvSpPr/>
          <p:nvPr userDrawn="1"/>
        </p:nvSpPr>
        <p:spPr>
          <a:xfrm>
            <a:off x="512872" y="298450"/>
            <a:ext cx="11150600" cy="6261100"/>
          </a:xfrm>
          <a:prstGeom prst="rect">
            <a:avLst/>
          </a:prstGeom>
          <a:solidFill>
            <a:schemeClr val="bg1"/>
          </a:solidFill>
          <a:ln>
            <a:noFill/>
          </a:ln>
          <a:effectLst>
            <a:outerShdw blurRad="355600" sx="101000" sy="101000" algn="ctr" rotWithShape="0">
              <a:schemeClr val="tx1">
                <a:lumMod val="85000"/>
                <a:lumOff val="1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ea typeface="冬青黑体简体中文 W3"/>
              <a:cs typeface="+mn-cs"/>
            </a:endParaRPr>
          </a:p>
        </p:txBody>
      </p:sp>
      <p:sp>
        <p:nvSpPr>
          <p:cNvPr id="177" name="标题 1">
            <a:extLst>
              <a:ext uri="{FF2B5EF4-FFF2-40B4-BE49-F238E27FC236}">
                <a16:creationId xmlns:a16="http://schemas.microsoft.com/office/drawing/2014/main" id="{94853323-0845-4CA8-9061-F04CB6D6886C}"/>
              </a:ext>
            </a:extLst>
          </p:cNvPr>
          <p:cNvSpPr txBox="1">
            <a:spLocks/>
          </p:cNvSpPr>
          <p:nvPr userDrawn="1"/>
        </p:nvSpPr>
        <p:spPr>
          <a:xfrm>
            <a:off x="1524000" y="1122363"/>
            <a:ext cx="9144000" cy="2387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a:t> </a:t>
            </a:r>
            <a:endParaRPr lang="zh-CN" altLang="en-US" dirty="0"/>
          </a:p>
        </p:txBody>
      </p:sp>
      <p:grpSp>
        <p:nvGrpSpPr>
          <p:cNvPr id="434" name="组合 433">
            <a:extLst>
              <a:ext uri="{FF2B5EF4-FFF2-40B4-BE49-F238E27FC236}">
                <a16:creationId xmlns:a16="http://schemas.microsoft.com/office/drawing/2014/main" id="{36E7A5B6-4D83-4DDF-8139-700F4AF34F46}"/>
              </a:ext>
            </a:extLst>
          </p:cNvPr>
          <p:cNvGrpSpPr/>
          <p:nvPr userDrawn="1"/>
        </p:nvGrpSpPr>
        <p:grpSpPr>
          <a:xfrm>
            <a:off x="1077026" y="658922"/>
            <a:ext cx="818884" cy="118133"/>
            <a:chOff x="3873044" y="626487"/>
            <a:chExt cx="818884" cy="118133"/>
          </a:xfrm>
        </p:grpSpPr>
        <p:sp>
          <p:nvSpPr>
            <p:cNvPr id="435" name="椭圆 434">
              <a:extLst>
                <a:ext uri="{FF2B5EF4-FFF2-40B4-BE49-F238E27FC236}">
                  <a16:creationId xmlns:a16="http://schemas.microsoft.com/office/drawing/2014/main" id="{04E339AB-A14C-40EA-A8F4-483D987A4AC6}"/>
                </a:ext>
              </a:extLst>
            </p:cNvPr>
            <p:cNvSpPr/>
            <p:nvPr/>
          </p:nvSpPr>
          <p:spPr>
            <a:xfrm>
              <a:off x="3873044" y="626487"/>
              <a:ext cx="118133" cy="118133"/>
            </a:xfrm>
            <a:prstGeom prst="ellipse">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ea typeface="冬青黑体简体中文 W3"/>
                <a:cs typeface="+mn-cs"/>
              </a:endParaRPr>
            </a:p>
          </p:txBody>
        </p:sp>
        <p:sp>
          <p:nvSpPr>
            <p:cNvPr id="436" name="椭圆 435">
              <a:extLst>
                <a:ext uri="{FF2B5EF4-FFF2-40B4-BE49-F238E27FC236}">
                  <a16:creationId xmlns:a16="http://schemas.microsoft.com/office/drawing/2014/main" id="{CDA8EF34-10BB-443E-9194-3263AF939123}"/>
                </a:ext>
              </a:extLst>
            </p:cNvPr>
            <p:cNvSpPr/>
            <p:nvPr/>
          </p:nvSpPr>
          <p:spPr>
            <a:xfrm>
              <a:off x="4106628" y="626487"/>
              <a:ext cx="118133" cy="118133"/>
            </a:xfrm>
            <a:prstGeom prst="ellipse">
              <a:avLst/>
            </a:prstGeom>
            <a:solidFill>
              <a:srgbClr val="99267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ea typeface="冬青黑体简体中文 W3"/>
                <a:cs typeface="+mn-cs"/>
              </a:endParaRPr>
            </a:p>
          </p:txBody>
        </p:sp>
        <p:sp>
          <p:nvSpPr>
            <p:cNvPr id="437" name="椭圆 436">
              <a:extLst>
                <a:ext uri="{FF2B5EF4-FFF2-40B4-BE49-F238E27FC236}">
                  <a16:creationId xmlns:a16="http://schemas.microsoft.com/office/drawing/2014/main" id="{532180EA-1033-4762-A072-463E9E4A8F93}"/>
                </a:ext>
              </a:extLst>
            </p:cNvPr>
            <p:cNvSpPr/>
            <p:nvPr/>
          </p:nvSpPr>
          <p:spPr>
            <a:xfrm>
              <a:off x="4340212" y="626487"/>
              <a:ext cx="118133" cy="118133"/>
            </a:xfrm>
            <a:prstGeom prst="ellipse">
              <a:avLst/>
            </a:prstGeom>
            <a:solidFill>
              <a:srgbClr val="99267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ea typeface="冬青黑体简体中文 W3"/>
                <a:cs typeface="+mn-cs"/>
              </a:endParaRPr>
            </a:p>
          </p:txBody>
        </p:sp>
        <p:sp>
          <p:nvSpPr>
            <p:cNvPr id="438" name="椭圆 437">
              <a:extLst>
                <a:ext uri="{FF2B5EF4-FFF2-40B4-BE49-F238E27FC236}">
                  <a16:creationId xmlns:a16="http://schemas.microsoft.com/office/drawing/2014/main" id="{A9B0B8B2-51FC-4EF1-968E-DDDDFF78E9BA}"/>
                </a:ext>
              </a:extLst>
            </p:cNvPr>
            <p:cNvSpPr/>
            <p:nvPr/>
          </p:nvSpPr>
          <p:spPr>
            <a:xfrm>
              <a:off x="4573795" y="626487"/>
              <a:ext cx="118133" cy="118133"/>
            </a:xfrm>
            <a:prstGeom prst="ellipse">
              <a:avLst/>
            </a:prstGeom>
            <a:solidFill>
              <a:srgbClr val="99267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ea typeface="冬青黑体简体中文 W3"/>
                <a:cs typeface="+mn-cs"/>
              </a:endParaRPr>
            </a:p>
          </p:txBody>
        </p:sp>
      </p:grpSp>
      <p:grpSp>
        <p:nvGrpSpPr>
          <p:cNvPr id="16" name="组合 15">
            <a:extLst>
              <a:ext uri="{FF2B5EF4-FFF2-40B4-BE49-F238E27FC236}">
                <a16:creationId xmlns:a16="http://schemas.microsoft.com/office/drawing/2014/main" id="{1A6FC118-0F54-401E-8E96-E6E7F0773717}"/>
              </a:ext>
            </a:extLst>
          </p:cNvPr>
          <p:cNvGrpSpPr/>
          <p:nvPr userDrawn="1"/>
        </p:nvGrpSpPr>
        <p:grpSpPr>
          <a:xfrm>
            <a:off x="4531626" y="6202461"/>
            <a:ext cx="3128748" cy="307777"/>
            <a:chOff x="4536162" y="6119842"/>
            <a:chExt cx="3128748" cy="307777"/>
          </a:xfrm>
        </p:grpSpPr>
        <p:sp>
          <p:nvSpPr>
            <p:cNvPr id="17" name="文本框 16">
              <a:extLst>
                <a:ext uri="{FF2B5EF4-FFF2-40B4-BE49-F238E27FC236}">
                  <a16:creationId xmlns:a16="http://schemas.microsoft.com/office/drawing/2014/main" id="{10971BA3-0204-48C4-AA53-3E5278D29185}"/>
                </a:ext>
              </a:extLst>
            </p:cNvPr>
            <p:cNvSpPr txBox="1"/>
            <p:nvPr/>
          </p:nvSpPr>
          <p:spPr>
            <a:xfrm>
              <a:off x="4658184" y="6119842"/>
              <a:ext cx="560613" cy="307777"/>
            </a:xfrm>
            <a:prstGeom prst="rect">
              <a:avLst/>
            </a:prstGeom>
            <a:noFill/>
          </p:spPr>
          <p:txBody>
            <a:bodyPr wrap="square" rtlCol="0">
              <a:spAutoFit/>
            </a:bodyPr>
            <a:lstStyle/>
            <a:p>
              <a:pPr algn="ctr"/>
              <a:r>
                <a:rPr lang="zh-CN" altLang="en-US" sz="1400" dirty="0">
                  <a:solidFill>
                    <a:srgbClr val="992677"/>
                  </a:solidFill>
                  <a:latin typeface="微软雅黑" panose="020B0503020204020204" pitchFamily="34" charset="-122"/>
                  <a:ea typeface="微软雅黑" panose="020B0503020204020204" pitchFamily="34" charset="-122"/>
                </a:rPr>
                <a:t>团结</a:t>
              </a:r>
            </a:p>
          </p:txBody>
        </p:sp>
        <p:sp>
          <p:nvSpPr>
            <p:cNvPr id="18" name="文本框 17">
              <a:extLst>
                <a:ext uri="{FF2B5EF4-FFF2-40B4-BE49-F238E27FC236}">
                  <a16:creationId xmlns:a16="http://schemas.microsoft.com/office/drawing/2014/main" id="{231046F0-515B-4EB8-97B9-4DCA967B3248}"/>
                </a:ext>
              </a:extLst>
            </p:cNvPr>
            <p:cNvSpPr txBox="1"/>
            <p:nvPr/>
          </p:nvSpPr>
          <p:spPr>
            <a:xfrm>
              <a:off x="5429858" y="6119842"/>
              <a:ext cx="560613" cy="307777"/>
            </a:xfrm>
            <a:prstGeom prst="rect">
              <a:avLst/>
            </a:prstGeom>
            <a:noFill/>
          </p:spPr>
          <p:txBody>
            <a:bodyPr wrap="square" rtlCol="0">
              <a:spAutoFit/>
            </a:bodyPr>
            <a:lstStyle/>
            <a:p>
              <a:pPr algn="ctr"/>
              <a:r>
                <a:rPr lang="zh-CN" altLang="en-US" sz="1400" dirty="0">
                  <a:solidFill>
                    <a:srgbClr val="992677"/>
                  </a:solidFill>
                  <a:latin typeface="微软雅黑" panose="020B0503020204020204" pitchFamily="34" charset="-122"/>
                  <a:ea typeface="微软雅黑" panose="020B0503020204020204" pitchFamily="34" charset="-122"/>
                </a:rPr>
                <a:t>献身</a:t>
              </a:r>
            </a:p>
          </p:txBody>
        </p:sp>
        <p:sp>
          <p:nvSpPr>
            <p:cNvPr id="19" name="文本框 18">
              <a:extLst>
                <a:ext uri="{FF2B5EF4-FFF2-40B4-BE49-F238E27FC236}">
                  <a16:creationId xmlns:a16="http://schemas.microsoft.com/office/drawing/2014/main" id="{AE114DF1-6F1A-4084-B9AE-996527E7E61C}"/>
                </a:ext>
              </a:extLst>
            </p:cNvPr>
            <p:cNvSpPr txBox="1"/>
            <p:nvPr/>
          </p:nvSpPr>
          <p:spPr>
            <a:xfrm>
              <a:off x="6201532" y="6119842"/>
              <a:ext cx="560613" cy="307777"/>
            </a:xfrm>
            <a:prstGeom prst="rect">
              <a:avLst/>
            </a:prstGeom>
            <a:noFill/>
          </p:spPr>
          <p:txBody>
            <a:bodyPr wrap="square" rtlCol="0">
              <a:spAutoFit/>
            </a:bodyPr>
            <a:lstStyle/>
            <a:p>
              <a:pPr algn="ctr"/>
              <a:r>
                <a:rPr lang="zh-CN" altLang="en-US" sz="1400" dirty="0">
                  <a:solidFill>
                    <a:srgbClr val="992677"/>
                  </a:solidFill>
                  <a:latin typeface="微软雅黑" panose="020B0503020204020204" pitchFamily="34" charset="-122"/>
                  <a:ea typeface="微软雅黑" panose="020B0503020204020204" pitchFamily="34" charset="-122"/>
                </a:rPr>
                <a:t>求是</a:t>
              </a:r>
            </a:p>
          </p:txBody>
        </p:sp>
        <p:sp>
          <p:nvSpPr>
            <p:cNvPr id="20" name="文本框 19">
              <a:extLst>
                <a:ext uri="{FF2B5EF4-FFF2-40B4-BE49-F238E27FC236}">
                  <a16:creationId xmlns:a16="http://schemas.microsoft.com/office/drawing/2014/main" id="{EB902BCA-5389-4C15-B53A-994B493B35D5}"/>
                </a:ext>
              </a:extLst>
            </p:cNvPr>
            <p:cNvSpPr txBox="1"/>
            <p:nvPr/>
          </p:nvSpPr>
          <p:spPr>
            <a:xfrm>
              <a:off x="6973204" y="6119842"/>
              <a:ext cx="560613" cy="307777"/>
            </a:xfrm>
            <a:prstGeom prst="rect">
              <a:avLst/>
            </a:prstGeom>
            <a:noFill/>
          </p:spPr>
          <p:txBody>
            <a:bodyPr wrap="square" rtlCol="0">
              <a:spAutoFit/>
            </a:bodyPr>
            <a:lstStyle/>
            <a:p>
              <a:pPr algn="ctr"/>
              <a:r>
                <a:rPr lang="zh-CN" altLang="en-US" sz="1400" dirty="0">
                  <a:solidFill>
                    <a:srgbClr val="992677"/>
                  </a:solidFill>
                  <a:latin typeface="微软雅黑" panose="020B0503020204020204" pitchFamily="34" charset="-122"/>
                  <a:ea typeface="微软雅黑" panose="020B0503020204020204" pitchFamily="34" charset="-122"/>
                </a:rPr>
                <a:t>创新</a:t>
              </a:r>
            </a:p>
          </p:txBody>
        </p:sp>
        <p:cxnSp>
          <p:nvCxnSpPr>
            <p:cNvPr id="21" name="直接连接符 20">
              <a:extLst>
                <a:ext uri="{FF2B5EF4-FFF2-40B4-BE49-F238E27FC236}">
                  <a16:creationId xmlns:a16="http://schemas.microsoft.com/office/drawing/2014/main" id="{0C63844A-F1A6-402B-A6B4-28B3FD1B98FE}"/>
                </a:ext>
              </a:extLst>
            </p:cNvPr>
            <p:cNvCxnSpPr/>
            <p:nvPr userDrawn="1"/>
          </p:nvCxnSpPr>
          <p:spPr>
            <a:xfrm>
              <a:off x="6096001"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E495206-19E5-4B8F-869D-E3F6BED5C908}"/>
                </a:ext>
              </a:extLst>
            </p:cNvPr>
            <p:cNvCxnSpPr>
              <a:cxnSpLocks/>
            </p:cNvCxnSpPr>
            <p:nvPr userDrawn="1"/>
          </p:nvCxnSpPr>
          <p:spPr>
            <a:xfrm>
              <a:off x="5324328"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55F349A0-FFFB-4759-B2A6-5A14BD321740}"/>
                </a:ext>
              </a:extLst>
            </p:cNvPr>
            <p:cNvCxnSpPr/>
            <p:nvPr userDrawn="1"/>
          </p:nvCxnSpPr>
          <p:spPr>
            <a:xfrm>
              <a:off x="6867675"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D3F2E7C6-BD15-4FE1-89E5-E76AFD982CA5}"/>
                </a:ext>
              </a:extLst>
            </p:cNvPr>
            <p:cNvCxnSpPr/>
            <p:nvPr/>
          </p:nvCxnSpPr>
          <p:spPr>
            <a:xfrm>
              <a:off x="7664910"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22AED6DB-74E7-427D-A636-997CBEBEFEAF}"/>
                </a:ext>
              </a:extLst>
            </p:cNvPr>
            <p:cNvCxnSpPr>
              <a:cxnSpLocks/>
            </p:cNvCxnSpPr>
            <p:nvPr/>
          </p:nvCxnSpPr>
          <p:spPr>
            <a:xfrm>
              <a:off x="4536162"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10354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8711824"/>
      </p:ext>
    </p:extLst>
  </p:cSld>
  <p:clrMap bg1="lt1" tx1="dk1" bg2="lt2" tx2="dk2" accent1="accent1" accent2="accent2" accent3="accent3" accent4="accent4" accent5="accent5" accent6="accent6" hlink="hlink" folHlink="folHlink"/>
  <p:sldLayoutIdLst>
    <p:sldLayoutId id="2147483676" r:id="rId1"/>
    <p:sldLayoutId id="214748367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3.xml"/><Relationship Id="rId1" Type="http://schemas.openxmlformats.org/officeDocument/2006/relationships/tags" Target="../tags/tag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slideLayout" Target="../slideLayouts/slideLayout3.xml"/><Relationship Id="rId1" Type="http://schemas.openxmlformats.org/officeDocument/2006/relationships/tags" Target="../tags/tag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mp.weixin.qq.com/s/X8Qvk2VGNPpm-1yMNMO9sg" TargetMode="External"/><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椭圆 271">
            <a:extLst>
              <a:ext uri="{FF2B5EF4-FFF2-40B4-BE49-F238E27FC236}">
                <a16:creationId xmlns:a16="http://schemas.microsoft.com/office/drawing/2014/main" id="{C6E365CD-A8FF-4CD7-B9BB-E8AB229FEE75}"/>
              </a:ext>
            </a:extLst>
          </p:cNvPr>
          <p:cNvSpPr/>
          <p:nvPr/>
        </p:nvSpPr>
        <p:spPr>
          <a:xfrm>
            <a:off x="-1469384" y="-1438922"/>
            <a:ext cx="4070706" cy="4370400"/>
          </a:xfrm>
          <a:prstGeom prst="ellipse">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7" name="任意多边形: 形状 266">
            <a:extLst>
              <a:ext uri="{FF2B5EF4-FFF2-40B4-BE49-F238E27FC236}">
                <a16:creationId xmlns:a16="http://schemas.microsoft.com/office/drawing/2014/main" id="{0EA99E34-3DCB-4311-A2B4-330014E42239}"/>
              </a:ext>
            </a:extLst>
          </p:cNvPr>
          <p:cNvSpPr/>
          <p:nvPr/>
        </p:nvSpPr>
        <p:spPr>
          <a:xfrm>
            <a:off x="6949261" y="145923"/>
            <a:ext cx="10801600" cy="11179428"/>
          </a:xfrm>
          <a:custGeom>
            <a:avLst/>
            <a:gdLst>
              <a:gd name="connsiteX0" fmla="*/ 5719837 w 10801600"/>
              <a:gd name="connsiteY0" fmla="*/ 1109288 h 11179428"/>
              <a:gd name="connsiteX1" fmla="*/ 3165823 w 10801600"/>
              <a:gd name="connsiteY1" fmla="*/ 2638543 h 11179428"/>
              <a:gd name="connsiteX2" fmla="*/ 2897809 w 10801600"/>
              <a:gd name="connsiteY2" fmla="*/ 5791647 h 11179428"/>
              <a:gd name="connsiteX3" fmla="*/ 532981 w 10801600"/>
              <a:gd name="connsiteY3" fmla="*/ 7699274 h 11179428"/>
              <a:gd name="connsiteX4" fmla="*/ 958650 w 10801600"/>
              <a:gd name="connsiteY4" fmla="*/ 11104626 h 11179428"/>
              <a:gd name="connsiteX5" fmla="*/ 10370664 w 10801600"/>
              <a:gd name="connsiteY5" fmla="*/ 9244295 h 11179428"/>
              <a:gd name="connsiteX6" fmla="*/ 8857175 w 10801600"/>
              <a:gd name="connsiteY6" fmla="*/ 541730 h 11179428"/>
              <a:gd name="connsiteX7" fmla="*/ 5719837 w 10801600"/>
              <a:gd name="connsiteY7" fmla="*/ 1109288 h 11179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01600" h="11179428">
                <a:moveTo>
                  <a:pt x="5719837" y="1109288"/>
                </a:moveTo>
                <a:cubicBezTo>
                  <a:pt x="4771278" y="1458757"/>
                  <a:pt x="3636161" y="1858150"/>
                  <a:pt x="3165823" y="2638543"/>
                </a:cubicBezTo>
                <a:cubicBezTo>
                  <a:pt x="2695485" y="3418936"/>
                  <a:pt x="3336616" y="4948192"/>
                  <a:pt x="2897809" y="5791647"/>
                </a:cubicBezTo>
                <a:cubicBezTo>
                  <a:pt x="2459002" y="6635102"/>
                  <a:pt x="856174" y="6813778"/>
                  <a:pt x="532981" y="7699274"/>
                </a:cubicBezTo>
                <a:cubicBezTo>
                  <a:pt x="209788" y="8584770"/>
                  <a:pt x="-680964" y="10847122"/>
                  <a:pt x="958650" y="11104626"/>
                </a:cubicBezTo>
                <a:cubicBezTo>
                  <a:pt x="2598264" y="11362130"/>
                  <a:pt x="9054243" y="11004778"/>
                  <a:pt x="10370664" y="9244295"/>
                </a:cubicBezTo>
                <a:cubicBezTo>
                  <a:pt x="11687085" y="7483812"/>
                  <a:pt x="9640196" y="1897564"/>
                  <a:pt x="8857175" y="541730"/>
                </a:cubicBezTo>
                <a:cubicBezTo>
                  <a:pt x="8074154" y="-814104"/>
                  <a:pt x="6668396" y="759819"/>
                  <a:pt x="5719837" y="1109288"/>
                </a:cubicBezTo>
                <a:close/>
              </a:path>
            </a:pathLst>
          </a:cu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0" name="矩形 269">
            <a:extLst>
              <a:ext uri="{FF2B5EF4-FFF2-40B4-BE49-F238E27FC236}">
                <a16:creationId xmlns:a16="http://schemas.microsoft.com/office/drawing/2014/main" id="{DE944731-779C-46E7-B7B2-F5EAE1AC9B99}"/>
              </a:ext>
            </a:extLst>
          </p:cNvPr>
          <p:cNvSpPr/>
          <p:nvPr/>
        </p:nvSpPr>
        <p:spPr>
          <a:xfrm>
            <a:off x="512872" y="298450"/>
            <a:ext cx="11150600" cy="6261100"/>
          </a:xfrm>
          <a:prstGeom prst="rect">
            <a:avLst/>
          </a:prstGeom>
          <a:blipFill dpi="0" rotWithShape="1">
            <a:blip r:embed="rId3"/>
            <a:srcRect/>
            <a:tile tx="0" ty="0" sx="100000" sy="100000" flip="none" algn="ctr"/>
          </a:blipFill>
          <a:ln>
            <a:noFill/>
          </a:ln>
          <a:effectLst>
            <a:outerShdw blurRad="355600" sx="101000" sy="101000" algn="ctr" rotWithShape="0">
              <a:schemeClr val="tx1">
                <a:lumMod val="85000"/>
                <a:lumOff val="1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 name="标题 1">
            <a:extLst>
              <a:ext uri="{FF2B5EF4-FFF2-40B4-BE49-F238E27FC236}">
                <a16:creationId xmlns:a16="http://schemas.microsoft.com/office/drawing/2014/main" id="{42B41C1D-090A-434D-879D-D97A6D00FC98}"/>
              </a:ext>
            </a:extLst>
          </p:cNvPr>
          <p:cNvSpPr>
            <a:spLocks noGrp="1"/>
          </p:cNvSpPr>
          <p:nvPr>
            <p:ph type="ctrTitle" idx="4294967295"/>
          </p:nvPr>
        </p:nvSpPr>
        <p:spPr>
          <a:xfrm>
            <a:off x="1524000" y="1122363"/>
            <a:ext cx="9144000" cy="2387600"/>
          </a:xfrm>
        </p:spPr>
        <p:txBody>
          <a:bodyPr/>
          <a:lstStyle/>
          <a:p>
            <a:r>
              <a:rPr lang="en-US" altLang="zh-CN" dirty="0">
                <a:latin typeface="+mn-lt"/>
                <a:ea typeface="+mn-ea"/>
                <a:cs typeface="+mn-ea"/>
                <a:sym typeface="+mn-lt"/>
              </a:rPr>
              <a:t> </a:t>
            </a:r>
            <a:endParaRPr lang="zh-CN" altLang="en-US" dirty="0">
              <a:latin typeface="+mn-lt"/>
              <a:ea typeface="+mn-ea"/>
              <a:cs typeface="+mn-ea"/>
              <a:sym typeface="+mn-lt"/>
            </a:endParaRPr>
          </a:p>
        </p:txBody>
      </p:sp>
      <p:sp>
        <p:nvSpPr>
          <p:cNvPr id="266" name="矩形 265">
            <a:extLst>
              <a:ext uri="{FF2B5EF4-FFF2-40B4-BE49-F238E27FC236}">
                <a16:creationId xmlns:a16="http://schemas.microsoft.com/office/drawing/2014/main" id="{8E04FD42-19B8-4811-BE13-207CA65F4CA2}"/>
              </a:ext>
            </a:extLst>
          </p:cNvPr>
          <p:cNvSpPr/>
          <p:nvPr/>
        </p:nvSpPr>
        <p:spPr>
          <a:xfrm>
            <a:off x="512872" y="298450"/>
            <a:ext cx="11150600" cy="6261100"/>
          </a:xfrm>
          <a:prstGeom prst="rect">
            <a:avLst/>
          </a:prstGeom>
          <a:gradFill flip="none" rotWithShape="1">
            <a:gsLst>
              <a:gs pos="0">
                <a:schemeClr val="bg1">
                  <a:alpha val="70000"/>
                </a:schemeClr>
              </a:gs>
              <a:gs pos="100000">
                <a:schemeClr val="bg1">
                  <a:alpha val="70000"/>
                </a:schemeClr>
              </a:gs>
              <a:gs pos="42000">
                <a:srgbClr val="FFFFFF">
                  <a:alpha val="91000"/>
                </a:srgbClr>
              </a:gs>
              <a:gs pos="29000">
                <a:schemeClr val="bg1">
                  <a:alpha val="91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1" name="文本框 10">
            <a:extLst>
              <a:ext uri="{FF2B5EF4-FFF2-40B4-BE49-F238E27FC236}">
                <a16:creationId xmlns:a16="http://schemas.microsoft.com/office/drawing/2014/main" id="{963F0374-D1E6-4BE0-848E-637D9088CE6E}"/>
              </a:ext>
            </a:extLst>
          </p:cNvPr>
          <p:cNvSpPr txBox="1"/>
          <p:nvPr/>
        </p:nvSpPr>
        <p:spPr>
          <a:xfrm>
            <a:off x="3150317" y="2332005"/>
            <a:ext cx="587571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6000" spc="130" dirty="0">
                <a:solidFill>
                  <a:srgbClr val="992677"/>
                </a:solidFill>
                <a:cs typeface="+mn-ea"/>
                <a:sym typeface="+mn-lt"/>
              </a:rPr>
              <a:t>通用学术模板</a:t>
            </a:r>
            <a:endParaRPr kumimoji="0" lang="zh-CN" altLang="en-US" sz="6000" i="0" u="none" strike="noStrike" kern="1200" cap="none" spc="130" normalizeH="0" noProof="0" dirty="0">
              <a:ln>
                <a:noFill/>
              </a:ln>
              <a:solidFill>
                <a:srgbClr val="992677"/>
              </a:solidFill>
              <a:effectLst/>
              <a:uLnTx/>
              <a:uFillTx/>
              <a:cs typeface="+mn-ea"/>
              <a:sym typeface="+mn-lt"/>
            </a:endParaRPr>
          </a:p>
        </p:txBody>
      </p:sp>
      <p:grpSp>
        <p:nvGrpSpPr>
          <p:cNvPr id="12" name="组合 11">
            <a:extLst>
              <a:ext uri="{FF2B5EF4-FFF2-40B4-BE49-F238E27FC236}">
                <a16:creationId xmlns:a16="http://schemas.microsoft.com/office/drawing/2014/main" id="{65B85ACB-21A5-474D-A176-13A7749029A7}"/>
              </a:ext>
            </a:extLst>
          </p:cNvPr>
          <p:cNvGrpSpPr/>
          <p:nvPr/>
        </p:nvGrpSpPr>
        <p:grpSpPr>
          <a:xfrm>
            <a:off x="5978525" y="4872323"/>
            <a:ext cx="234950" cy="234950"/>
            <a:chOff x="6553835" y="4312920"/>
            <a:chExt cx="193040" cy="193040"/>
          </a:xfrm>
        </p:grpSpPr>
        <p:cxnSp>
          <p:nvCxnSpPr>
            <p:cNvPr id="13" name="直接连接符 12">
              <a:extLst>
                <a:ext uri="{FF2B5EF4-FFF2-40B4-BE49-F238E27FC236}">
                  <a16:creationId xmlns:a16="http://schemas.microsoft.com/office/drawing/2014/main" id="{8E578B14-1EDC-4F72-AC64-B0661DB7D10E}"/>
                </a:ext>
              </a:extLst>
            </p:cNvPr>
            <p:cNvCxnSpPr/>
            <p:nvPr/>
          </p:nvCxnSpPr>
          <p:spPr>
            <a:xfrm>
              <a:off x="6553835" y="4312920"/>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7B5520D0-95DD-46C1-B5FC-B69DEAF889D2}"/>
                </a:ext>
              </a:extLst>
            </p:cNvPr>
            <p:cNvCxnSpPr>
              <a:cxnSpLocks/>
            </p:cNvCxnSpPr>
            <p:nvPr/>
          </p:nvCxnSpPr>
          <p:spPr>
            <a:xfrm flipV="1">
              <a:off x="6553835" y="4312920"/>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grpSp>
      <p:sp>
        <p:nvSpPr>
          <p:cNvPr id="15" name="矩形: 圆角 14">
            <a:extLst>
              <a:ext uri="{FF2B5EF4-FFF2-40B4-BE49-F238E27FC236}">
                <a16:creationId xmlns:a16="http://schemas.microsoft.com/office/drawing/2014/main" id="{66480C78-2EA8-4E42-80FD-2C5BF0DA2C43}"/>
              </a:ext>
            </a:extLst>
          </p:cNvPr>
          <p:cNvSpPr/>
          <p:nvPr/>
        </p:nvSpPr>
        <p:spPr>
          <a:xfrm>
            <a:off x="3889494" y="4797773"/>
            <a:ext cx="1763493" cy="384050"/>
          </a:xfrm>
          <a:prstGeom prst="roundRect">
            <a:avLst>
              <a:gd name="adj" fmla="val 50000"/>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solidFill>
                  <a:srgbClr val="FFFFFF"/>
                </a:solidFill>
                <a:cs typeface="+mn-ea"/>
                <a:sym typeface="+mn-lt"/>
              </a:rPr>
              <a:t>汇报人：一截儿</a:t>
            </a:r>
            <a:endParaRPr kumimoji="0" lang="zh-CN" altLang="en-US" sz="1400" i="0" u="none" strike="noStrike" kern="1200" cap="none" spc="0" normalizeH="0" baseline="0" noProof="0" dirty="0">
              <a:ln>
                <a:noFill/>
              </a:ln>
              <a:solidFill>
                <a:srgbClr val="FFFFFF"/>
              </a:solidFill>
              <a:effectLst/>
              <a:uLnTx/>
              <a:uFillTx/>
              <a:cs typeface="+mn-ea"/>
              <a:sym typeface="+mn-lt"/>
            </a:endParaRPr>
          </a:p>
        </p:txBody>
      </p:sp>
      <p:sp>
        <p:nvSpPr>
          <p:cNvPr id="17" name="矩形 16">
            <a:extLst>
              <a:ext uri="{FF2B5EF4-FFF2-40B4-BE49-F238E27FC236}">
                <a16:creationId xmlns:a16="http://schemas.microsoft.com/office/drawing/2014/main" id="{8B72C7A1-77D0-4D18-87DB-8BBA1A007DA0}"/>
              </a:ext>
            </a:extLst>
          </p:cNvPr>
          <p:cNvSpPr/>
          <p:nvPr/>
        </p:nvSpPr>
        <p:spPr>
          <a:xfrm>
            <a:off x="3834313" y="3322535"/>
            <a:ext cx="4507718" cy="261610"/>
          </a:xfrm>
          <a:prstGeom prst="rect">
            <a:avLst/>
          </a:prstGeom>
          <a:solidFill>
            <a:srgbClr val="992677"/>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sp>
        <p:nvSpPr>
          <p:cNvPr id="18" name="文本框 17">
            <a:extLst>
              <a:ext uri="{FF2B5EF4-FFF2-40B4-BE49-F238E27FC236}">
                <a16:creationId xmlns:a16="http://schemas.microsoft.com/office/drawing/2014/main" id="{D2D8BE24-8A22-4AA6-822B-D2C23A8190EC}"/>
              </a:ext>
            </a:extLst>
          </p:cNvPr>
          <p:cNvSpPr txBox="1"/>
          <p:nvPr/>
        </p:nvSpPr>
        <p:spPr>
          <a:xfrm>
            <a:off x="3831982" y="3333909"/>
            <a:ext cx="4512380" cy="261610"/>
          </a:xfrm>
          <a:prstGeom prst="rect">
            <a:avLst/>
          </a:prstGeom>
          <a:noFill/>
        </p:spPr>
        <p:txBody>
          <a:bodyPr wrap="square" rtlCol="0">
            <a:spAutoFit/>
          </a:bodyPr>
          <a:lstStyle/>
          <a:p>
            <a:pPr lvl="0" algn="dist">
              <a:defRPr/>
            </a:pPr>
            <a:r>
              <a:rPr lang="en-US" altLang="zh-CN" sz="1100" dirty="0">
                <a:solidFill>
                  <a:srgbClr val="FFFFFF"/>
                </a:solidFill>
                <a:latin typeface="Arial" panose="020B0604020202020204" pitchFamily="34" charset="0"/>
                <a:cs typeface="Arial" panose="020B0604020202020204" pitchFamily="34" charset="0"/>
                <a:sym typeface="+mn-lt"/>
              </a:rPr>
              <a:t> GENERAL ACADEMIC TEMPLATE</a:t>
            </a:r>
          </a:p>
        </p:txBody>
      </p:sp>
      <p:grpSp>
        <p:nvGrpSpPr>
          <p:cNvPr id="28"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CE7CAA43-7A87-4C99-AEF3-CF2BA475198F}"/>
              </a:ext>
            </a:extLst>
          </p:cNvPr>
          <p:cNvGrpSpPr>
            <a:grpSpLocks noChangeAspect="1"/>
          </p:cNvGrpSpPr>
          <p:nvPr>
            <p:custDataLst>
              <p:tags r:id="rId1"/>
            </p:custDataLst>
          </p:nvPr>
        </p:nvGrpSpPr>
        <p:grpSpPr>
          <a:xfrm>
            <a:off x="3894259" y="1245811"/>
            <a:ext cx="4403482" cy="1015663"/>
            <a:chOff x="2035175" y="2493963"/>
            <a:chExt cx="8121650" cy="1873250"/>
          </a:xfrm>
        </p:grpSpPr>
        <p:sp>
          <p:nvSpPr>
            <p:cNvPr id="29" name="iṡľïḑê">
              <a:extLst>
                <a:ext uri="{FF2B5EF4-FFF2-40B4-BE49-F238E27FC236}">
                  <a16:creationId xmlns:a16="http://schemas.microsoft.com/office/drawing/2014/main" id="{1D34A561-8B6F-4011-836E-026A9C99CA78}"/>
                </a:ext>
              </a:extLst>
            </p:cNvPr>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 name="íṩ1iḓê">
              <a:extLst>
                <a:ext uri="{FF2B5EF4-FFF2-40B4-BE49-F238E27FC236}">
                  <a16:creationId xmlns:a16="http://schemas.microsoft.com/office/drawing/2014/main" id="{D9A4EBF2-A345-4299-A3A6-42ACD6FE1777}"/>
                </a:ext>
              </a:extLst>
            </p:cNvPr>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 name="î$ľîḑè">
              <a:extLst>
                <a:ext uri="{FF2B5EF4-FFF2-40B4-BE49-F238E27FC236}">
                  <a16:creationId xmlns:a16="http://schemas.microsoft.com/office/drawing/2014/main" id="{5BB71195-11BE-4A04-BEB1-A3CAC848D5C7}"/>
                </a:ext>
              </a:extLst>
            </p:cNvPr>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 name="isḷiďè">
              <a:extLst>
                <a:ext uri="{FF2B5EF4-FFF2-40B4-BE49-F238E27FC236}">
                  <a16:creationId xmlns:a16="http://schemas.microsoft.com/office/drawing/2014/main" id="{EF20364D-C866-484D-8E74-546FF5BDC5A3}"/>
                </a:ext>
              </a:extLst>
            </p:cNvPr>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 name="iśľíḋè">
              <a:extLst>
                <a:ext uri="{FF2B5EF4-FFF2-40B4-BE49-F238E27FC236}">
                  <a16:creationId xmlns:a16="http://schemas.microsoft.com/office/drawing/2014/main" id="{E7BAAAC7-C03D-437A-90C5-31731C93D19F}"/>
                </a:ext>
              </a:extLst>
            </p:cNvPr>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 name="iṩḻiḋé">
              <a:extLst>
                <a:ext uri="{FF2B5EF4-FFF2-40B4-BE49-F238E27FC236}">
                  <a16:creationId xmlns:a16="http://schemas.microsoft.com/office/drawing/2014/main" id="{689DD2EF-B157-4FD3-B6AE-EBE2FD352ECC}"/>
                </a:ext>
              </a:extLst>
            </p:cNvPr>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 name="îṥļïḓè">
              <a:extLst>
                <a:ext uri="{FF2B5EF4-FFF2-40B4-BE49-F238E27FC236}">
                  <a16:creationId xmlns:a16="http://schemas.microsoft.com/office/drawing/2014/main" id="{88D55A40-A8E3-4046-A7C0-510BA28603EA}"/>
                </a:ext>
              </a:extLst>
            </p:cNvPr>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 name="ïṥliḍè">
              <a:extLst>
                <a:ext uri="{FF2B5EF4-FFF2-40B4-BE49-F238E27FC236}">
                  <a16:creationId xmlns:a16="http://schemas.microsoft.com/office/drawing/2014/main" id="{C7CF1AA4-177B-44F3-BAC1-681FD41B1617}"/>
                </a:ext>
              </a:extLst>
            </p:cNvPr>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 name="iśḷíḓê">
              <a:extLst>
                <a:ext uri="{FF2B5EF4-FFF2-40B4-BE49-F238E27FC236}">
                  <a16:creationId xmlns:a16="http://schemas.microsoft.com/office/drawing/2014/main" id="{A810F46A-2087-4AEE-B79A-FC42226739CC}"/>
                </a:ext>
              </a:extLst>
            </p:cNvPr>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 name="isļiḓe">
              <a:extLst>
                <a:ext uri="{FF2B5EF4-FFF2-40B4-BE49-F238E27FC236}">
                  <a16:creationId xmlns:a16="http://schemas.microsoft.com/office/drawing/2014/main" id="{2F6C9EB5-A306-4E1F-A523-82B9D7BC534C}"/>
                </a:ext>
              </a:extLst>
            </p:cNvPr>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 name="îs1ïdè">
              <a:extLst>
                <a:ext uri="{FF2B5EF4-FFF2-40B4-BE49-F238E27FC236}">
                  <a16:creationId xmlns:a16="http://schemas.microsoft.com/office/drawing/2014/main" id="{B6114636-FDC5-4DD6-8886-70F4ED1FB861}"/>
                </a:ext>
              </a:extLst>
            </p:cNvPr>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 name="iṡḻïďe">
              <a:extLst>
                <a:ext uri="{FF2B5EF4-FFF2-40B4-BE49-F238E27FC236}">
                  <a16:creationId xmlns:a16="http://schemas.microsoft.com/office/drawing/2014/main" id="{64D6C436-8498-4BAB-A649-EF9CE816B035}"/>
                </a:ext>
              </a:extLst>
            </p:cNvPr>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 name="ï$ľídè">
              <a:extLst>
                <a:ext uri="{FF2B5EF4-FFF2-40B4-BE49-F238E27FC236}">
                  <a16:creationId xmlns:a16="http://schemas.microsoft.com/office/drawing/2014/main" id="{567B3587-7635-4D0A-846A-C2D64F0EF25B}"/>
                </a:ext>
              </a:extLst>
            </p:cNvPr>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 name="isḻïḋê">
              <a:extLst>
                <a:ext uri="{FF2B5EF4-FFF2-40B4-BE49-F238E27FC236}">
                  <a16:creationId xmlns:a16="http://schemas.microsoft.com/office/drawing/2014/main" id="{9663FAFC-7E18-4573-A921-28D6D1D53716}"/>
                </a:ext>
              </a:extLst>
            </p:cNvPr>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 name="îṧḷïde">
              <a:extLst>
                <a:ext uri="{FF2B5EF4-FFF2-40B4-BE49-F238E27FC236}">
                  <a16:creationId xmlns:a16="http://schemas.microsoft.com/office/drawing/2014/main" id="{3574D9EA-0727-4BB0-AE1D-2ACE6E6743A8}"/>
                </a:ext>
              </a:extLst>
            </p:cNvPr>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 name="iṣḷíḍé">
              <a:extLst>
                <a:ext uri="{FF2B5EF4-FFF2-40B4-BE49-F238E27FC236}">
                  <a16:creationId xmlns:a16="http://schemas.microsoft.com/office/drawing/2014/main" id="{AB9FF00B-167E-41A0-811F-94E9CCC56F5E}"/>
                </a:ext>
              </a:extLst>
            </p:cNvPr>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45" name="isľïde">
              <a:extLst>
                <a:ext uri="{FF2B5EF4-FFF2-40B4-BE49-F238E27FC236}">
                  <a16:creationId xmlns:a16="http://schemas.microsoft.com/office/drawing/2014/main" id="{5C78164F-97AF-4EAD-9C35-BE9B657A1CBE}"/>
                </a:ext>
              </a:extLst>
            </p:cNvPr>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 name="îślîḍé">
              <a:extLst>
                <a:ext uri="{FF2B5EF4-FFF2-40B4-BE49-F238E27FC236}">
                  <a16:creationId xmlns:a16="http://schemas.microsoft.com/office/drawing/2014/main" id="{2A57313B-C7AB-468F-80A7-D0258970F291}"/>
                </a:ext>
              </a:extLst>
            </p:cNvPr>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 name="îŝḻiďé">
              <a:extLst>
                <a:ext uri="{FF2B5EF4-FFF2-40B4-BE49-F238E27FC236}">
                  <a16:creationId xmlns:a16="http://schemas.microsoft.com/office/drawing/2014/main" id="{13A9C5FD-80E8-41D2-B822-7C7AF53A0CF8}"/>
                </a:ext>
              </a:extLst>
            </p:cNvPr>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 name="íṣḻiḋè">
              <a:extLst>
                <a:ext uri="{FF2B5EF4-FFF2-40B4-BE49-F238E27FC236}">
                  <a16:creationId xmlns:a16="http://schemas.microsoft.com/office/drawing/2014/main" id="{E938BF29-9AF9-46A8-B50D-3AF8F3E8135A}"/>
                </a:ext>
              </a:extLst>
            </p:cNvPr>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9" name="îSlîḓè">
              <a:extLst>
                <a:ext uri="{FF2B5EF4-FFF2-40B4-BE49-F238E27FC236}">
                  <a16:creationId xmlns:a16="http://schemas.microsoft.com/office/drawing/2014/main" id="{B96FBD7F-8F6B-4EFC-B9C3-FFAE779FACE1}"/>
                </a:ext>
              </a:extLst>
            </p:cNvPr>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50" name="iṩḷïdê">
              <a:extLst>
                <a:ext uri="{FF2B5EF4-FFF2-40B4-BE49-F238E27FC236}">
                  <a16:creationId xmlns:a16="http://schemas.microsoft.com/office/drawing/2014/main" id="{A4A7965A-380E-40D8-BDC9-2D25A173CD82}"/>
                </a:ext>
              </a:extLst>
            </p:cNvPr>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1" name="ïś1ïḍê">
              <a:extLst>
                <a:ext uri="{FF2B5EF4-FFF2-40B4-BE49-F238E27FC236}">
                  <a16:creationId xmlns:a16="http://schemas.microsoft.com/office/drawing/2014/main" id="{4396C915-6D42-4E4A-B3F6-8BDFC42EE41A}"/>
                </a:ext>
              </a:extLst>
            </p:cNvPr>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2" name="îşliḍè">
              <a:extLst>
                <a:ext uri="{FF2B5EF4-FFF2-40B4-BE49-F238E27FC236}">
                  <a16:creationId xmlns:a16="http://schemas.microsoft.com/office/drawing/2014/main" id="{ABDCBE6D-B872-491D-97C2-6AB74FC206A5}"/>
                </a:ext>
              </a:extLst>
            </p:cNvPr>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3" name="išḷidê">
              <a:extLst>
                <a:ext uri="{FF2B5EF4-FFF2-40B4-BE49-F238E27FC236}">
                  <a16:creationId xmlns:a16="http://schemas.microsoft.com/office/drawing/2014/main" id="{A73801E6-E89C-4D2D-8BD0-06E594C0E833}"/>
                </a:ext>
              </a:extLst>
            </p:cNvPr>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4" name="îSḻiḍe">
              <a:extLst>
                <a:ext uri="{FF2B5EF4-FFF2-40B4-BE49-F238E27FC236}">
                  <a16:creationId xmlns:a16="http://schemas.microsoft.com/office/drawing/2014/main" id="{62D05620-279C-4667-AC0F-E51DC5644A54}"/>
                </a:ext>
              </a:extLst>
            </p:cNvPr>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55" name="ïṧļïḍe">
              <a:extLst>
                <a:ext uri="{FF2B5EF4-FFF2-40B4-BE49-F238E27FC236}">
                  <a16:creationId xmlns:a16="http://schemas.microsoft.com/office/drawing/2014/main" id="{EED6EB28-E791-4AD4-B4D0-2394AB8EE68E}"/>
                </a:ext>
              </a:extLst>
            </p:cNvPr>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6" name="îŝļïḋé">
              <a:extLst>
                <a:ext uri="{FF2B5EF4-FFF2-40B4-BE49-F238E27FC236}">
                  <a16:creationId xmlns:a16="http://schemas.microsoft.com/office/drawing/2014/main" id="{F898F0AF-D922-42F3-AA22-9E3709876E85}"/>
                </a:ext>
              </a:extLst>
            </p:cNvPr>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7" name="îṡlïḍe">
              <a:extLst>
                <a:ext uri="{FF2B5EF4-FFF2-40B4-BE49-F238E27FC236}">
                  <a16:creationId xmlns:a16="http://schemas.microsoft.com/office/drawing/2014/main" id="{75CE5894-455F-4DA7-B40C-ACD94EA67907}"/>
                </a:ext>
              </a:extLst>
            </p:cNvPr>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8" name="ïśļïḑê">
              <a:extLst>
                <a:ext uri="{FF2B5EF4-FFF2-40B4-BE49-F238E27FC236}">
                  <a16:creationId xmlns:a16="http://schemas.microsoft.com/office/drawing/2014/main" id="{D633A5E8-A5C2-4B0B-A480-D58C4468AE43}"/>
                </a:ext>
              </a:extLst>
            </p:cNvPr>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9" name="îSľïde">
              <a:extLst>
                <a:ext uri="{FF2B5EF4-FFF2-40B4-BE49-F238E27FC236}">
                  <a16:creationId xmlns:a16="http://schemas.microsoft.com/office/drawing/2014/main" id="{A402306E-CAD3-4DB0-AF4E-997067554B60}"/>
                </a:ext>
              </a:extLst>
            </p:cNvPr>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0" name="iṧḻïdé">
              <a:extLst>
                <a:ext uri="{FF2B5EF4-FFF2-40B4-BE49-F238E27FC236}">
                  <a16:creationId xmlns:a16="http://schemas.microsoft.com/office/drawing/2014/main" id="{C1705A34-3DB6-437A-A1BB-8BD2B4CCA0CF}"/>
                </a:ext>
              </a:extLst>
            </p:cNvPr>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1" name="íŝļíḑé">
              <a:extLst>
                <a:ext uri="{FF2B5EF4-FFF2-40B4-BE49-F238E27FC236}">
                  <a16:creationId xmlns:a16="http://schemas.microsoft.com/office/drawing/2014/main" id="{A842F89E-D88D-4D8D-A9B3-868DBBC2D5C5}"/>
                </a:ext>
              </a:extLst>
            </p:cNvPr>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62" name="ï$ļiḑé">
              <a:extLst>
                <a:ext uri="{FF2B5EF4-FFF2-40B4-BE49-F238E27FC236}">
                  <a16:creationId xmlns:a16="http://schemas.microsoft.com/office/drawing/2014/main" id="{6DFEA774-122B-4DB8-9D71-4E32BE408BA9}"/>
                </a:ext>
              </a:extLst>
            </p:cNvPr>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3" name="îṧļïde">
              <a:extLst>
                <a:ext uri="{FF2B5EF4-FFF2-40B4-BE49-F238E27FC236}">
                  <a16:creationId xmlns:a16="http://schemas.microsoft.com/office/drawing/2014/main" id="{EB4C7614-7953-4AFE-A83B-59862BB2089B}"/>
                </a:ext>
              </a:extLst>
            </p:cNvPr>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4" name="íşlîḍè">
              <a:extLst>
                <a:ext uri="{FF2B5EF4-FFF2-40B4-BE49-F238E27FC236}">
                  <a16:creationId xmlns:a16="http://schemas.microsoft.com/office/drawing/2014/main" id="{A97EEFF7-0606-4EA3-83EB-A48D94B1A6C0}"/>
                </a:ext>
              </a:extLst>
            </p:cNvPr>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5" name="îŝļîďé">
              <a:extLst>
                <a:ext uri="{FF2B5EF4-FFF2-40B4-BE49-F238E27FC236}">
                  <a16:creationId xmlns:a16="http://schemas.microsoft.com/office/drawing/2014/main" id="{A4A7C46E-F536-466A-B4B2-5E8C98281567}"/>
                </a:ext>
              </a:extLst>
            </p:cNvPr>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6" name="îŝlîḑê">
              <a:extLst>
                <a:ext uri="{FF2B5EF4-FFF2-40B4-BE49-F238E27FC236}">
                  <a16:creationId xmlns:a16="http://schemas.microsoft.com/office/drawing/2014/main" id="{49689CD2-38A0-4A4A-92A2-C31D66A692BA}"/>
                </a:ext>
              </a:extLst>
            </p:cNvPr>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7" name="îṣḷïdè">
              <a:extLst>
                <a:ext uri="{FF2B5EF4-FFF2-40B4-BE49-F238E27FC236}">
                  <a16:creationId xmlns:a16="http://schemas.microsoft.com/office/drawing/2014/main" id="{10B2D671-5BBC-4583-8C52-9F694A501BB1}"/>
                </a:ext>
              </a:extLst>
            </p:cNvPr>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8" name="íśļîḍè">
              <a:extLst>
                <a:ext uri="{FF2B5EF4-FFF2-40B4-BE49-F238E27FC236}">
                  <a16:creationId xmlns:a16="http://schemas.microsoft.com/office/drawing/2014/main" id="{33DCAB73-131F-460A-A83F-6D9EC6AB510B}"/>
                </a:ext>
              </a:extLst>
            </p:cNvPr>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9" name="íśļïḍe">
              <a:extLst>
                <a:ext uri="{FF2B5EF4-FFF2-40B4-BE49-F238E27FC236}">
                  <a16:creationId xmlns:a16="http://schemas.microsoft.com/office/drawing/2014/main" id="{6EE01307-BAB0-4B5F-B416-FA63FD758A03}"/>
                </a:ext>
              </a:extLst>
            </p:cNvPr>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0" name="íŝliḓê">
              <a:extLst>
                <a:ext uri="{FF2B5EF4-FFF2-40B4-BE49-F238E27FC236}">
                  <a16:creationId xmlns:a16="http://schemas.microsoft.com/office/drawing/2014/main" id="{923BDF1A-1247-4031-818D-9692AF1E6F6A}"/>
                </a:ext>
              </a:extLst>
            </p:cNvPr>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1" name="iślïḓê">
              <a:extLst>
                <a:ext uri="{FF2B5EF4-FFF2-40B4-BE49-F238E27FC236}">
                  <a16:creationId xmlns:a16="http://schemas.microsoft.com/office/drawing/2014/main" id="{F97E2CE8-AC40-4FE1-AA20-1EED90D09B11}"/>
                </a:ext>
              </a:extLst>
            </p:cNvPr>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2" name="íSlïdè">
              <a:extLst>
                <a:ext uri="{FF2B5EF4-FFF2-40B4-BE49-F238E27FC236}">
                  <a16:creationId xmlns:a16="http://schemas.microsoft.com/office/drawing/2014/main" id="{03C3F821-5EFC-4E95-A1D3-B904589835EB}"/>
                </a:ext>
              </a:extLst>
            </p:cNvPr>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3" name="iṣḻïḍe">
              <a:extLst>
                <a:ext uri="{FF2B5EF4-FFF2-40B4-BE49-F238E27FC236}">
                  <a16:creationId xmlns:a16="http://schemas.microsoft.com/office/drawing/2014/main" id="{3A289843-3E7B-4D5F-A894-9E68DBBC6659}"/>
                </a:ext>
              </a:extLst>
            </p:cNvPr>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4" name="ïşľidé">
              <a:extLst>
                <a:ext uri="{FF2B5EF4-FFF2-40B4-BE49-F238E27FC236}">
                  <a16:creationId xmlns:a16="http://schemas.microsoft.com/office/drawing/2014/main" id="{8D972288-70D5-4D8F-8D7E-E2D0A4370FBE}"/>
                </a:ext>
              </a:extLst>
            </p:cNvPr>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5" name="ïṣliḋê">
              <a:extLst>
                <a:ext uri="{FF2B5EF4-FFF2-40B4-BE49-F238E27FC236}">
                  <a16:creationId xmlns:a16="http://schemas.microsoft.com/office/drawing/2014/main" id="{8125711D-7356-4AAF-B94F-629B7750AA06}"/>
                </a:ext>
              </a:extLst>
            </p:cNvPr>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6" name="îṩḻiḓê">
              <a:extLst>
                <a:ext uri="{FF2B5EF4-FFF2-40B4-BE49-F238E27FC236}">
                  <a16:creationId xmlns:a16="http://schemas.microsoft.com/office/drawing/2014/main" id="{54DD0477-266F-47D9-A1B3-654DC7549D43}"/>
                </a:ext>
              </a:extLst>
            </p:cNvPr>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7" name="iśļîḋè">
              <a:extLst>
                <a:ext uri="{FF2B5EF4-FFF2-40B4-BE49-F238E27FC236}">
                  <a16:creationId xmlns:a16="http://schemas.microsoft.com/office/drawing/2014/main" id="{9E0BD476-A2A9-44A8-AC1B-078CA232FCEA}"/>
                </a:ext>
              </a:extLst>
            </p:cNvPr>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8" name="iṣliḓê">
              <a:extLst>
                <a:ext uri="{FF2B5EF4-FFF2-40B4-BE49-F238E27FC236}">
                  <a16:creationId xmlns:a16="http://schemas.microsoft.com/office/drawing/2014/main" id="{D439D6E7-D246-441F-9B3B-344CBE90FC5A}"/>
                </a:ext>
              </a:extLst>
            </p:cNvPr>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9" name="íṡľiḍê">
              <a:extLst>
                <a:ext uri="{FF2B5EF4-FFF2-40B4-BE49-F238E27FC236}">
                  <a16:creationId xmlns:a16="http://schemas.microsoft.com/office/drawing/2014/main" id="{A0B73D91-CA21-4F41-8711-14F447B2B039}"/>
                </a:ext>
              </a:extLst>
            </p:cNvPr>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0" name="íšlîde">
              <a:extLst>
                <a:ext uri="{FF2B5EF4-FFF2-40B4-BE49-F238E27FC236}">
                  <a16:creationId xmlns:a16="http://schemas.microsoft.com/office/drawing/2014/main" id="{19C56E6E-7E66-4F9B-81F9-447BFCF8058C}"/>
                </a:ext>
              </a:extLst>
            </p:cNvPr>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1" name="îṡḷíḋé">
              <a:extLst>
                <a:ext uri="{FF2B5EF4-FFF2-40B4-BE49-F238E27FC236}">
                  <a16:creationId xmlns:a16="http://schemas.microsoft.com/office/drawing/2014/main" id="{AA26786A-33F6-4799-8124-2F3280A9056F}"/>
                </a:ext>
              </a:extLst>
            </p:cNvPr>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2" name="îsḻiḓe">
              <a:extLst>
                <a:ext uri="{FF2B5EF4-FFF2-40B4-BE49-F238E27FC236}">
                  <a16:creationId xmlns:a16="http://schemas.microsoft.com/office/drawing/2014/main" id="{0A9AF1F9-D4A7-42F5-8494-5894321E71A5}"/>
                </a:ext>
              </a:extLst>
            </p:cNvPr>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3" name="î$ļïdè">
              <a:extLst>
                <a:ext uri="{FF2B5EF4-FFF2-40B4-BE49-F238E27FC236}">
                  <a16:creationId xmlns:a16="http://schemas.microsoft.com/office/drawing/2014/main" id="{437FB684-A52D-4BD3-84B6-CD9514391BEE}"/>
                </a:ext>
              </a:extLst>
            </p:cNvPr>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4" name="îṧḷíḓê">
              <a:extLst>
                <a:ext uri="{FF2B5EF4-FFF2-40B4-BE49-F238E27FC236}">
                  <a16:creationId xmlns:a16="http://schemas.microsoft.com/office/drawing/2014/main" id="{8A30545F-54AC-4F16-B868-56852BBC950E}"/>
                </a:ext>
              </a:extLst>
            </p:cNvPr>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5" name="íṩ1iḑê">
              <a:extLst>
                <a:ext uri="{FF2B5EF4-FFF2-40B4-BE49-F238E27FC236}">
                  <a16:creationId xmlns:a16="http://schemas.microsoft.com/office/drawing/2014/main" id="{43D68ED0-6332-471C-868C-CA98F6C70A09}"/>
                </a:ext>
              </a:extLst>
            </p:cNvPr>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6" name="îṥlîdê">
              <a:extLst>
                <a:ext uri="{FF2B5EF4-FFF2-40B4-BE49-F238E27FC236}">
                  <a16:creationId xmlns:a16="http://schemas.microsoft.com/office/drawing/2014/main" id="{3E1B2E79-EF01-47F3-B15E-850567F50F93}"/>
                </a:ext>
              </a:extLst>
            </p:cNvPr>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7" name="îṧľîḑé">
              <a:extLst>
                <a:ext uri="{FF2B5EF4-FFF2-40B4-BE49-F238E27FC236}">
                  <a16:creationId xmlns:a16="http://schemas.microsoft.com/office/drawing/2014/main" id="{6B60D994-5928-48A3-A46F-F6503A674577}"/>
                </a:ext>
              </a:extLst>
            </p:cNvPr>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8" name="ï$ļíḑe">
              <a:extLst>
                <a:ext uri="{FF2B5EF4-FFF2-40B4-BE49-F238E27FC236}">
                  <a16:creationId xmlns:a16="http://schemas.microsoft.com/office/drawing/2014/main" id="{BC7C369F-10CE-413A-9D4A-791F350C3833}"/>
                </a:ext>
              </a:extLst>
            </p:cNvPr>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9" name="iṩḷïde">
              <a:extLst>
                <a:ext uri="{FF2B5EF4-FFF2-40B4-BE49-F238E27FC236}">
                  <a16:creationId xmlns:a16="http://schemas.microsoft.com/office/drawing/2014/main" id="{B33C4611-B3CF-4E8F-87B4-FF1DC73C49B4}"/>
                </a:ext>
              </a:extLst>
            </p:cNvPr>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0" name="í$ḷïďê">
              <a:extLst>
                <a:ext uri="{FF2B5EF4-FFF2-40B4-BE49-F238E27FC236}">
                  <a16:creationId xmlns:a16="http://schemas.microsoft.com/office/drawing/2014/main" id="{B4F39031-E537-434B-9059-F72AFF36592B}"/>
                </a:ext>
              </a:extLst>
            </p:cNvPr>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1" name="îśľïḑe">
              <a:extLst>
                <a:ext uri="{FF2B5EF4-FFF2-40B4-BE49-F238E27FC236}">
                  <a16:creationId xmlns:a16="http://schemas.microsoft.com/office/drawing/2014/main" id="{8BCCA550-19AE-4CC8-B1E4-BCA3C06F6346}"/>
                </a:ext>
              </a:extLst>
            </p:cNvPr>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2" name="ïSlîḍè">
              <a:extLst>
                <a:ext uri="{FF2B5EF4-FFF2-40B4-BE49-F238E27FC236}">
                  <a16:creationId xmlns:a16="http://schemas.microsoft.com/office/drawing/2014/main" id="{25006F89-AFE8-4E83-B129-B7047D9B8B5F}"/>
                </a:ext>
              </a:extLst>
            </p:cNvPr>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3" name="işliḍé">
              <a:extLst>
                <a:ext uri="{FF2B5EF4-FFF2-40B4-BE49-F238E27FC236}">
                  <a16:creationId xmlns:a16="http://schemas.microsoft.com/office/drawing/2014/main" id="{D5C5CB42-7BFA-4943-98AF-0835267487AF}"/>
                </a:ext>
              </a:extLst>
            </p:cNvPr>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4" name="ísḻïde">
              <a:extLst>
                <a:ext uri="{FF2B5EF4-FFF2-40B4-BE49-F238E27FC236}">
                  <a16:creationId xmlns:a16="http://schemas.microsoft.com/office/drawing/2014/main" id="{03BE8113-DB26-44ED-9D8F-2D35CD3BE1AE}"/>
                </a:ext>
              </a:extLst>
            </p:cNvPr>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5" name="iŝļiḋê">
              <a:extLst>
                <a:ext uri="{FF2B5EF4-FFF2-40B4-BE49-F238E27FC236}">
                  <a16:creationId xmlns:a16="http://schemas.microsoft.com/office/drawing/2014/main" id="{727E59AC-A853-4C97-BB87-810BB14B5822}"/>
                </a:ext>
              </a:extLst>
            </p:cNvPr>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6" name="iṧḷîdè">
              <a:extLst>
                <a:ext uri="{FF2B5EF4-FFF2-40B4-BE49-F238E27FC236}">
                  <a16:creationId xmlns:a16="http://schemas.microsoft.com/office/drawing/2014/main" id="{3F6D1332-0B69-4086-BC2B-135D94A9B720}"/>
                </a:ext>
              </a:extLst>
            </p:cNvPr>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7" name="isļíḍè">
              <a:extLst>
                <a:ext uri="{FF2B5EF4-FFF2-40B4-BE49-F238E27FC236}">
                  <a16:creationId xmlns:a16="http://schemas.microsoft.com/office/drawing/2014/main" id="{E494CB39-E3A9-4471-B974-A4BA997B31EB}"/>
                </a:ext>
              </a:extLst>
            </p:cNvPr>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8" name="ïṡ1íḓe">
              <a:extLst>
                <a:ext uri="{FF2B5EF4-FFF2-40B4-BE49-F238E27FC236}">
                  <a16:creationId xmlns:a16="http://schemas.microsoft.com/office/drawing/2014/main" id="{010784D3-717C-48EF-92E6-587281A8FC36}"/>
                </a:ext>
              </a:extLst>
            </p:cNvPr>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9" name="isḷiḑê">
              <a:extLst>
                <a:ext uri="{FF2B5EF4-FFF2-40B4-BE49-F238E27FC236}">
                  <a16:creationId xmlns:a16="http://schemas.microsoft.com/office/drawing/2014/main" id="{200F6CC8-A94E-4E5B-99E5-69DE3B24FC01}"/>
                </a:ext>
              </a:extLst>
            </p:cNvPr>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0" name="ïṥlíḓê">
              <a:extLst>
                <a:ext uri="{FF2B5EF4-FFF2-40B4-BE49-F238E27FC236}">
                  <a16:creationId xmlns:a16="http://schemas.microsoft.com/office/drawing/2014/main" id="{408CFCD2-6023-4A94-ADB4-A9B882ACC226}"/>
                </a:ext>
              </a:extLst>
            </p:cNvPr>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1" name="îṧḷíḍé">
              <a:extLst>
                <a:ext uri="{FF2B5EF4-FFF2-40B4-BE49-F238E27FC236}">
                  <a16:creationId xmlns:a16="http://schemas.microsoft.com/office/drawing/2014/main" id="{3B42A7DC-D6F6-429D-A033-85E534D59D89}"/>
                </a:ext>
              </a:extLst>
            </p:cNvPr>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2" name="îṩḻïďè">
              <a:extLst>
                <a:ext uri="{FF2B5EF4-FFF2-40B4-BE49-F238E27FC236}">
                  <a16:creationId xmlns:a16="http://schemas.microsoft.com/office/drawing/2014/main" id="{3B77DA33-D7D5-47D5-BC59-A3866C51109D}"/>
                </a:ext>
              </a:extLst>
            </p:cNvPr>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3" name="ïşļídé">
              <a:extLst>
                <a:ext uri="{FF2B5EF4-FFF2-40B4-BE49-F238E27FC236}">
                  <a16:creationId xmlns:a16="http://schemas.microsoft.com/office/drawing/2014/main" id="{B505E3FD-85CF-4C43-9745-5B0F066517FC}"/>
                </a:ext>
              </a:extLst>
            </p:cNvPr>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4" name="iṧḻíďe">
              <a:extLst>
                <a:ext uri="{FF2B5EF4-FFF2-40B4-BE49-F238E27FC236}">
                  <a16:creationId xmlns:a16="http://schemas.microsoft.com/office/drawing/2014/main" id="{49990EB1-189A-499F-BD08-B63F1049C047}"/>
                </a:ext>
              </a:extLst>
            </p:cNvPr>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5" name="ïSlïḓé">
              <a:extLst>
                <a:ext uri="{FF2B5EF4-FFF2-40B4-BE49-F238E27FC236}">
                  <a16:creationId xmlns:a16="http://schemas.microsoft.com/office/drawing/2014/main" id="{7CE34E5E-9DED-4B66-821E-5BD35DD580B7}"/>
                </a:ext>
              </a:extLst>
            </p:cNvPr>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6" name="išľîḑé">
              <a:extLst>
                <a:ext uri="{FF2B5EF4-FFF2-40B4-BE49-F238E27FC236}">
                  <a16:creationId xmlns:a16="http://schemas.microsoft.com/office/drawing/2014/main" id="{84EE8FCD-E9BB-4498-BAA4-82F9765BD94D}"/>
                </a:ext>
              </a:extLst>
            </p:cNvPr>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7" name="îṥḻîďè">
              <a:extLst>
                <a:ext uri="{FF2B5EF4-FFF2-40B4-BE49-F238E27FC236}">
                  <a16:creationId xmlns:a16="http://schemas.microsoft.com/office/drawing/2014/main" id="{2621DB0F-28C8-4973-8E8A-FC4D82C96778}"/>
                </a:ext>
              </a:extLst>
            </p:cNvPr>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8" name="i$líḋé">
              <a:extLst>
                <a:ext uri="{FF2B5EF4-FFF2-40B4-BE49-F238E27FC236}">
                  <a16:creationId xmlns:a16="http://schemas.microsoft.com/office/drawing/2014/main" id="{BC3DA261-9042-4BD0-BE51-32336BF57602}"/>
                </a:ext>
              </a:extLst>
            </p:cNvPr>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9" name="iṡľîḋê">
              <a:extLst>
                <a:ext uri="{FF2B5EF4-FFF2-40B4-BE49-F238E27FC236}">
                  <a16:creationId xmlns:a16="http://schemas.microsoft.com/office/drawing/2014/main" id="{AB009EE5-AB8A-4AE0-AC30-4134E7AD8855}"/>
                </a:ext>
              </a:extLst>
            </p:cNvPr>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0" name="ïśḷîḍè">
              <a:extLst>
                <a:ext uri="{FF2B5EF4-FFF2-40B4-BE49-F238E27FC236}">
                  <a16:creationId xmlns:a16="http://schemas.microsoft.com/office/drawing/2014/main" id="{A8191EB7-B3B5-4742-86BC-3E058D2E34DF}"/>
                </a:ext>
              </a:extLst>
            </p:cNvPr>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1" name="íṣļíḓe">
              <a:extLst>
                <a:ext uri="{FF2B5EF4-FFF2-40B4-BE49-F238E27FC236}">
                  <a16:creationId xmlns:a16="http://schemas.microsoft.com/office/drawing/2014/main" id="{6263E293-B656-4250-837F-1C543D656E00}"/>
                </a:ext>
              </a:extLst>
            </p:cNvPr>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2" name="ïslïḓé">
              <a:extLst>
                <a:ext uri="{FF2B5EF4-FFF2-40B4-BE49-F238E27FC236}">
                  <a16:creationId xmlns:a16="http://schemas.microsoft.com/office/drawing/2014/main" id="{F6B34AF1-B86C-4763-B2E5-E66E1750B689}"/>
                </a:ext>
              </a:extLst>
            </p:cNvPr>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3" name="ïṣḻîḋé">
              <a:extLst>
                <a:ext uri="{FF2B5EF4-FFF2-40B4-BE49-F238E27FC236}">
                  <a16:creationId xmlns:a16="http://schemas.microsoft.com/office/drawing/2014/main" id="{BDD92FF5-A72F-4BCD-A556-5501DCC0BB58}"/>
                </a:ext>
              </a:extLst>
            </p:cNvPr>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4" name="ïṥḷîḓè">
              <a:extLst>
                <a:ext uri="{FF2B5EF4-FFF2-40B4-BE49-F238E27FC236}">
                  <a16:creationId xmlns:a16="http://schemas.microsoft.com/office/drawing/2014/main" id="{E972B1AC-906E-4A1A-827C-2F0B7F55F4B5}"/>
                </a:ext>
              </a:extLst>
            </p:cNvPr>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5" name="iṥḷíďè">
              <a:extLst>
                <a:ext uri="{FF2B5EF4-FFF2-40B4-BE49-F238E27FC236}">
                  <a16:creationId xmlns:a16="http://schemas.microsoft.com/office/drawing/2014/main" id="{FBD1BCDC-1A62-4EC1-B6F9-A12B5D34115F}"/>
                </a:ext>
              </a:extLst>
            </p:cNvPr>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6" name="ïş1ídè">
              <a:extLst>
                <a:ext uri="{FF2B5EF4-FFF2-40B4-BE49-F238E27FC236}">
                  <a16:creationId xmlns:a16="http://schemas.microsoft.com/office/drawing/2014/main" id="{F483762B-14FE-43CF-9084-F5629718BD4A}"/>
                </a:ext>
              </a:extLst>
            </p:cNvPr>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7" name="îŝļiḑe">
              <a:extLst>
                <a:ext uri="{FF2B5EF4-FFF2-40B4-BE49-F238E27FC236}">
                  <a16:creationId xmlns:a16="http://schemas.microsoft.com/office/drawing/2014/main" id="{9B0B9154-A380-4368-BB4F-EDDF54B6DB86}"/>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8" name="í$ļïḓé">
              <a:extLst>
                <a:ext uri="{FF2B5EF4-FFF2-40B4-BE49-F238E27FC236}">
                  <a16:creationId xmlns:a16="http://schemas.microsoft.com/office/drawing/2014/main" id="{D96D5B5F-123C-458B-9BB9-9C3A0EA57DF9}"/>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9" name="i$1iďê">
              <a:extLst>
                <a:ext uri="{FF2B5EF4-FFF2-40B4-BE49-F238E27FC236}">
                  <a16:creationId xmlns:a16="http://schemas.microsoft.com/office/drawing/2014/main" id="{0F8E251A-764F-46DD-A2AF-CEEDC286FAC4}"/>
                </a:ext>
              </a:extLst>
            </p:cNvPr>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20" name="îšḷiḍe">
              <a:extLst>
                <a:ext uri="{FF2B5EF4-FFF2-40B4-BE49-F238E27FC236}">
                  <a16:creationId xmlns:a16="http://schemas.microsoft.com/office/drawing/2014/main" id="{BCF4FAA7-3029-465C-867F-4DA8F3D63F7C}"/>
                </a:ext>
              </a:extLst>
            </p:cNvPr>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21" name="íṥlïdê">
              <a:extLst>
                <a:ext uri="{FF2B5EF4-FFF2-40B4-BE49-F238E27FC236}">
                  <a16:creationId xmlns:a16="http://schemas.microsoft.com/office/drawing/2014/main" id="{1CFD5B42-B883-4E70-8A40-123583157676}"/>
                </a:ext>
              </a:extLst>
            </p:cNvPr>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22" name="íśľîďé">
              <a:extLst>
                <a:ext uri="{FF2B5EF4-FFF2-40B4-BE49-F238E27FC236}">
                  <a16:creationId xmlns:a16="http://schemas.microsoft.com/office/drawing/2014/main" id="{33F55314-5C4A-413E-9286-307386F2939A}"/>
                </a:ext>
              </a:extLst>
            </p:cNvPr>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23" name="iŝḻîdé">
              <a:extLst>
                <a:ext uri="{FF2B5EF4-FFF2-40B4-BE49-F238E27FC236}">
                  <a16:creationId xmlns:a16="http://schemas.microsoft.com/office/drawing/2014/main" id="{A21AF329-E238-44E6-AE88-C8867288C3C6}"/>
                </a:ext>
              </a:extLst>
            </p:cNvPr>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4" name="ïsḷiḍé">
              <a:extLst>
                <a:ext uri="{FF2B5EF4-FFF2-40B4-BE49-F238E27FC236}">
                  <a16:creationId xmlns:a16="http://schemas.microsoft.com/office/drawing/2014/main" id="{51C959C5-542A-44A4-8BAB-1584A67D06B9}"/>
                </a:ext>
              </a:extLst>
            </p:cNvPr>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5" name="íṧ1iďè">
              <a:extLst>
                <a:ext uri="{FF2B5EF4-FFF2-40B4-BE49-F238E27FC236}">
                  <a16:creationId xmlns:a16="http://schemas.microsoft.com/office/drawing/2014/main" id="{7BF8F61B-A887-4076-B3C7-DFA206873A03}"/>
                </a:ext>
              </a:extLst>
            </p:cNvPr>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6" name="îṩľíḓe">
              <a:extLst>
                <a:ext uri="{FF2B5EF4-FFF2-40B4-BE49-F238E27FC236}">
                  <a16:creationId xmlns:a16="http://schemas.microsoft.com/office/drawing/2014/main" id="{82A23B41-ED6C-4C11-983C-DD3AE78E87C5}"/>
                </a:ext>
              </a:extLst>
            </p:cNvPr>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7" name="ïṡ1ïḑé">
              <a:extLst>
                <a:ext uri="{FF2B5EF4-FFF2-40B4-BE49-F238E27FC236}">
                  <a16:creationId xmlns:a16="http://schemas.microsoft.com/office/drawing/2014/main" id="{2166A2E0-62A4-40FC-A3C7-305961801723}"/>
                </a:ext>
              </a:extLst>
            </p:cNvPr>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8" name="iṡlíďe">
              <a:extLst>
                <a:ext uri="{FF2B5EF4-FFF2-40B4-BE49-F238E27FC236}">
                  <a16:creationId xmlns:a16="http://schemas.microsoft.com/office/drawing/2014/main" id="{4E2DA0B2-C960-406F-A1A7-8C40D0FE2A54}"/>
                </a:ext>
              </a:extLst>
            </p:cNvPr>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9" name="ïšḷiḍè">
              <a:extLst>
                <a:ext uri="{FF2B5EF4-FFF2-40B4-BE49-F238E27FC236}">
                  <a16:creationId xmlns:a16="http://schemas.microsoft.com/office/drawing/2014/main" id="{B9A51847-373B-4842-9BB1-521F4FEBB8A4}"/>
                </a:ext>
              </a:extLst>
            </p:cNvPr>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0" name="í$1îḓè">
              <a:extLst>
                <a:ext uri="{FF2B5EF4-FFF2-40B4-BE49-F238E27FC236}">
                  <a16:creationId xmlns:a16="http://schemas.microsoft.com/office/drawing/2014/main" id="{64C4DD33-757E-4AAE-AF35-26C171E0D0A1}"/>
                </a:ext>
              </a:extLst>
            </p:cNvPr>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1" name="î$ľidé">
              <a:extLst>
                <a:ext uri="{FF2B5EF4-FFF2-40B4-BE49-F238E27FC236}">
                  <a16:creationId xmlns:a16="http://schemas.microsoft.com/office/drawing/2014/main" id="{40DE11D0-0865-488C-86C1-55D1FE4A13B2}"/>
                </a:ext>
              </a:extLst>
            </p:cNvPr>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2" name="išḻïďê">
              <a:extLst>
                <a:ext uri="{FF2B5EF4-FFF2-40B4-BE49-F238E27FC236}">
                  <a16:creationId xmlns:a16="http://schemas.microsoft.com/office/drawing/2014/main" id="{AC714861-C9A0-4609-9CE7-30A3D6BB08D4}"/>
                </a:ext>
              </a:extLst>
            </p:cNvPr>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3" name="îSļíďê">
              <a:extLst>
                <a:ext uri="{FF2B5EF4-FFF2-40B4-BE49-F238E27FC236}">
                  <a16:creationId xmlns:a16="http://schemas.microsoft.com/office/drawing/2014/main" id="{C78F05B6-D841-414A-9C7A-D36A704E6496}"/>
                </a:ext>
              </a:extLst>
            </p:cNvPr>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4" name="íṧḻiḋe">
              <a:extLst>
                <a:ext uri="{FF2B5EF4-FFF2-40B4-BE49-F238E27FC236}">
                  <a16:creationId xmlns:a16="http://schemas.microsoft.com/office/drawing/2014/main" id="{45DEBD76-DD13-4EEA-AA40-F9AA26493382}"/>
                </a:ext>
              </a:extLst>
            </p:cNvPr>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5" name="îṡ1iďé">
              <a:extLst>
                <a:ext uri="{FF2B5EF4-FFF2-40B4-BE49-F238E27FC236}">
                  <a16:creationId xmlns:a16="http://schemas.microsoft.com/office/drawing/2014/main" id="{55B9EE34-4470-4AE8-A45E-8BA14042055B}"/>
                </a:ext>
              </a:extLst>
            </p:cNvPr>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6" name="ï$ḷïdè">
              <a:extLst>
                <a:ext uri="{FF2B5EF4-FFF2-40B4-BE49-F238E27FC236}">
                  <a16:creationId xmlns:a16="http://schemas.microsoft.com/office/drawing/2014/main" id="{5C21C7F1-9EB1-451F-B650-0E3113817816}"/>
                </a:ext>
              </a:extLst>
            </p:cNvPr>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7" name="işlîḋê">
              <a:extLst>
                <a:ext uri="{FF2B5EF4-FFF2-40B4-BE49-F238E27FC236}">
                  <a16:creationId xmlns:a16="http://schemas.microsoft.com/office/drawing/2014/main" id="{DB46C420-77E6-4B16-9EC0-7F1C13DEA62A}"/>
                </a:ext>
              </a:extLst>
            </p:cNvPr>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8" name="işḻïḑè">
              <a:extLst>
                <a:ext uri="{FF2B5EF4-FFF2-40B4-BE49-F238E27FC236}">
                  <a16:creationId xmlns:a16="http://schemas.microsoft.com/office/drawing/2014/main" id="{554AAED4-FDDA-4072-A211-A24C614B73E2}"/>
                </a:ext>
              </a:extLst>
            </p:cNvPr>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9" name="ïslidê">
              <a:extLst>
                <a:ext uri="{FF2B5EF4-FFF2-40B4-BE49-F238E27FC236}">
                  <a16:creationId xmlns:a16="http://schemas.microsoft.com/office/drawing/2014/main" id="{8494EE97-27CB-446B-B440-72A364D80CB9}"/>
                </a:ext>
              </a:extLst>
            </p:cNvPr>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0" name="íṣḻíḑê">
              <a:extLst>
                <a:ext uri="{FF2B5EF4-FFF2-40B4-BE49-F238E27FC236}">
                  <a16:creationId xmlns:a16="http://schemas.microsoft.com/office/drawing/2014/main" id="{721463A9-8F1B-48B4-9EA5-30D1978ED389}"/>
                </a:ext>
              </a:extLst>
            </p:cNvPr>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1" name="ísḻídé">
              <a:extLst>
                <a:ext uri="{FF2B5EF4-FFF2-40B4-BE49-F238E27FC236}">
                  <a16:creationId xmlns:a16="http://schemas.microsoft.com/office/drawing/2014/main" id="{CFA908AF-6CB0-4506-AD86-DC34FF258A97}"/>
                </a:ext>
              </a:extLst>
            </p:cNvPr>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2" name="iṧḻide">
              <a:extLst>
                <a:ext uri="{FF2B5EF4-FFF2-40B4-BE49-F238E27FC236}">
                  <a16:creationId xmlns:a16="http://schemas.microsoft.com/office/drawing/2014/main" id="{A9B305F9-A282-43C9-878C-6BC701B6EC9A}"/>
                </a:ext>
              </a:extLst>
            </p:cNvPr>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3" name="îṧļïďe">
              <a:extLst>
                <a:ext uri="{FF2B5EF4-FFF2-40B4-BE49-F238E27FC236}">
                  <a16:creationId xmlns:a16="http://schemas.microsoft.com/office/drawing/2014/main" id="{B2FA1BC1-B0FC-4D85-9F70-E4BF08442779}"/>
                </a:ext>
              </a:extLst>
            </p:cNvPr>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4" name="iṣḷîḋê">
              <a:extLst>
                <a:ext uri="{FF2B5EF4-FFF2-40B4-BE49-F238E27FC236}">
                  <a16:creationId xmlns:a16="http://schemas.microsoft.com/office/drawing/2014/main" id="{B017932D-E63B-4603-AC5C-61AF06B1ABF1}"/>
                </a:ext>
              </a:extLst>
            </p:cNvPr>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5" name="íŝ1ïḍè">
              <a:extLst>
                <a:ext uri="{FF2B5EF4-FFF2-40B4-BE49-F238E27FC236}">
                  <a16:creationId xmlns:a16="http://schemas.microsoft.com/office/drawing/2014/main" id="{FBCAA73B-AD09-4531-A83D-057FA39E504F}"/>
                </a:ext>
              </a:extLst>
            </p:cNvPr>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6" name="íŝlîḋe">
              <a:extLst>
                <a:ext uri="{FF2B5EF4-FFF2-40B4-BE49-F238E27FC236}">
                  <a16:creationId xmlns:a16="http://schemas.microsoft.com/office/drawing/2014/main" id="{14D6A536-8298-4C92-819C-1DFB5E03DC69}"/>
                </a:ext>
              </a:extLst>
            </p:cNvPr>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7" name="iŝḻiďê">
              <a:extLst>
                <a:ext uri="{FF2B5EF4-FFF2-40B4-BE49-F238E27FC236}">
                  <a16:creationId xmlns:a16="http://schemas.microsoft.com/office/drawing/2014/main" id="{C36771F1-C16F-41B9-9B46-3BCA6DE405EB}"/>
                </a:ext>
              </a:extLst>
            </p:cNvPr>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8" name="îṥḻiḍè">
              <a:extLst>
                <a:ext uri="{FF2B5EF4-FFF2-40B4-BE49-F238E27FC236}">
                  <a16:creationId xmlns:a16="http://schemas.microsoft.com/office/drawing/2014/main" id="{AA773D05-8BC2-4071-8388-22218A5C3F7C}"/>
                </a:ext>
              </a:extLst>
            </p:cNvPr>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9" name="íṩḷîḋe">
              <a:extLst>
                <a:ext uri="{FF2B5EF4-FFF2-40B4-BE49-F238E27FC236}">
                  <a16:creationId xmlns:a16="http://schemas.microsoft.com/office/drawing/2014/main" id="{16F05F34-9737-4A81-BFB1-78729D6118E7}"/>
                </a:ext>
              </a:extLst>
            </p:cNvPr>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0" name="iṧḻiḋè">
              <a:extLst>
                <a:ext uri="{FF2B5EF4-FFF2-40B4-BE49-F238E27FC236}">
                  <a16:creationId xmlns:a16="http://schemas.microsoft.com/office/drawing/2014/main" id="{EF40A122-E760-48C6-B640-FD17E1844128}"/>
                </a:ext>
              </a:extLst>
            </p:cNvPr>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1" name="î$ľíḓè">
              <a:extLst>
                <a:ext uri="{FF2B5EF4-FFF2-40B4-BE49-F238E27FC236}">
                  <a16:creationId xmlns:a16="http://schemas.microsoft.com/office/drawing/2014/main" id="{9474268F-CB40-4FF5-83CF-8A1E9020AABE}"/>
                </a:ext>
              </a:extLst>
            </p:cNvPr>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2" name="ïsľíďe">
              <a:extLst>
                <a:ext uri="{FF2B5EF4-FFF2-40B4-BE49-F238E27FC236}">
                  <a16:creationId xmlns:a16="http://schemas.microsoft.com/office/drawing/2014/main" id="{C4144588-4C81-4C74-99BA-440E00EF16AB}"/>
                </a:ext>
              </a:extLst>
            </p:cNvPr>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3" name="íšḷïdé">
              <a:extLst>
                <a:ext uri="{FF2B5EF4-FFF2-40B4-BE49-F238E27FC236}">
                  <a16:creationId xmlns:a16="http://schemas.microsoft.com/office/drawing/2014/main" id="{B867CC4F-4A22-4C04-B91F-9B781493E385}"/>
                </a:ext>
              </a:extLst>
            </p:cNvPr>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4" name="ïslîḍê">
              <a:extLst>
                <a:ext uri="{FF2B5EF4-FFF2-40B4-BE49-F238E27FC236}">
                  <a16:creationId xmlns:a16="http://schemas.microsoft.com/office/drawing/2014/main" id="{0358A171-8FED-4BC9-900B-3B20160C4F70}"/>
                </a:ext>
              </a:extLst>
            </p:cNvPr>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5" name="îŝľíḍè">
              <a:extLst>
                <a:ext uri="{FF2B5EF4-FFF2-40B4-BE49-F238E27FC236}">
                  <a16:creationId xmlns:a16="http://schemas.microsoft.com/office/drawing/2014/main" id="{AB8A7EE5-A759-46B2-B62F-0D1AD44C4753}"/>
                </a:ext>
              </a:extLst>
            </p:cNvPr>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6" name="íşľîḑé">
              <a:extLst>
                <a:ext uri="{FF2B5EF4-FFF2-40B4-BE49-F238E27FC236}">
                  <a16:creationId xmlns:a16="http://schemas.microsoft.com/office/drawing/2014/main" id="{2F94DFCA-7687-4EE1-865C-ED1BB0D9CD81}"/>
                </a:ext>
              </a:extLst>
            </p:cNvPr>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7" name="íSḷîḍè">
              <a:extLst>
                <a:ext uri="{FF2B5EF4-FFF2-40B4-BE49-F238E27FC236}">
                  <a16:creationId xmlns:a16="http://schemas.microsoft.com/office/drawing/2014/main" id="{3331099C-8E8C-4061-A606-42A5E1AA1BD9}"/>
                </a:ext>
              </a:extLst>
            </p:cNvPr>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8" name="ïşļîḍè">
              <a:extLst>
                <a:ext uri="{FF2B5EF4-FFF2-40B4-BE49-F238E27FC236}">
                  <a16:creationId xmlns:a16="http://schemas.microsoft.com/office/drawing/2014/main" id="{8A46B865-583C-4D94-AF0E-BDEBE7C882FE}"/>
                </a:ext>
              </a:extLst>
            </p:cNvPr>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9" name="ísḷiḋe">
              <a:extLst>
                <a:ext uri="{FF2B5EF4-FFF2-40B4-BE49-F238E27FC236}">
                  <a16:creationId xmlns:a16="http://schemas.microsoft.com/office/drawing/2014/main" id="{2765E0E6-4DC3-4AC4-A700-2536E04CE282}"/>
                </a:ext>
              </a:extLst>
            </p:cNvPr>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0" name="išḷîḓe">
              <a:extLst>
                <a:ext uri="{FF2B5EF4-FFF2-40B4-BE49-F238E27FC236}">
                  <a16:creationId xmlns:a16="http://schemas.microsoft.com/office/drawing/2014/main" id="{B8059D50-7E4A-4FC0-B8A7-9E88807BACA9}"/>
                </a:ext>
              </a:extLst>
            </p:cNvPr>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1" name="ïṩļidê">
              <a:extLst>
                <a:ext uri="{FF2B5EF4-FFF2-40B4-BE49-F238E27FC236}">
                  <a16:creationId xmlns:a16="http://schemas.microsoft.com/office/drawing/2014/main" id="{8639F10C-00E3-4463-B81D-237C457DFFE3}"/>
                </a:ext>
              </a:extLst>
            </p:cNvPr>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2" name="îṧliḑe">
              <a:extLst>
                <a:ext uri="{FF2B5EF4-FFF2-40B4-BE49-F238E27FC236}">
                  <a16:creationId xmlns:a16="http://schemas.microsoft.com/office/drawing/2014/main" id="{E6C9CBCE-9E35-43E6-BD67-545B5CD2584E}"/>
                </a:ext>
              </a:extLst>
            </p:cNvPr>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3" name="ïśḷïḓè">
              <a:extLst>
                <a:ext uri="{FF2B5EF4-FFF2-40B4-BE49-F238E27FC236}">
                  <a16:creationId xmlns:a16="http://schemas.microsoft.com/office/drawing/2014/main" id="{F45696ED-B237-48BD-8DE6-AC31678A7450}"/>
                </a:ext>
              </a:extLst>
            </p:cNvPr>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4" name="ísliďè">
              <a:extLst>
                <a:ext uri="{FF2B5EF4-FFF2-40B4-BE49-F238E27FC236}">
                  <a16:creationId xmlns:a16="http://schemas.microsoft.com/office/drawing/2014/main" id="{83BD11A3-EE62-4F8F-9482-F0056485EB89}"/>
                </a:ext>
              </a:extLst>
            </p:cNvPr>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5" name="ïsḷíḍé">
              <a:extLst>
                <a:ext uri="{FF2B5EF4-FFF2-40B4-BE49-F238E27FC236}">
                  <a16:creationId xmlns:a16="http://schemas.microsoft.com/office/drawing/2014/main" id="{FF68FEB3-6D3B-4EF0-A481-024F83D76534}"/>
                </a:ext>
              </a:extLst>
            </p:cNvPr>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6" name="ïšlîḑê">
              <a:extLst>
                <a:ext uri="{FF2B5EF4-FFF2-40B4-BE49-F238E27FC236}">
                  <a16:creationId xmlns:a16="http://schemas.microsoft.com/office/drawing/2014/main" id="{5835D47F-40B1-4A98-9F33-EABCF90DD7CC}"/>
                </a:ext>
              </a:extLst>
            </p:cNvPr>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7" name="îṧḻîḓé">
              <a:extLst>
                <a:ext uri="{FF2B5EF4-FFF2-40B4-BE49-F238E27FC236}">
                  <a16:creationId xmlns:a16="http://schemas.microsoft.com/office/drawing/2014/main" id="{FA5E7EB7-F93C-41F9-A037-2634ECF9EEF6}"/>
                </a:ext>
              </a:extLst>
            </p:cNvPr>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8" name="iśļîḋê">
              <a:extLst>
                <a:ext uri="{FF2B5EF4-FFF2-40B4-BE49-F238E27FC236}">
                  <a16:creationId xmlns:a16="http://schemas.microsoft.com/office/drawing/2014/main" id="{BCB488CD-792E-41FB-8F43-167C74C8BB3E}"/>
                </a:ext>
              </a:extLst>
            </p:cNvPr>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grpSp>
      <p:sp>
        <p:nvSpPr>
          <p:cNvPr id="278" name="矩形: 圆角 277">
            <a:extLst>
              <a:ext uri="{FF2B5EF4-FFF2-40B4-BE49-F238E27FC236}">
                <a16:creationId xmlns:a16="http://schemas.microsoft.com/office/drawing/2014/main" id="{2AAEEF5F-C630-4B14-8169-27DC23FABB1C}"/>
              </a:ext>
            </a:extLst>
          </p:cNvPr>
          <p:cNvSpPr/>
          <p:nvPr/>
        </p:nvSpPr>
        <p:spPr>
          <a:xfrm>
            <a:off x="6578538" y="4797773"/>
            <a:ext cx="1763493" cy="384050"/>
          </a:xfrm>
          <a:prstGeom prst="roundRect">
            <a:avLst>
              <a:gd name="adj" fmla="val 50000"/>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i="0" u="none" strike="noStrike" kern="1200" cap="none" spc="0" normalizeH="0" baseline="0" noProof="0" dirty="0">
                <a:ln>
                  <a:noFill/>
                </a:ln>
                <a:solidFill>
                  <a:srgbClr val="FFFFFF"/>
                </a:solidFill>
                <a:effectLst/>
                <a:uLnTx/>
                <a:uFillTx/>
                <a:cs typeface="+mn-ea"/>
                <a:sym typeface="+mn-lt"/>
              </a:rPr>
              <a:t>指导老师：一段儿</a:t>
            </a:r>
          </a:p>
        </p:txBody>
      </p:sp>
      <p:grpSp>
        <p:nvGrpSpPr>
          <p:cNvPr id="281" name="组合 280">
            <a:extLst>
              <a:ext uri="{FF2B5EF4-FFF2-40B4-BE49-F238E27FC236}">
                <a16:creationId xmlns:a16="http://schemas.microsoft.com/office/drawing/2014/main" id="{6DF0CCBC-8C63-4B5B-B9D1-69B8C83E5DE8}"/>
              </a:ext>
            </a:extLst>
          </p:cNvPr>
          <p:cNvGrpSpPr/>
          <p:nvPr/>
        </p:nvGrpSpPr>
        <p:grpSpPr>
          <a:xfrm>
            <a:off x="4456311" y="3637634"/>
            <a:ext cx="3128748" cy="307777"/>
            <a:chOff x="4536162" y="6119842"/>
            <a:chExt cx="3128748" cy="307777"/>
          </a:xfrm>
        </p:grpSpPr>
        <p:sp>
          <p:nvSpPr>
            <p:cNvPr id="282" name="文本框 281">
              <a:extLst>
                <a:ext uri="{FF2B5EF4-FFF2-40B4-BE49-F238E27FC236}">
                  <a16:creationId xmlns:a16="http://schemas.microsoft.com/office/drawing/2014/main" id="{63E1994A-2252-4E3B-8E83-914FAA67FCA6}"/>
                </a:ext>
              </a:extLst>
            </p:cNvPr>
            <p:cNvSpPr txBox="1"/>
            <p:nvPr/>
          </p:nvSpPr>
          <p:spPr>
            <a:xfrm>
              <a:off x="4658184"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团结</a:t>
              </a:r>
            </a:p>
          </p:txBody>
        </p:sp>
        <p:sp>
          <p:nvSpPr>
            <p:cNvPr id="283" name="文本框 282">
              <a:extLst>
                <a:ext uri="{FF2B5EF4-FFF2-40B4-BE49-F238E27FC236}">
                  <a16:creationId xmlns:a16="http://schemas.microsoft.com/office/drawing/2014/main" id="{527AB92A-5769-4EB0-8559-BFC4BB12C7D0}"/>
                </a:ext>
              </a:extLst>
            </p:cNvPr>
            <p:cNvSpPr txBox="1"/>
            <p:nvPr/>
          </p:nvSpPr>
          <p:spPr>
            <a:xfrm>
              <a:off x="5429858"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献身</a:t>
              </a:r>
            </a:p>
          </p:txBody>
        </p:sp>
        <p:sp>
          <p:nvSpPr>
            <p:cNvPr id="284" name="文本框 283">
              <a:extLst>
                <a:ext uri="{FF2B5EF4-FFF2-40B4-BE49-F238E27FC236}">
                  <a16:creationId xmlns:a16="http://schemas.microsoft.com/office/drawing/2014/main" id="{F3ABF5A7-5556-477A-B8F7-6B90818D7090}"/>
                </a:ext>
              </a:extLst>
            </p:cNvPr>
            <p:cNvSpPr txBox="1"/>
            <p:nvPr/>
          </p:nvSpPr>
          <p:spPr>
            <a:xfrm>
              <a:off x="6201532"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求是</a:t>
              </a:r>
            </a:p>
          </p:txBody>
        </p:sp>
        <p:sp>
          <p:nvSpPr>
            <p:cNvPr id="285" name="文本框 284">
              <a:extLst>
                <a:ext uri="{FF2B5EF4-FFF2-40B4-BE49-F238E27FC236}">
                  <a16:creationId xmlns:a16="http://schemas.microsoft.com/office/drawing/2014/main" id="{D8498297-4871-41EB-BF68-DDB22124118E}"/>
                </a:ext>
              </a:extLst>
            </p:cNvPr>
            <p:cNvSpPr txBox="1"/>
            <p:nvPr/>
          </p:nvSpPr>
          <p:spPr>
            <a:xfrm>
              <a:off x="6973204"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创新</a:t>
              </a:r>
            </a:p>
          </p:txBody>
        </p:sp>
        <p:cxnSp>
          <p:nvCxnSpPr>
            <p:cNvPr id="286" name="直接连接符 285">
              <a:extLst>
                <a:ext uri="{FF2B5EF4-FFF2-40B4-BE49-F238E27FC236}">
                  <a16:creationId xmlns:a16="http://schemas.microsoft.com/office/drawing/2014/main" id="{CDBAD16C-5777-41DF-9A46-8A0B83EF469E}"/>
                </a:ext>
              </a:extLst>
            </p:cNvPr>
            <p:cNvCxnSpPr/>
            <p:nvPr userDrawn="1"/>
          </p:nvCxnSpPr>
          <p:spPr>
            <a:xfrm>
              <a:off x="6096001"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287" name="直接连接符 286">
              <a:extLst>
                <a:ext uri="{FF2B5EF4-FFF2-40B4-BE49-F238E27FC236}">
                  <a16:creationId xmlns:a16="http://schemas.microsoft.com/office/drawing/2014/main" id="{91037231-3527-4640-A035-124CC04A173F}"/>
                </a:ext>
              </a:extLst>
            </p:cNvPr>
            <p:cNvCxnSpPr>
              <a:cxnSpLocks/>
            </p:cNvCxnSpPr>
            <p:nvPr userDrawn="1"/>
          </p:nvCxnSpPr>
          <p:spPr>
            <a:xfrm>
              <a:off x="5324328"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288" name="直接连接符 287">
              <a:extLst>
                <a:ext uri="{FF2B5EF4-FFF2-40B4-BE49-F238E27FC236}">
                  <a16:creationId xmlns:a16="http://schemas.microsoft.com/office/drawing/2014/main" id="{395B73E2-C45B-4A73-A3CA-33E87CE59F79}"/>
                </a:ext>
              </a:extLst>
            </p:cNvPr>
            <p:cNvCxnSpPr/>
            <p:nvPr userDrawn="1"/>
          </p:nvCxnSpPr>
          <p:spPr>
            <a:xfrm>
              <a:off x="6867675"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428" name="直接连接符 427">
              <a:extLst>
                <a:ext uri="{FF2B5EF4-FFF2-40B4-BE49-F238E27FC236}">
                  <a16:creationId xmlns:a16="http://schemas.microsoft.com/office/drawing/2014/main" id="{50C9B507-005B-4EE5-A2B0-2022C5AC6F93}"/>
                </a:ext>
              </a:extLst>
            </p:cNvPr>
            <p:cNvCxnSpPr/>
            <p:nvPr/>
          </p:nvCxnSpPr>
          <p:spPr>
            <a:xfrm>
              <a:off x="7664910"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429" name="直接连接符 428">
              <a:extLst>
                <a:ext uri="{FF2B5EF4-FFF2-40B4-BE49-F238E27FC236}">
                  <a16:creationId xmlns:a16="http://schemas.microsoft.com/office/drawing/2014/main" id="{5429D7DA-6BB1-4668-AE6D-FD2D04EE74E5}"/>
                </a:ext>
              </a:extLst>
            </p:cNvPr>
            <p:cNvCxnSpPr>
              <a:cxnSpLocks/>
            </p:cNvCxnSpPr>
            <p:nvPr/>
          </p:nvCxnSpPr>
          <p:spPr>
            <a:xfrm>
              <a:off x="4536162"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90816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文本框 285">
            <a:extLst>
              <a:ext uri="{FF2B5EF4-FFF2-40B4-BE49-F238E27FC236}">
                <a16:creationId xmlns:a16="http://schemas.microsoft.com/office/drawing/2014/main" id="{C84262B5-C6B7-42C3-8AFD-4F2F0E342459}"/>
              </a:ext>
            </a:extLst>
          </p:cNvPr>
          <p:cNvSpPr txBox="1"/>
          <p:nvPr/>
        </p:nvSpPr>
        <p:spPr>
          <a:xfrm>
            <a:off x="1363795" y="2401706"/>
            <a:ext cx="1107996" cy="2013021"/>
          </a:xfrm>
          <a:prstGeom prst="rect">
            <a:avLst/>
          </a:prstGeom>
          <a:noFill/>
        </p:spPr>
        <p:txBody>
          <a:bodyPr vert="eaVert"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lang="zh-CN" altLang="en-US" sz="6000" spc="130" dirty="0">
                <a:solidFill>
                  <a:srgbClr val="992677"/>
                </a:solidFill>
                <a:cs typeface="+mn-ea"/>
                <a:sym typeface="+mn-lt"/>
              </a:rPr>
              <a:t>目录</a:t>
            </a:r>
            <a:endParaRPr kumimoji="0" lang="zh-CN" altLang="en-US" sz="6000" b="0" i="0" u="none" strike="noStrike" kern="1200" cap="none" spc="130" normalizeH="0" noProof="0" dirty="0">
              <a:ln>
                <a:noFill/>
              </a:ln>
              <a:solidFill>
                <a:srgbClr val="992677"/>
              </a:solidFill>
              <a:effectLst/>
              <a:uLnTx/>
              <a:uFillTx/>
              <a:cs typeface="+mn-ea"/>
              <a:sym typeface="+mn-lt"/>
            </a:endParaRPr>
          </a:p>
        </p:txBody>
      </p:sp>
      <p:grpSp>
        <p:nvGrpSpPr>
          <p:cNvPr id="443" name="组合 442">
            <a:extLst>
              <a:ext uri="{FF2B5EF4-FFF2-40B4-BE49-F238E27FC236}">
                <a16:creationId xmlns:a16="http://schemas.microsoft.com/office/drawing/2014/main" id="{CABEC09B-CCE7-4B2B-807F-8DC4FA6E96C6}"/>
              </a:ext>
            </a:extLst>
          </p:cNvPr>
          <p:cNvGrpSpPr/>
          <p:nvPr/>
        </p:nvGrpSpPr>
        <p:grpSpPr>
          <a:xfrm>
            <a:off x="3247429" y="1647746"/>
            <a:ext cx="2343015" cy="501525"/>
            <a:chOff x="2825017" y="1315332"/>
            <a:chExt cx="2343015" cy="501525"/>
          </a:xfrm>
        </p:grpSpPr>
        <p:sp>
          <p:nvSpPr>
            <p:cNvPr id="41" name="矩形: 圆角 40">
              <a:extLst>
                <a:ext uri="{FF2B5EF4-FFF2-40B4-BE49-F238E27FC236}">
                  <a16:creationId xmlns:a16="http://schemas.microsoft.com/office/drawing/2014/main" id="{1627BCC1-B187-4519-8BC0-B4207AC79976}"/>
                </a:ext>
              </a:extLst>
            </p:cNvPr>
            <p:cNvSpPr/>
            <p:nvPr/>
          </p:nvSpPr>
          <p:spPr>
            <a:xfrm>
              <a:off x="3404539" y="1432807"/>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39" name="矩形: 圆角 438">
              <a:extLst>
                <a:ext uri="{FF2B5EF4-FFF2-40B4-BE49-F238E27FC236}">
                  <a16:creationId xmlns:a16="http://schemas.microsoft.com/office/drawing/2014/main" id="{D8CA0C8B-8D98-407A-9EE0-C1E293950E40}"/>
                </a:ext>
              </a:extLst>
            </p:cNvPr>
            <p:cNvSpPr/>
            <p:nvPr/>
          </p:nvSpPr>
          <p:spPr>
            <a:xfrm>
              <a:off x="3277736" y="1315332"/>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992677"/>
                  </a:solidFill>
                  <a:cs typeface="+mn-ea"/>
                  <a:sym typeface="+mn-lt"/>
                </a:rPr>
                <a:t>章节一</a:t>
              </a: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nvGrpSpPr>
            <p:cNvPr id="440" name="组合 439">
              <a:extLst>
                <a:ext uri="{FF2B5EF4-FFF2-40B4-BE49-F238E27FC236}">
                  <a16:creationId xmlns:a16="http://schemas.microsoft.com/office/drawing/2014/main" id="{ECC0710D-7423-4465-8207-4CF946E84B2D}"/>
                </a:ext>
              </a:extLst>
            </p:cNvPr>
            <p:cNvGrpSpPr/>
            <p:nvPr/>
          </p:nvGrpSpPr>
          <p:grpSpPr>
            <a:xfrm>
              <a:off x="2825017" y="1411676"/>
              <a:ext cx="234950" cy="234965"/>
              <a:chOff x="6553835" y="4330797"/>
              <a:chExt cx="193040" cy="193051"/>
            </a:xfrm>
          </p:grpSpPr>
          <p:cxnSp>
            <p:nvCxnSpPr>
              <p:cNvPr id="441" name="直接连接符 440">
                <a:extLst>
                  <a:ext uri="{FF2B5EF4-FFF2-40B4-BE49-F238E27FC236}">
                    <a16:creationId xmlns:a16="http://schemas.microsoft.com/office/drawing/2014/main" id="{711B01C8-2F23-4F7E-91DA-E405BD89704C}"/>
                  </a:ext>
                </a:extLst>
              </p:cNvPr>
              <p:cNvCxnSpPr/>
              <p:nvPr/>
            </p:nvCxnSpPr>
            <p:spPr>
              <a:xfrm>
                <a:off x="6553835" y="4330797"/>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442" name="直接连接符 441">
                <a:extLst>
                  <a:ext uri="{FF2B5EF4-FFF2-40B4-BE49-F238E27FC236}">
                    <a16:creationId xmlns:a16="http://schemas.microsoft.com/office/drawing/2014/main" id="{F0E81250-65F2-4450-8FB7-488B09C577D4}"/>
                  </a:ext>
                </a:extLst>
              </p:cNvPr>
              <p:cNvCxnSpPr>
                <a:cxnSpLocks/>
              </p:cNvCxnSpPr>
              <p:nvPr/>
            </p:nvCxnSpPr>
            <p:spPr>
              <a:xfrm flipV="1">
                <a:off x="6553835" y="4330808"/>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grpSp>
      </p:grpSp>
      <p:sp>
        <p:nvSpPr>
          <p:cNvPr id="474" name="矩形 473">
            <a:extLst>
              <a:ext uri="{FF2B5EF4-FFF2-40B4-BE49-F238E27FC236}">
                <a16:creationId xmlns:a16="http://schemas.microsoft.com/office/drawing/2014/main" id="{11405E29-D01C-4AAA-A94A-2ABC3831F521}"/>
              </a:ext>
            </a:extLst>
          </p:cNvPr>
          <p:cNvSpPr/>
          <p:nvPr/>
        </p:nvSpPr>
        <p:spPr>
          <a:xfrm>
            <a:off x="1055447" y="2456138"/>
            <a:ext cx="367414" cy="1849701"/>
          </a:xfrm>
          <a:prstGeom prst="rect">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Arial" panose="020B0604020202020204" pitchFamily="34" charset="0"/>
                <a:cs typeface="Arial" panose="020B0604020202020204" pitchFamily="34" charset="0"/>
                <a:sym typeface="+mn-lt"/>
              </a:rPr>
              <a:t>CONTENT</a:t>
            </a:r>
            <a:endParaRPr lang="zh-CN" altLang="en-US" sz="1600" b="1" dirty="0">
              <a:latin typeface="Arial" panose="020B0604020202020204" pitchFamily="34" charset="0"/>
              <a:cs typeface="Arial" panose="020B0604020202020204" pitchFamily="34" charset="0"/>
              <a:sym typeface="+mn-lt"/>
            </a:endParaRPr>
          </a:p>
        </p:txBody>
      </p:sp>
      <p:pic>
        <p:nvPicPr>
          <p:cNvPr id="618" name="图片 617">
            <a:extLst>
              <a:ext uri="{FF2B5EF4-FFF2-40B4-BE49-F238E27FC236}">
                <a16:creationId xmlns:a16="http://schemas.microsoft.com/office/drawing/2014/main" id="{0956C2C0-D6AF-4D7B-87F1-456610467994}"/>
              </a:ext>
            </a:extLst>
          </p:cNvPr>
          <p:cNvPicPr>
            <a:picLocks noChangeAspect="1"/>
          </p:cNvPicPr>
          <p:nvPr/>
        </p:nvPicPr>
        <p:blipFill>
          <a:blip r:embed="rId2"/>
          <a:srcRect t="49" r="46589" b="49"/>
          <a:stretch>
            <a:fillRect/>
          </a:stretch>
        </p:blipFill>
        <p:spPr>
          <a:xfrm>
            <a:off x="8329087" y="298450"/>
            <a:ext cx="3334385" cy="6261100"/>
          </a:xfrm>
          <a:custGeom>
            <a:avLst/>
            <a:gdLst>
              <a:gd name="connsiteX0" fmla="*/ 0 w 3334385"/>
              <a:gd name="connsiteY0" fmla="*/ 0 h 6261100"/>
              <a:gd name="connsiteX1" fmla="*/ 3334385 w 3334385"/>
              <a:gd name="connsiteY1" fmla="*/ 0 h 6261100"/>
              <a:gd name="connsiteX2" fmla="*/ 3334385 w 3334385"/>
              <a:gd name="connsiteY2" fmla="*/ 6261100 h 6261100"/>
              <a:gd name="connsiteX3" fmla="*/ 0 w 3334385"/>
              <a:gd name="connsiteY3" fmla="*/ 6261100 h 6261100"/>
            </a:gdLst>
            <a:ahLst/>
            <a:cxnLst>
              <a:cxn ang="0">
                <a:pos x="connsiteX0" y="connsiteY0"/>
              </a:cxn>
              <a:cxn ang="0">
                <a:pos x="connsiteX1" y="connsiteY1"/>
              </a:cxn>
              <a:cxn ang="0">
                <a:pos x="connsiteX2" y="connsiteY2"/>
              </a:cxn>
              <a:cxn ang="0">
                <a:pos x="connsiteX3" y="connsiteY3"/>
              </a:cxn>
            </a:cxnLst>
            <a:rect l="l" t="t" r="r" b="b"/>
            <a:pathLst>
              <a:path w="3334385" h="6261100">
                <a:moveTo>
                  <a:pt x="0" y="0"/>
                </a:moveTo>
                <a:lnTo>
                  <a:pt x="3334385" y="0"/>
                </a:lnTo>
                <a:lnTo>
                  <a:pt x="3334385" y="6261100"/>
                </a:lnTo>
                <a:lnTo>
                  <a:pt x="0" y="6261100"/>
                </a:lnTo>
                <a:close/>
              </a:path>
            </a:pathLst>
          </a:custGeom>
        </p:spPr>
      </p:pic>
      <p:grpSp>
        <p:nvGrpSpPr>
          <p:cNvPr id="42" name="组合 41">
            <a:extLst>
              <a:ext uri="{FF2B5EF4-FFF2-40B4-BE49-F238E27FC236}">
                <a16:creationId xmlns:a16="http://schemas.microsoft.com/office/drawing/2014/main" id="{24426937-FEF2-4CE6-BDE3-8797224FFC8A}"/>
              </a:ext>
            </a:extLst>
          </p:cNvPr>
          <p:cNvGrpSpPr/>
          <p:nvPr/>
        </p:nvGrpSpPr>
        <p:grpSpPr>
          <a:xfrm>
            <a:off x="6994622" y="1647746"/>
            <a:ext cx="2343015" cy="501525"/>
            <a:chOff x="2825017" y="1315332"/>
            <a:chExt cx="2343015" cy="501525"/>
          </a:xfrm>
        </p:grpSpPr>
        <p:sp>
          <p:nvSpPr>
            <p:cNvPr id="43" name="矩形: 圆角 42">
              <a:extLst>
                <a:ext uri="{FF2B5EF4-FFF2-40B4-BE49-F238E27FC236}">
                  <a16:creationId xmlns:a16="http://schemas.microsoft.com/office/drawing/2014/main" id="{52901C32-F8DB-40AC-A299-DD61B220B2CF}"/>
                </a:ext>
              </a:extLst>
            </p:cNvPr>
            <p:cNvSpPr/>
            <p:nvPr/>
          </p:nvSpPr>
          <p:spPr>
            <a:xfrm>
              <a:off x="3404539" y="1432807"/>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4" name="矩形: 圆角 43">
              <a:extLst>
                <a:ext uri="{FF2B5EF4-FFF2-40B4-BE49-F238E27FC236}">
                  <a16:creationId xmlns:a16="http://schemas.microsoft.com/office/drawing/2014/main" id="{5299EF1A-81E9-4AF2-BAFB-6B5D19E13766}"/>
                </a:ext>
              </a:extLst>
            </p:cNvPr>
            <p:cNvSpPr/>
            <p:nvPr/>
          </p:nvSpPr>
          <p:spPr>
            <a:xfrm>
              <a:off x="3277736" y="1315332"/>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992677"/>
                  </a:solidFill>
                  <a:cs typeface="+mn-ea"/>
                  <a:sym typeface="+mn-lt"/>
                </a:rPr>
                <a:t>章节四</a:t>
              </a: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nvGrpSpPr>
            <p:cNvPr id="45" name="组合 44">
              <a:extLst>
                <a:ext uri="{FF2B5EF4-FFF2-40B4-BE49-F238E27FC236}">
                  <a16:creationId xmlns:a16="http://schemas.microsoft.com/office/drawing/2014/main" id="{9B9B2CE9-7BFD-4D9D-9390-AB4124AA7ADC}"/>
                </a:ext>
              </a:extLst>
            </p:cNvPr>
            <p:cNvGrpSpPr/>
            <p:nvPr/>
          </p:nvGrpSpPr>
          <p:grpSpPr>
            <a:xfrm>
              <a:off x="2825017" y="1411676"/>
              <a:ext cx="234950" cy="234965"/>
              <a:chOff x="6553835" y="4330797"/>
              <a:chExt cx="193040" cy="193051"/>
            </a:xfrm>
          </p:grpSpPr>
          <p:cxnSp>
            <p:nvCxnSpPr>
              <p:cNvPr id="46" name="直接连接符 45">
                <a:extLst>
                  <a:ext uri="{FF2B5EF4-FFF2-40B4-BE49-F238E27FC236}">
                    <a16:creationId xmlns:a16="http://schemas.microsoft.com/office/drawing/2014/main" id="{651968E1-B320-4641-8583-AD4ED83C1568}"/>
                  </a:ext>
                </a:extLst>
              </p:cNvPr>
              <p:cNvCxnSpPr/>
              <p:nvPr/>
            </p:nvCxnSpPr>
            <p:spPr>
              <a:xfrm>
                <a:off x="6553835" y="4330797"/>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7777CEC4-A905-4719-A6F2-DB8C97249D87}"/>
                  </a:ext>
                </a:extLst>
              </p:cNvPr>
              <p:cNvCxnSpPr>
                <a:cxnSpLocks/>
              </p:cNvCxnSpPr>
              <p:nvPr/>
            </p:nvCxnSpPr>
            <p:spPr>
              <a:xfrm flipV="1">
                <a:off x="6553835" y="4330808"/>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grpSp>
      </p:grpSp>
      <p:grpSp>
        <p:nvGrpSpPr>
          <p:cNvPr id="48" name="组合 47">
            <a:extLst>
              <a:ext uri="{FF2B5EF4-FFF2-40B4-BE49-F238E27FC236}">
                <a16:creationId xmlns:a16="http://schemas.microsoft.com/office/drawing/2014/main" id="{4937544E-003E-49E4-A64D-A51E4825B80D}"/>
              </a:ext>
            </a:extLst>
          </p:cNvPr>
          <p:cNvGrpSpPr/>
          <p:nvPr/>
        </p:nvGrpSpPr>
        <p:grpSpPr>
          <a:xfrm>
            <a:off x="3247429" y="4732735"/>
            <a:ext cx="2343015" cy="501525"/>
            <a:chOff x="2825017" y="1315332"/>
            <a:chExt cx="2343015" cy="501525"/>
          </a:xfrm>
        </p:grpSpPr>
        <p:sp>
          <p:nvSpPr>
            <p:cNvPr id="49" name="矩形: 圆角 48">
              <a:extLst>
                <a:ext uri="{FF2B5EF4-FFF2-40B4-BE49-F238E27FC236}">
                  <a16:creationId xmlns:a16="http://schemas.microsoft.com/office/drawing/2014/main" id="{2541ABAE-55FA-4CD2-A5D5-0A4A10DD2C21}"/>
                </a:ext>
              </a:extLst>
            </p:cNvPr>
            <p:cNvSpPr/>
            <p:nvPr/>
          </p:nvSpPr>
          <p:spPr>
            <a:xfrm>
              <a:off x="3404539" y="1432807"/>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0" name="矩形: 圆角 49">
              <a:extLst>
                <a:ext uri="{FF2B5EF4-FFF2-40B4-BE49-F238E27FC236}">
                  <a16:creationId xmlns:a16="http://schemas.microsoft.com/office/drawing/2014/main" id="{1775992D-1F0E-4458-B689-FB7CEF25C4F1}"/>
                </a:ext>
              </a:extLst>
            </p:cNvPr>
            <p:cNvSpPr/>
            <p:nvPr/>
          </p:nvSpPr>
          <p:spPr>
            <a:xfrm>
              <a:off x="3277736" y="1315332"/>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992677"/>
                  </a:solidFill>
                  <a:cs typeface="+mn-ea"/>
                  <a:sym typeface="+mn-lt"/>
                </a:rPr>
                <a:t>章节三</a:t>
              </a: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nvGrpSpPr>
            <p:cNvPr id="51" name="组合 50">
              <a:extLst>
                <a:ext uri="{FF2B5EF4-FFF2-40B4-BE49-F238E27FC236}">
                  <a16:creationId xmlns:a16="http://schemas.microsoft.com/office/drawing/2014/main" id="{ABE82952-94AA-4D7D-B835-621E104375FC}"/>
                </a:ext>
              </a:extLst>
            </p:cNvPr>
            <p:cNvGrpSpPr/>
            <p:nvPr/>
          </p:nvGrpSpPr>
          <p:grpSpPr>
            <a:xfrm>
              <a:off x="2825017" y="1411676"/>
              <a:ext cx="234950" cy="234965"/>
              <a:chOff x="6553835" y="4330797"/>
              <a:chExt cx="193040" cy="193051"/>
            </a:xfrm>
          </p:grpSpPr>
          <p:cxnSp>
            <p:nvCxnSpPr>
              <p:cNvPr id="52" name="直接连接符 51">
                <a:extLst>
                  <a:ext uri="{FF2B5EF4-FFF2-40B4-BE49-F238E27FC236}">
                    <a16:creationId xmlns:a16="http://schemas.microsoft.com/office/drawing/2014/main" id="{FAA6F6B6-1A61-4FAF-9019-2FCC8184481F}"/>
                  </a:ext>
                </a:extLst>
              </p:cNvPr>
              <p:cNvCxnSpPr/>
              <p:nvPr/>
            </p:nvCxnSpPr>
            <p:spPr>
              <a:xfrm>
                <a:off x="6553835" y="4330797"/>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19591C9B-6E98-4C88-954D-A52E089BC33E}"/>
                  </a:ext>
                </a:extLst>
              </p:cNvPr>
              <p:cNvCxnSpPr>
                <a:cxnSpLocks/>
              </p:cNvCxnSpPr>
              <p:nvPr/>
            </p:nvCxnSpPr>
            <p:spPr>
              <a:xfrm flipV="1">
                <a:off x="6553835" y="4330808"/>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grpSp>
      </p:grpSp>
      <p:grpSp>
        <p:nvGrpSpPr>
          <p:cNvPr id="54" name="组合 53">
            <a:extLst>
              <a:ext uri="{FF2B5EF4-FFF2-40B4-BE49-F238E27FC236}">
                <a16:creationId xmlns:a16="http://schemas.microsoft.com/office/drawing/2014/main" id="{021E89B6-3841-431D-85DD-E4C1FB3AEAC4}"/>
              </a:ext>
            </a:extLst>
          </p:cNvPr>
          <p:cNvGrpSpPr/>
          <p:nvPr/>
        </p:nvGrpSpPr>
        <p:grpSpPr>
          <a:xfrm>
            <a:off x="6994622" y="4755064"/>
            <a:ext cx="2343015" cy="501525"/>
            <a:chOff x="2825017" y="1315332"/>
            <a:chExt cx="2343015" cy="501525"/>
          </a:xfrm>
        </p:grpSpPr>
        <p:sp>
          <p:nvSpPr>
            <p:cNvPr id="55" name="矩形: 圆角 54">
              <a:extLst>
                <a:ext uri="{FF2B5EF4-FFF2-40B4-BE49-F238E27FC236}">
                  <a16:creationId xmlns:a16="http://schemas.microsoft.com/office/drawing/2014/main" id="{B45FDC81-E38C-4728-81F3-68FC19FCF075}"/>
                </a:ext>
              </a:extLst>
            </p:cNvPr>
            <p:cNvSpPr/>
            <p:nvPr/>
          </p:nvSpPr>
          <p:spPr>
            <a:xfrm>
              <a:off x="3404539" y="1432807"/>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6" name="矩形: 圆角 55">
              <a:extLst>
                <a:ext uri="{FF2B5EF4-FFF2-40B4-BE49-F238E27FC236}">
                  <a16:creationId xmlns:a16="http://schemas.microsoft.com/office/drawing/2014/main" id="{06D412C8-129A-4AFE-B473-7912C4D83FB6}"/>
                </a:ext>
              </a:extLst>
            </p:cNvPr>
            <p:cNvSpPr/>
            <p:nvPr/>
          </p:nvSpPr>
          <p:spPr>
            <a:xfrm>
              <a:off x="3277736" y="1315332"/>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992677"/>
                  </a:solidFill>
                  <a:cs typeface="+mn-ea"/>
                  <a:sym typeface="+mn-lt"/>
                </a:rPr>
                <a:t>章节六</a:t>
              </a: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nvGrpSpPr>
            <p:cNvPr id="57" name="组合 56">
              <a:extLst>
                <a:ext uri="{FF2B5EF4-FFF2-40B4-BE49-F238E27FC236}">
                  <a16:creationId xmlns:a16="http://schemas.microsoft.com/office/drawing/2014/main" id="{14BFDFC8-35D4-48FC-A83E-44B17C96621A}"/>
                </a:ext>
              </a:extLst>
            </p:cNvPr>
            <p:cNvGrpSpPr/>
            <p:nvPr/>
          </p:nvGrpSpPr>
          <p:grpSpPr>
            <a:xfrm>
              <a:off x="2825017" y="1411676"/>
              <a:ext cx="234950" cy="234965"/>
              <a:chOff x="6553835" y="4330797"/>
              <a:chExt cx="193040" cy="193051"/>
            </a:xfrm>
          </p:grpSpPr>
          <p:cxnSp>
            <p:nvCxnSpPr>
              <p:cNvPr id="58" name="直接连接符 57">
                <a:extLst>
                  <a:ext uri="{FF2B5EF4-FFF2-40B4-BE49-F238E27FC236}">
                    <a16:creationId xmlns:a16="http://schemas.microsoft.com/office/drawing/2014/main" id="{220A5CEC-E28E-47B9-A6EF-98E8C102BCD8}"/>
                  </a:ext>
                </a:extLst>
              </p:cNvPr>
              <p:cNvCxnSpPr/>
              <p:nvPr/>
            </p:nvCxnSpPr>
            <p:spPr>
              <a:xfrm>
                <a:off x="6553835" y="4330797"/>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65F07EA2-161C-40FE-AE5D-857D99CC3DA6}"/>
                  </a:ext>
                </a:extLst>
              </p:cNvPr>
              <p:cNvCxnSpPr>
                <a:cxnSpLocks/>
              </p:cNvCxnSpPr>
              <p:nvPr/>
            </p:nvCxnSpPr>
            <p:spPr>
              <a:xfrm flipV="1">
                <a:off x="6553835" y="4330808"/>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grpSp>
      </p:grpSp>
      <p:grpSp>
        <p:nvGrpSpPr>
          <p:cNvPr id="60" name="组合 59">
            <a:extLst>
              <a:ext uri="{FF2B5EF4-FFF2-40B4-BE49-F238E27FC236}">
                <a16:creationId xmlns:a16="http://schemas.microsoft.com/office/drawing/2014/main" id="{3B3EE487-821A-4B2A-A46C-F2D9077F5633}"/>
              </a:ext>
            </a:extLst>
          </p:cNvPr>
          <p:cNvGrpSpPr/>
          <p:nvPr/>
        </p:nvGrpSpPr>
        <p:grpSpPr>
          <a:xfrm>
            <a:off x="3247429" y="3178237"/>
            <a:ext cx="2343015" cy="501525"/>
            <a:chOff x="2825017" y="1315332"/>
            <a:chExt cx="2343015" cy="501525"/>
          </a:xfrm>
        </p:grpSpPr>
        <p:sp>
          <p:nvSpPr>
            <p:cNvPr id="61" name="矩形: 圆角 60">
              <a:extLst>
                <a:ext uri="{FF2B5EF4-FFF2-40B4-BE49-F238E27FC236}">
                  <a16:creationId xmlns:a16="http://schemas.microsoft.com/office/drawing/2014/main" id="{6392B484-3973-460A-8815-AB00CFC1FF81}"/>
                </a:ext>
              </a:extLst>
            </p:cNvPr>
            <p:cNvSpPr/>
            <p:nvPr/>
          </p:nvSpPr>
          <p:spPr>
            <a:xfrm>
              <a:off x="3404539" y="1432807"/>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2" name="矩形: 圆角 61">
              <a:extLst>
                <a:ext uri="{FF2B5EF4-FFF2-40B4-BE49-F238E27FC236}">
                  <a16:creationId xmlns:a16="http://schemas.microsoft.com/office/drawing/2014/main" id="{080B3864-C038-4A89-85E4-545AD88F4D49}"/>
                </a:ext>
              </a:extLst>
            </p:cNvPr>
            <p:cNvSpPr/>
            <p:nvPr/>
          </p:nvSpPr>
          <p:spPr>
            <a:xfrm>
              <a:off x="3277736" y="1315332"/>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992677"/>
                  </a:solidFill>
                  <a:cs typeface="+mn-ea"/>
                  <a:sym typeface="+mn-lt"/>
                </a:rPr>
                <a:t>章节二</a:t>
              </a: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nvGrpSpPr>
            <p:cNvPr id="63" name="组合 62">
              <a:extLst>
                <a:ext uri="{FF2B5EF4-FFF2-40B4-BE49-F238E27FC236}">
                  <a16:creationId xmlns:a16="http://schemas.microsoft.com/office/drawing/2014/main" id="{3E63ED5D-96F3-472B-BD55-879E7DD8D9EB}"/>
                </a:ext>
              </a:extLst>
            </p:cNvPr>
            <p:cNvGrpSpPr/>
            <p:nvPr/>
          </p:nvGrpSpPr>
          <p:grpSpPr>
            <a:xfrm>
              <a:off x="2825017" y="1411676"/>
              <a:ext cx="234950" cy="234965"/>
              <a:chOff x="6553835" y="4330797"/>
              <a:chExt cx="193040" cy="193051"/>
            </a:xfrm>
          </p:grpSpPr>
          <p:cxnSp>
            <p:nvCxnSpPr>
              <p:cNvPr id="64" name="直接连接符 63">
                <a:extLst>
                  <a:ext uri="{FF2B5EF4-FFF2-40B4-BE49-F238E27FC236}">
                    <a16:creationId xmlns:a16="http://schemas.microsoft.com/office/drawing/2014/main" id="{BA8D8680-02CE-4A8D-AC9B-90EC3E532DD2}"/>
                  </a:ext>
                </a:extLst>
              </p:cNvPr>
              <p:cNvCxnSpPr/>
              <p:nvPr/>
            </p:nvCxnSpPr>
            <p:spPr>
              <a:xfrm>
                <a:off x="6553835" y="4330797"/>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C8F97C9F-3F00-4206-8C2F-21DDDA4C8A24}"/>
                  </a:ext>
                </a:extLst>
              </p:cNvPr>
              <p:cNvCxnSpPr>
                <a:cxnSpLocks/>
              </p:cNvCxnSpPr>
              <p:nvPr/>
            </p:nvCxnSpPr>
            <p:spPr>
              <a:xfrm flipV="1">
                <a:off x="6553835" y="4330808"/>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grpSp>
      </p:grpSp>
      <p:grpSp>
        <p:nvGrpSpPr>
          <p:cNvPr id="66" name="组合 65">
            <a:extLst>
              <a:ext uri="{FF2B5EF4-FFF2-40B4-BE49-F238E27FC236}">
                <a16:creationId xmlns:a16="http://schemas.microsoft.com/office/drawing/2014/main" id="{55CA0219-1E06-4FFA-AE80-6FD108E3C8A7}"/>
              </a:ext>
            </a:extLst>
          </p:cNvPr>
          <p:cNvGrpSpPr/>
          <p:nvPr/>
        </p:nvGrpSpPr>
        <p:grpSpPr>
          <a:xfrm>
            <a:off x="6994622" y="3178237"/>
            <a:ext cx="2343015" cy="501525"/>
            <a:chOff x="2825017" y="1315332"/>
            <a:chExt cx="2343015" cy="501525"/>
          </a:xfrm>
        </p:grpSpPr>
        <p:sp>
          <p:nvSpPr>
            <p:cNvPr id="67" name="矩形: 圆角 66">
              <a:extLst>
                <a:ext uri="{FF2B5EF4-FFF2-40B4-BE49-F238E27FC236}">
                  <a16:creationId xmlns:a16="http://schemas.microsoft.com/office/drawing/2014/main" id="{55C5DC14-A326-4703-9C12-AABB4C19D266}"/>
                </a:ext>
              </a:extLst>
            </p:cNvPr>
            <p:cNvSpPr/>
            <p:nvPr/>
          </p:nvSpPr>
          <p:spPr>
            <a:xfrm>
              <a:off x="3404539" y="1432807"/>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8" name="矩形: 圆角 67">
              <a:extLst>
                <a:ext uri="{FF2B5EF4-FFF2-40B4-BE49-F238E27FC236}">
                  <a16:creationId xmlns:a16="http://schemas.microsoft.com/office/drawing/2014/main" id="{F7138EAE-CE8F-4B82-8785-39C705CA327A}"/>
                </a:ext>
              </a:extLst>
            </p:cNvPr>
            <p:cNvSpPr/>
            <p:nvPr/>
          </p:nvSpPr>
          <p:spPr>
            <a:xfrm>
              <a:off x="3277736" y="1315332"/>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992677"/>
                  </a:solidFill>
                  <a:cs typeface="+mn-ea"/>
                  <a:sym typeface="+mn-lt"/>
                </a:rPr>
                <a:t>章节五</a:t>
              </a: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nvGrpSpPr>
            <p:cNvPr id="69" name="组合 68">
              <a:extLst>
                <a:ext uri="{FF2B5EF4-FFF2-40B4-BE49-F238E27FC236}">
                  <a16:creationId xmlns:a16="http://schemas.microsoft.com/office/drawing/2014/main" id="{64E59D64-3746-4622-B73E-44280578424E}"/>
                </a:ext>
              </a:extLst>
            </p:cNvPr>
            <p:cNvGrpSpPr/>
            <p:nvPr/>
          </p:nvGrpSpPr>
          <p:grpSpPr>
            <a:xfrm>
              <a:off x="2825017" y="1411676"/>
              <a:ext cx="234950" cy="234965"/>
              <a:chOff x="6553835" y="4330797"/>
              <a:chExt cx="193040" cy="193051"/>
            </a:xfrm>
          </p:grpSpPr>
          <p:cxnSp>
            <p:nvCxnSpPr>
              <p:cNvPr id="70" name="直接连接符 69">
                <a:extLst>
                  <a:ext uri="{FF2B5EF4-FFF2-40B4-BE49-F238E27FC236}">
                    <a16:creationId xmlns:a16="http://schemas.microsoft.com/office/drawing/2014/main" id="{2E23350E-490C-4E34-BE3A-7EB73011DF4F}"/>
                  </a:ext>
                </a:extLst>
              </p:cNvPr>
              <p:cNvCxnSpPr/>
              <p:nvPr/>
            </p:nvCxnSpPr>
            <p:spPr>
              <a:xfrm>
                <a:off x="6553835" y="4330797"/>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251F569F-7423-4AAB-BC24-A51C68469FA5}"/>
                  </a:ext>
                </a:extLst>
              </p:cNvPr>
              <p:cNvCxnSpPr>
                <a:cxnSpLocks/>
              </p:cNvCxnSpPr>
              <p:nvPr/>
            </p:nvCxnSpPr>
            <p:spPr>
              <a:xfrm flipV="1">
                <a:off x="6553835" y="4330808"/>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grpSp>
      </p:grpSp>
      <p:grpSp>
        <p:nvGrpSpPr>
          <p:cNvPr id="72" name="组合 71">
            <a:extLst>
              <a:ext uri="{FF2B5EF4-FFF2-40B4-BE49-F238E27FC236}">
                <a16:creationId xmlns:a16="http://schemas.microsoft.com/office/drawing/2014/main" id="{BA30B558-9A43-4607-AEFD-068D8B8FC2A5}"/>
              </a:ext>
            </a:extLst>
          </p:cNvPr>
          <p:cNvGrpSpPr/>
          <p:nvPr/>
        </p:nvGrpSpPr>
        <p:grpSpPr>
          <a:xfrm rot="2638587">
            <a:off x="11094621" y="6144127"/>
            <a:ext cx="122214" cy="122214"/>
            <a:chOff x="6553835" y="4312920"/>
            <a:chExt cx="193040" cy="193040"/>
          </a:xfrm>
        </p:grpSpPr>
        <p:cxnSp>
          <p:nvCxnSpPr>
            <p:cNvPr id="73" name="直接连接符 72">
              <a:extLst>
                <a:ext uri="{FF2B5EF4-FFF2-40B4-BE49-F238E27FC236}">
                  <a16:creationId xmlns:a16="http://schemas.microsoft.com/office/drawing/2014/main" id="{7B31381D-FDD7-432F-9802-C1DB249E41E2}"/>
                </a:ext>
              </a:extLst>
            </p:cNvPr>
            <p:cNvCxnSpPr/>
            <p:nvPr/>
          </p:nvCxnSpPr>
          <p:spPr>
            <a:xfrm>
              <a:off x="6553835" y="4312920"/>
              <a:ext cx="193040" cy="193040"/>
            </a:xfrm>
            <a:prstGeom prst="line">
              <a:avLst/>
            </a:prstGeom>
            <a:ln w="1905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2E77DCF8-1A13-4BAA-BE12-77AAFBAF1146}"/>
                </a:ext>
              </a:extLst>
            </p:cNvPr>
            <p:cNvCxnSpPr>
              <a:cxnSpLocks/>
            </p:cNvCxnSpPr>
            <p:nvPr/>
          </p:nvCxnSpPr>
          <p:spPr>
            <a:xfrm flipV="1">
              <a:off x="6553835" y="4312920"/>
              <a:ext cx="193040" cy="193040"/>
            </a:xfrm>
            <a:prstGeom prst="line">
              <a:avLst/>
            </a:prstGeom>
            <a:ln w="19050">
              <a:solidFill>
                <a:srgbClr val="99267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93169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矩形 74">
            <a:extLst>
              <a:ext uri="{FF2B5EF4-FFF2-40B4-BE49-F238E27FC236}">
                <a16:creationId xmlns:a16="http://schemas.microsoft.com/office/drawing/2014/main" id="{F1DB3481-8FE1-4C05-B31E-7429DE79827E}"/>
              </a:ext>
            </a:extLst>
          </p:cNvPr>
          <p:cNvSpPr/>
          <p:nvPr/>
        </p:nvSpPr>
        <p:spPr>
          <a:xfrm>
            <a:off x="512872" y="294264"/>
            <a:ext cx="11150600" cy="6261100"/>
          </a:xfrm>
          <a:prstGeom prst="rect">
            <a:avLst/>
          </a:prstGeom>
          <a:blipFill dpi="0" rotWithShape="1">
            <a:blip r:embed="rId2"/>
            <a:srcRect/>
            <a:tile tx="0" ty="0" sx="100000" sy="100000" flip="none"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矩形 34">
            <a:extLst>
              <a:ext uri="{FF2B5EF4-FFF2-40B4-BE49-F238E27FC236}">
                <a16:creationId xmlns:a16="http://schemas.microsoft.com/office/drawing/2014/main" id="{22B720FF-86EF-4766-84F4-10C5B6BA8467}"/>
              </a:ext>
            </a:extLst>
          </p:cNvPr>
          <p:cNvSpPr/>
          <p:nvPr/>
        </p:nvSpPr>
        <p:spPr>
          <a:xfrm>
            <a:off x="512872" y="303556"/>
            <a:ext cx="11150600" cy="6261100"/>
          </a:xfrm>
          <a:prstGeom prst="rect">
            <a:avLst/>
          </a:prstGeom>
          <a:gradFill flip="none" rotWithShape="1">
            <a:gsLst>
              <a:gs pos="0">
                <a:schemeClr val="bg1">
                  <a:alpha val="0"/>
                </a:schemeClr>
              </a:gs>
              <a:gs pos="80300">
                <a:srgbClr val="FFFFFF">
                  <a:alpha val="79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6" name="文本框 285">
            <a:extLst>
              <a:ext uri="{FF2B5EF4-FFF2-40B4-BE49-F238E27FC236}">
                <a16:creationId xmlns:a16="http://schemas.microsoft.com/office/drawing/2014/main" id="{C84262B5-C6B7-42C3-8AFD-4F2F0E342459}"/>
              </a:ext>
            </a:extLst>
          </p:cNvPr>
          <p:cNvSpPr txBox="1"/>
          <p:nvPr/>
        </p:nvSpPr>
        <p:spPr>
          <a:xfrm>
            <a:off x="1471537" y="3974881"/>
            <a:ext cx="1763492" cy="1015663"/>
          </a:xfrm>
          <a:prstGeom prst="rect">
            <a:avLst/>
          </a:prstGeom>
          <a:noFill/>
        </p:spPr>
        <p:txBody>
          <a:bodyPr vert="horz"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lang="zh-CN" altLang="en-US" sz="6000" spc="130" dirty="0">
                <a:solidFill>
                  <a:srgbClr val="992677"/>
                </a:solidFill>
                <a:cs typeface="+mn-ea"/>
                <a:sym typeface="+mn-lt"/>
              </a:rPr>
              <a:t>目录</a:t>
            </a:r>
            <a:endParaRPr kumimoji="0" lang="zh-CN" altLang="en-US" sz="6000" b="0" i="0" u="none" strike="noStrike" kern="1200" cap="none" spc="130" normalizeH="0" noProof="0" dirty="0">
              <a:ln>
                <a:noFill/>
              </a:ln>
              <a:solidFill>
                <a:srgbClr val="992677"/>
              </a:solidFill>
              <a:effectLst/>
              <a:uLnTx/>
              <a:uFillTx/>
              <a:cs typeface="+mn-ea"/>
              <a:sym typeface="+mn-lt"/>
            </a:endParaRPr>
          </a:p>
        </p:txBody>
      </p:sp>
      <p:sp>
        <p:nvSpPr>
          <p:cNvPr id="474" name="矩形 473">
            <a:extLst>
              <a:ext uri="{FF2B5EF4-FFF2-40B4-BE49-F238E27FC236}">
                <a16:creationId xmlns:a16="http://schemas.microsoft.com/office/drawing/2014/main" id="{11405E29-D01C-4AAA-A94A-2ABC3831F521}"/>
              </a:ext>
            </a:extLst>
          </p:cNvPr>
          <p:cNvSpPr/>
          <p:nvPr/>
        </p:nvSpPr>
        <p:spPr>
          <a:xfrm>
            <a:off x="1631954" y="4929933"/>
            <a:ext cx="1529181" cy="363144"/>
          </a:xfrm>
          <a:prstGeom prst="rect">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CN" sz="1600" b="1" dirty="0">
                <a:latin typeface="Arial" panose="020B0604020202020204" pitchFamily="34" charset="0"/>
                <a:cs typeface="Arial" panose="020B0604020202020204" pitchFamily="34" charset="0"/>
                <a:sym typeface="+mn-lt"/>
              </a:rPr>
              <a:t>CONTENT</a:t>
            </a:r>
            <a:endParaRPr lang="zh-CN" altLang="en-US" sz="1600" b="1" dirty="0">
              <a:latin typeface="Arial" panose="020B0604020202020204" pitchFamily="34" charset="0"/>
              <a:cs typeface="Arial" panose="020B0604020202020204" pitchFamily="34" charset="0"/>
              <a:sym typeface="+mn-lt"/>
            </a:endParaRPr>
          </a:p>
        </p:txBody>
      </p:sp>
      <p:grpSp>
        <p:nvGrpSpPr>
          <p:cNvPr id="48" name="组合 47">
            <a:extLst>
              <a:ext uri="{FF2B5EF4-FFF2-40B4-BE49-F238E27FC236}">
                <a16:creationId xmlns:a16="http://schemas.microsoft.com/office/drawing/2014/main" id="{4937544E-003E-49E4-A64D-A51E4825B80D}"/>
              </a:ext>
            </a:extLst>
          </p:cNvPr>
          <p:cNvGrpSpPr/>
          <p:nvPr/>
        </p:nvGrpSpPr>
        <p:grpSpPr>
          <a:xfrm>
            <a:off x="4545696" y="5086417"/>
            <a:ext cx="2343015" cy="501525"/>
            <a:chOff x="2825017" y="1315332"/>
            <a:chExt cx="2343015" cy="501525"/>
          </a:xfrm>
        </p:grpSpPr>
        <p:sp>
          <p:nvSpPr>
            <p:cNvPr id="49" name="矩形: 圆角 48">
              <a:extLst>
                <a:ext uri="{FF2B5EF4-FFF2-40B4-BE49-F238E27FC236}">
                  <a16:creationId xmlns:a16="http://schemas.microsoft.com/office/drawing/2014/main" id="{2541ABAE-55FA-4CD2-A5D5-0A4A10DD2C21}"/>
                </a:ext>
              </a:extLst>
            </p:cNvPr>
            <p:cNvSpPr/>
            <p:nvPr/>
          </p:nvSpPr>
          <p:spPr>
            <a:xfrm>
              <a:off x="3404539" y="1432807"/>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0" name="矩形: 圆角 49">
              <a:extLst>
                <a:ext uri="{FF2B5EF4-FFF2-40B4-BE49-F238E27FC236}">
                  <a16:creationId xmlns:a16="http://schemas.microsoft.com/office/drawing/2014/main" id="{1775992D-1F0E-4458-B689-FB7CEF25C4F1}"/>
                </a:ext>
              </a:extLst>
            </p:cNvPr>
            <p:cNvSpPr/>
            <p:nvPr/>
          </p:nvSpPr>
          <p:spPr>
            <a:xfrm>
              <a:off x="3277736" y="1315332"/>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992677"/>
                  </a:solidFill>
                  <a:cs typeface="+mn-ea"/>
                  <a:sym typeface="+mn-lt"/>
                </a:rPr>
                <a:t>章节二</a:t>
              </a: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nvGrpSpPr>
            <p:cNvPr id="51" name="组合 50">
              <a:extLst>
                <a:ext uri="{FF2B5EF4-FFF2-40B4-BE49-F238E27FC236}">
                  <a16:creationId xmlns:a16="http://schemas.microsoft.com/office/drawing/2014/main" id="{ABE82952-94AA-4D7D-B835-621E104375FC}"/>
                </a:ext>
              </a:extLst>
            </p:cNvPr>
            <p:cNvGrpSpPr/>
            <p:nvPr/>
          </p:nvGrpSpPr>
          <p:grpSpPr>
            <a:xfrm>
              <a:off x="2825017" y="1411676"/>
              <a:ext cx="234950" cy="234965"/>
              <a:chOff x="6553835" y="4330797"/>
              <a:chExt cx="193040" cy="193051"/>
            </a:xfrm>
          </p:grpSpPr>
          <p:cxnSp>
            <p:nvCxnSpPr>
              <p:cNvPr id="52" name="直接连接符 51">
                <a:extLst>
                  <a:ext uri="{FF2B5EF4-FFF2-40B4-BE49-F238E27FC236}">
                    <a16:creationId xmlns:a16="http://schemas.microsoft.com/office/drawing/2014/main" id="{FAA6F6B6-1A61-4FAF-9019-2FCC8184481F}"/>
                  </a:ext>
                </a:extLst>
              </p:cNvPr>
              <p:cNvCxnSpPr/>
              <p:nvPr/>
            </p:nvCxnSpPr>
            <p:spPr>
              <a:xfrm>
                <a:off x="6553835" y="4330797"/>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19591C9B-6E98-4C88-954D-A52E089BC33E}"/>
                  </a:ext>
                </a:extLst>
              </p:cNvPr>
              <p:cNvCxnSpPr>
                <a:cxnSpLocks/>
              </p:cNvCxnSpPr>
              <p:nvPr/>
            </p:nvCxnSpPr>
            <p:spPr>
              <a:xfrm flipV="1">
                <a:off x="6553835" y="4330808"/>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grpSp>
      </p:grpSp>
      <p:grpSp>
        <p:nvGrpSpPr>
          <p:cNvPr id="54" name="组合 53">
            <a:extLst>
              <a:ext uri="{FF2B5EF4-FFF2-40B4-BE49-F238E27FC236}">
                <a16:creationId xmlns:a16="http://schemas.microsoft.com/office/drawing/2014/main" id="{021E89B6-3841-431D-85DD-E4C1FB3AEAC4}"/>
              </a:ext>
            </a:extLst>
          </p:cNvPr>
          <p:cNvGrpSpPr/>
          <p:nvPr/>
        </p:nvGrpSpPr>
        <p:grpSpPr>
          <a:xfrm>
            <a:off x="7814823" y="5108746"/>
            <a:ext cx="2343015" cy="501525"/>
            <a:chOff x="2825017" y="1315332"/>
            <a:chExt cx="2343015" cy="501525"/>
          </a:xfrm>
        </p:grpSpPr>
        <p:sp>
          <p:nvSpPr>
            <p:cNvPr id="55" name="矩形: 圆角 54">
              <a:extLst>
                <a:ext uri="{FF2B5EF4-FFF2-40B4-BE49-F238E27FC236}">
                  <a16:creationId xmlns:a16="http://schemas.microsoft.com/office/drawing/2014/main" id="{B45FDC81-E38C-4728-81F3-68FC19FCF075}"/>
                </a:ext>
              </a:extLst>
            </p:cNvPr>
            <p:cNvSpPr/>
            <p:nvPr/>
          </p:nvSpPr>
          <p:spPr>
            <a:xfrm>
              <a:off x="3404539" y="1432807"/>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6" name="矩形: 圆角 55">
              <a:extLst>
                <a:ext uri="{FF2B5EF4-FFF2-40B4-BE49-F238E27FC236}">
                  <a16:creationId xmlns:a16="http://schemas.microsoft.com/office/drawing/2014/main" id="{06D412C8-129A-4AFE-B473-7912C4D83FB6}"/>
                </a:ext>
              </a:extLst>
            </p:cNvPr>
            <p:cNvSpPr/>
            <p:nvPr/>
          </p:nvSpPr>
          <p:spPr>
            <a:xfrm>
              <a:off x="3277736" y="1315332"/>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992677"/>
                  </a:solidFill>
                  <a:cs typeface="+mn-ea"/>
                  <a:sym typeface="+mn-lt"/>
                </a:rPr>
                <a:t>章节四</a:t>
              </a: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nvGrpSpPr>
            <p:cNvPr id="57" name="组合 56">
              <a:extLst>
                <a:ext uri="{FF2B5EF4-FFF2-40B4-BE49-F238E27FC236}">
                  <a16:creationId xmlns:a16="http://schemas.microsoft.com/office/drawing/2014/main" id="{14BFDFC8-35D4-48FC-A83E-44B17C96621A}"/>
                </a:ext>
              </a:extLst>
            </p:cNvPr>
            <p:cNvGrpSpPr/>
            <p:nvPr/>
          </p:nvGrpSpPr>
          <p:grpSpPr>
            <a:xfrm>
              <a:off x="2825017" y="1411676"/>
              <a:ext cx="234950" cy="234965"/>
              <a:chOff x="6553835" y="4330797"/>
              <a:chExt cx="193040" cy="193051"/>
            </a:xfrm>
          </p:grpSpPr>
          <p:cxnSp>
            <p:nvCxnSpPr>
              <p:cNvPr id="58" name="直接连接符 57">
                <a:extLst>
                  <a:ext uri="{FF2B5EF4-FFF2-40B4-BE49-F238E27FC236}">
                    <a16:creationId xmlns:a16="http://schemas.microsoft.com/office/drawing/2014/main" id="{220A5CEC-E28E-47B9-A6EF-98E8C102BCD8}"/>
                  </a:ext>
                </a:extLst>
              </p:cNvPr>
              <p:cNvCxnSpPr/>
              <p:nvPr/>
            </p:nvCxnSpPr>
            <p:spPr>
              <a:xfrm>
                <a:off x="6553835" y="4330797"/>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65F07EA2-161C-40FE-AE5D-857D99CC3DA6}"/>
                  </a:ext>
                </a:extLst>
              </p:cNvPr>
              <p:cNvCxnSpPr>
                <a:cxnSpLocks/>
              </p:cNvCxnSpPr>
              <p:nvPr/>
            </p:nvCxnSpPr>
            <p:spPr>
              <a:xfrm flipV="1">
                <a:off x="6553835" y="4330808"/>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grpSp>
      </p:grpSp>
      <p:grpSp>
        <p:nvGrpSpPr>
          <p:cNvPr id="60" name="组合 59">
            <a:extLst>
              <a:ext uri="{FF2B5EF4-FFF2-40B4-BE49-F238E27FC236}">
                <a16:creationId xmlns:a16="http://schemas.microsoft.com/office/drawing/2014/main" id="{3B3EE487-821A-4B2A-A46C-F2D9077F5633}"/>
              </a:ext>
            </a:extLst>
          </p:cNvPr>
          <p:cNvGrpSpPr/>
          <p:nvPr/>
        </p:nvGrpSpPr>
        <p:grpSpPr>
          <a:xfrm>
            <a:off x="4545696" y="3981188"/>
            <a:ext cx="2343015" cy="501525"/>
            <a:chOff x="2825017" y="1315332"/>
            <a:chExt cx="2343015" cy="501525"/>
          </a:xfrm>
        </p:grpSpPr>
        <p:sp>
          <p:nvSpPr>
            <p:cNvPr id="61" name="矩形: 圆角 60">
              <a:extLst>
                <a:ext uri="{FF2B5EF4-FFF2-40B4-BE49-F238E27FC236}">
                  <a16:creationId xmlns:a16="http://schemas.microsoft.com/office/drawing/2014/main" id="{6392B484-3973-460A-8815-AB00CFC1FF81}"/>
                </a:ext>
              </a:extLst>
            </p:cNvPr>
            <p:cNvSpPr/>
            <p:nvPr/>
          </p:nvSpPr>
          <p:spPr>
            <a:xfrm>
              <a:off x="3404539" y="1432807"/>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2" name="矩形: 圆角 61">
              <a:extLst>
                <a:ext uri="{FF2B5EF4-FFF2-40B4-BE49-F238E27FC236}">
                  <a16:creationId xmlns:a16="http://schemas.microsoft.com/office/drawing/2014/main" id="{080B3864-C038-4A89-85E4-545AD88F4D49}"/>
                </a:ext>
              </a:extLst>
            </p:cNvPr>
            <p:cNvSpPr/>
            <p:nvPr/>
          </p:nvSpPr>
          <p:spPr>
            <a:xfrm>
              <a:off x="3277736" y="1315332"/>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992677"/>
                  </a:solidFill>
                  <a:cs typeface="+mn-ea"/>
                  <a:sym typeface="+mn-lt"/>
                </a:rPr>
                <a:t>章节一</a:t>
              </a: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nvGrpSpPr>
            <p:cNvPr id="63" name="组合 62">
              <a:extLst>
                <a:ext uri="{FF2B5EF4-FFF2-40B4-BE49-F238E27FC236}">
                  <a16:creationId xmlns:a16="http://schemas.microsoft.com/office/drawing/2014/main" id="{3E63ED5D-96F3-472B-BD55-879E7DD8D9EB}"/>
                </a:ext>
              </a:extLst>
            </p:cNvPr>
            <p:cNvGrpSpPr/>
            <p:nvPr/>
          </p:nvGrpSpPr>
          <p:grpSpPr>
            <a:xfrm>
              <a:off x="2825017" y="1411676"/>
              <a:ext cx="234950" cy="234965"/>
              <a:chOff x="6553835" y="4330797"/>
              <a:chExt cx="193040" cy="193051"/>
            </a:xfrm>
          </p:grpSpPr>
          <p:cxnSp>
            <p:nvCxnSpPr>
              <p:cNvPr id="64" name="直接连接符 63">
                <a:extLst>
                  <a:ext uri="{FF2B5EF4-FFF2-40B4-BE49-F238E27FC236}">
                    <a16:creationId xmlns:a16="http://schemas.microsoft.com/office/drawing/2014/main" id="{BA8D8680-02CE-4A8D-AC9B-90EC3E532DD2}"/>
                  </a:ext>
                </a:extLst>
              </p:cNvPr>
              <p:cNvCxnSpPr/>
              <p:nvPr/>
            </p:nvCxnSpPr>
            <p:spPr>
              <a:xfrm>
                <a:off x="6553835" y="4330797"/>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C8F97C9F-3F00-4206-8C2F-21DDDA4C8A24}"/>
                  </a:ext>
                </a:extLst>
              </p:cNvPr>
              <p:cNvCxnSpPr>
                <a:cxnSpLocks/>
              </p:cNvCxnSpPr>
              <p:nvPr/>
            </p:nvCxnSpPr>
            <p:spPr>
              <a:xfrm flipV="1">
                <a:off x="6553835" y="4330808"/>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grpSp>
      </p:grpSp>
      <p:grpSp>
        <p:nvGrpSpPr>
          <p:cNvPr id="66" name="组合 65">
            <a:extLst>
              <a:ext uri="{FF2B5EF4-FFF2-40B4-BE49-F238E27FC236}">
                <a16:creationId xmlns:a16="http://schemas.microsoft.com/office/drawing/2014/main" id="{55CA0219-1E06-4FFA-AE80-6FD108E3C8A7}"/>
              </a:ext>
            </a:extLst>
          </p:cNvPr>
          <p:cNvGrpSpPr/>
          <p:nvPr/>
        </p:nvGrpSpPr>
        <p:grpSpPr>
          <a:xfrm>
            <a:off x="7814823" y="3981188"/>
            <a:ext cx="2343015" cy="501525"/>
            <a:chOff x="2825017" y="1315332"/>
            <a:chExt cx="2343015" cy="501525"/>
          </a:xfrm>
        </p:grpSpPr>
        <p:sp>
          <p:nvSpPr>
            <p:cNvPr id="67" name="矩形: 圆角 66">
              <a:extLst>
                <a:ext uri="{FF2B5EF4-FFF2-40B4-BE49-F238E27FC236}">
                  <a16:creationId xmlns:a16="http://schemas.microsoft.com/office/drawing/2014/main" id="{55C5DC14-A326-4703-9C12-AABB4C19D266}"/>
                </a:ext>
              </a:extLst>
            </p:cNvPr>
            <p:cNvSpPr/>
            <p:nvPr/>
          </p:nvSpPr>
          <p:spPr>
            <a:xfrm>
              <a:off x="3404539" y="1432807"/>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8" name="矩形: 圆角 67">
              <a:extLst>
                <a:ext uri="{FF2B5EF4-FFF2-40B4-BE49-F238E27FC236}">
                  <a16:creationId xmlns:a16="http://schemas.microsoft.com/office/drawing/2014/main" id="{F7138EAE-CE8F-4B82-8785-39C705CA327A}"/>
                </a:ext>
              </a:extLst>
            </p:cNvPr>
            <p:cNvSpPr/>
            <p:nvPr/>
          </p:nvSpPr>
          <p:spPr>
            <a:xfrm>
              <a:off x="3277736" y="1315332"/>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992677"/>
                  </a:solidFill>
                  <a:cs typeface="+mn-ea"/>
                  <a:sym typeface="+mn-lt"/>
                </a:rPr>
                <a:t>章节三</a:t>
              </a: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nvGrpSpPr>
            <p:cNvPr id="69" name="组合 68">
              <a:extLst>
                <a:ext uri="{FF2B5EF4-FFF2-40B4-BE49-F238E27FC236}">
                  <a16:creationId xmlns:a16="http://schemas.microsoft.com/office/drawing/2014/main" id="{64E59D64-3746-4622-B73E-44280578424E}"/>
                </a:ext>
              </a:extLst>
            </p:cNvPr>
            <p:cNvGrpSpPr/>
            <p:nvPr/>
          </p:nvGrpSpPr>
          <p:grpSpPr>
            <a:xfrm>
              <a:off x="2825017" y="1411676"/>
              <a:ext cx="234950" cy="234965"/>
              <a:chOff x="6553835" y="4330797"/>
              <a:chExt cx="193040" cy="193051"/>
            </a:xfrm>
          </p:grpSpPr>
          <p:cxnSp>
            <p:nvCxnSpPr>
              <p:cNvPr id="70" name="直接连接符 69">
                <a:extLst>
                  <a:ext uri="{FF2B5EF4-FFF2-40B4-BE49-F238E27FC236}">
                    <a16:creationId xmlns:a16="http://schemas.microsoft.com/office/drawing/2014/main" id="{2E23350E-490C-4E34-BE3A-7EB73011DF4F}"/>
                  </a:ext>
                </a:extLst>
              </p:cNvPr>
              <p:cNvCxnSpPr/>
              <p:nvPr/>
            </p:nvCxnSpPr>
            <p:spPr>
              <a:xfrm>
                <a:off x="6553835" y="4330797"/>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251F569F-7423-4AAB-BC24-A51C68469FA5}"/>
                  </a:ext>
                </a:extLst>
              </p:cNvPr>
              <p:cNvCxnSpPr>
                <a:cxnSpLocks/>
              </p:cNvCxnSpPr>
              <p:nvPr/>
            </p:nvCxnSpPr>
            <p:spPr>
              <a:xfrm flipV="1">
                <a:off x="6553835" y="4330808"/>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grpSp>
      </p:grpSp>
      <p:grpSp>
        <p:nvGrpSpPr>
          <p:cNvPr id="72" name="组合 71">
            <a:extLst>
              <a:ext uri="{FF2B5EF4-FFF2-40B4-BE49-F238E27FC236}">
                <a16:creationId xmlns:a16="http://schemas.microsoft.com/office/drawing/2014/main" id="{BA30B558-9A43-4607-AEFD-068D8B8FC2A5}"/>
              </a:ext>
            </a:extLst>
          </p:cNvPr>
          <p:cNvGrpSpPr/>
          <p:nvPr/>
        </p:nvGrpSpPr>
        <p:grpSpPr>
          <a:xfrm rot="2638587">
            <a:off x="11725241" y="7216182"/>
            <a:ext cx="122214" cy="122214"/>
            <a:chOff x="6553835" y="4312920"/>
            <a:chExt cx="193040" cy="193040"/>
          </a:xfrm>
        </p:grpSpPr>
        <p:cxnSp>
          <p:nvCxnSpPr>
            <p:cNvPr id="73" name="直接连接符 72">
              <a:extLst>
                <a:ext uri="{FF2B5EF4-FFF2-40B4-BE49-F238E27FC236}">
                  <a16:creationId xmlns:a16="http://schemas.microsoft.com/office/drawing/2014/main" id="{7B31381D-FDD7-432F-9802-C1DB249E41E2}"/>
                </a:ext>
              </a:extLst>
            </p:cNvPr>
            <p:cNvCxnSpPr/>
            <p:nvPr/>
          </p:nvCxnSpPr>
          <p:spPr>
            <a:xfrm>
              <a:off x="6553835" y="4312920"/>
              <a:ext cx="193040" cy="193040"/>
            </a:xfrm>
            <a:prstGeom prst="line">
              <a:avLst/>
            </a:prstGeom>
            <a:ln w="1905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2E77DCF8-1A13-4BAA-BE12-77AAFBAF1146}"/>
                </a:ext>
              </a:extLst>
            </p:cNvPr>
            <p:cNvCxnSpPr>
              <a:cxnSpLocks/>
            </p:cNvCxnSpPr>
            <p:nvPr/>
          </p:nvCxnSpPr>
          <p:spPr>
            <a:xfrm flipV="1">
              <a:off x="6553835" y="4312920"/>
              <a:ext cx="193040" cy="193040"/>
            </a:xfrm>
            <a:prstGeom prst="line">
              <a:avLst/>
            </a:prstGeom>
            <a:ln w="19050">
              <a:solidFill>
                <a:srgbClr val="992677"/>
              </a:soli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02899F0F-7AAF-4A84-A19F-BD0B14077230}"/>
              </a:ext>
            </a:extLst>
          </p:cNvPr>
          <p:cNvGrpSpPr/>
          <p:nvPr/>
        </p:nvGrpSpPr>
        <p:grpSpPr>
          <a:xfrm>
            <a:off x="4456311" y="6213975"/>
            <a:ext cx="3128748" cy="307777"/>
            <a:chOff x="4536162" y="6119842"/>
            <a:chExt cx="3128748" cy="307777"/>
          </a:xfrm>
        </p:grpSpPr>
        <p:sp>
          <p:nvSpPr>
            <p:cNvPr id="37" name="文本框 36">
              <a:extLst>
                <a:ext uri="{FF2B5EF4-FFF2-40B4-BE49-F238E27FC236}">
                  <a16:creationId xmlns:a16="http://schemas.microsoft.com/office/drawing/2014/main" id="{13B5399D-3179-4C2D-AE2E-E7DB44D01ED2}"/>
                </a:ext>
              </a:extLst>
            </p:cNvPr>
            <p:cNvSpPr txBox="1"/>
            <p:nvPr/>
          </p:nvSpPr>
          <p:spPr>
            <a:xfrm>
              <a:off x="4658184"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团结</a:t>
              </a:r>
            </a:p>
          </p:txBody>
        </p:sp>
        <p:sp>
          <p:nvSpPr>
            <p:cNvPr id="38" name="文本框 37">
              <a:extLst>
                <a:ext uri="{FF2B5EF4-FFF2-40B4-BE49-F238E27FC236}">
                  <a16:creationId xmlns:a16="http://schemas.microsoft.com/office/drawing/2014/main" id="{239A7031-8D41-415F-94D7-409EE51440AA}"/>
                </a:ext>
              </a:extLst>
            </p:cNvPr>
            <p:cNvSpPr txBox="1"/>
            <p:nvPr/>
          </p:nvSpPr>
          <p:spPr>
            <a:xfrm>
              <a:off x="5429858"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献身</a:t>
              </a:r>
            </a:p>
          </p:txBody>
        </p:sp>
        <p:sp>
          <p:nvSpPr>
            <p:cNvPr id="39" name="文本框 38">
              <a:extLst>
                <a:ext uri="{FF2B5EF4-FFF2-40B4-BE49-F238E27FC236}">
                  <a16:creationId xmlns:a16="http://schemas.microsoft.com/office/drawing/2014/main" id="{4053F2E8-4E01-44D4-BDAF-2F531A3C6AD7}"/>
                </a:ext>
              </a:extLst>
            </p:cNvPr>
            <p:cNvSpPr txBox="1"/>
            <p:nvPr/>
          </p:nvSpPr>
          <p:spPr>
            <a:xfrm>
              <a:off x="6201532"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求是</a:t>
              </a:r>
            </a:p>
          </p:txBody>
        </p:sp>
        <p:sp>
          <p:nvSpPr>
            <p:cNvPr id="40" name="文本框 39">
              <a:extLst>
                <a:ext uri="{FF2B5EF4-FFF2-40B4-BE49-F238E27FC236}">
                  <a16:creationId xmlns:a16="http://schemas.microsoft.com/office/drawing/2014/main" id="{B4F02DBD-71AE-47ED-AF7A-4FB55F9CABA0}"/>
                </a:ext>
              </a:extLst>
            </p:cNvPr>
            <p:cNvSpPr txBox="1"/>
            <p:nvPr/>
          </p:nvSpPr>
          <p:spPr>
            <a:xfrm>
              <a:off x="6973204"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创新</a:t>
              </a:r>
            </a:p>
          </p:txBody>
        </p:sp>
        <p:cxnSp>
          <p:nvCxnSpPr>
            <p:cNvPr id="41" name="直接连接符 40">
              <a:extLst>
                <a:ext uri="{FF2B5EF4-FFF2-40B4-BE49-F238E27FC236}">
                  <a16:creationId xmlns:a16="http://schemas.microsoft.com/office/drawing/2014/main" id="{47E51C13-137C-4FDE-A864-F85E6A3FC42C}"/>
                </a:ext>
              </a:extLst>
            </p:cNvPr>
            <p:cNvCxnSpPr/>
            <p:nvPr userDrawn="1"/>
          </p:nvCxnSpPr>
          <p:spPr>
            <a:xfrm>
              <a:off x="6096001"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C84D1E7A-E950-48B1-9775-03F8C9F43B45}"/>
                </a:ext>
              </a:extLst>
            </p:cNvPr>
            <p:cNvCxnSpPr>
              <a:cxnSpLocks/>
            </p:cNvCxnSpPr>
            <p:nvPr userDrawn="1"/>
          </p:nvCxnSpPr>
          <p:spPr>
            <a:xfrm>
              <a:off x="5324328"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D7BBE8FD-977F-4041-A9B0-6E41CCFEC9F7}"/>
                </a:ext>
              </a:extLst>
            </p:cNvPr>
            <p:cNvCxnSpPr/>
            <p:nvPr userDrawn="1"/>
          </p:nvCxnSpPr>
          <p:spPr>
            <a:xfrm>
              <a:off x="6867675"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D298310-2B29-456B-834B-01EC7D885EC4}"/>
                </a:ext>
              </a:extLst>
            </p:cNvPr>
            <p:cNvCxnSpPr/>
            <p:nvPr/>
          </p:nvCxnSpPr>
          <p:spPr>
            <a:xfrm>
              <a:off x="7664910"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4A643464-753F-48EC-BB96-BF9A084979B6}"/>
                </a:ext>
              </a:extLst>
            </p:cNvPr>
            <p:cNvCxnSpPr>
              <a:cxnSpLocks/>
            </p:cNvCxnSpPr>
            <p:nvPr/>
          </p:nvCxnSpPr>
          <p:spPr>
            <a:xfrm>
              <a:off x="4536162"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46942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DC1BEEB-14F5-45D2-82FF-D1EB7D7C36FE}"/>
              </a:ext>
            </a:extLst>
          </p:cNvPr>
          <p:cNvSpPr/>
          <p:nvPr/>
        </p:nvSpPr>
        <p:spPr>
          <a:xfrm>
            <a:off x="512872" y="298450"/>
            <a:ext cx="11150600" cy="6261100"/>
          </a:xfrm>
          <a:prstGeom prst="rect">
            <a:avLst/>
          </a:prstGeom>
          <a:blipFill dpi="0" rotWithShape="1">
            <a:blip r:embed="rId2"/>
            <a:srcRect/>
            <a:tile tx="0" ty="0" sx="95000" sy="95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a:extLst>
              <a:ext uri="{FF2B5EF4-FFF2-40B4-BE49-F238E27FC236}">
                <a16:creationId xmlns:a16="http://schemas.microsoft.com/office/drawing/2014/main" id="{25FA78F8-C8BB-491E-9939-060E25CD5903}"/>
              </a:ext>
            </a:extLst>
          </p:cNvPr>
          <p:cNvSpPr/>
          <p:nvPr/>
        </p:nvSpPr>
        <p:spPr>
          <a:xfrm>
            <a:off x="512872" y="298450"/>
            <a:ext cx="11150600" cy="6261100"/>
          </a:xfrm>
          <a:prstGeom prst="rect">
            <a:avLst/>
          </a:prstGeom>
          <a:gradFill flip="none" rotWithShape="1">
            <a:gsLst>
              <a:gs pos="0">
                <a:schemeClr val="bg1">
                  <a:alpha val="21000"/>
                </a:schemeClr>
              </a:gs>
              <a:gs pos="68000">
                <a:schemeClr val="bg1">
                  <a:alpha val="9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120" name="图片 119">
            <a:extLst>
              <a:ext uri="{FF2B5EF4-FFF2-40B4-BE49-F238E27FC236}">
                <a16:creationId xmlns:a16="http://schemas.microsoft.com/office/drawing/2014/main" id="{54C2A7E0-E8CD-48DF-950C-EDC5B746BDDB}"/>
              </a:ext>
            </a:extLst>
          </p:cNvPr>
          <p:cNvPicPr>
            <a:picLocks noChangeAspect="1"/>
          </p:cNvPicPr>
          <p:nvPr/>
        </p:nvPicPr>
        <p:blipFill>
          <a:blip r:embed="rId3"/>
          <a:srcRect t="345" r="50888"/>
          <a:stretch>
            <a:fillRect/>
          </a:stretch>
        </p:blipFill>
        <p:spPr>
          <a:xfrm>
            <a:off x="8932642" y="292558"/>
            <a:ext cx="2697688" cy="5498326"/>
          </a:xfrm>
          <a:custGeom>
            <a:avLst/>
            <a:gdLst>
              <a:gd name="connsiteX0" fmla="*/ 0 w 2697688"/>
              <a:gd name="connsiteY0" fmla="*/ 0 h 5498326"/>
              <a:gd name="connsiteX1" fmla="*/ 2697688 w 2697688"/>
              <a:gd name="connsiteY1" fmla="*/ 0 h 5498326"/>
              <a:gd name="connsiteX2" fmla="*/ 2697688 w 2697688"/>
              <a:gd name="connsiteY2" fmla="*/ 5498326 h 5498326"/>
              <a:gd name="connsiteX3" fmla="*/ 0 w 2697688"/>
              <a:gd name="connsiteY3" fmla="*/ 5498326 h 5498326"/>
            </a:gdLst>
            <a:ahLst/>
            <a:cxnLst>
              <a:cxn ang="0">
                <a:pos x="connsiteX0" y="connsiteY0"/>
              </a:cxn>
              <a:cxn ang="0">
                <a:pos x="connsiteX1" y="connsiteY1"/>
              </a:cxn>
              <a:cxn ang="0">
                <a:pos x="connsiteX2" y="connsiteY2"/>
              </a:cxn>
              <a:cxn ang="0">
                <a:pos x="connsiteX3" y="connsiteY3"/>
              </a:cxn>
            </a:cxnLst>
            <a:rect l="l" t="t" r="r" b="b"/>
            <a:pathLst>
              <a:path w="2697688" h="5498326">
                <a:moveTo>
                  <a:pt x="0" y="0"/>
                </a:moveTo>
                <a:lnTo>
                  <a:pt x="2697688" y="0"/>
                </a:lnTo>
                <a:lnTo>
                  <a:pt x="2697688" y="5498326"/>
                </a:lnTo>
                <a:lnTo>
                  <a:pt x="0" y="5498326"/>
                </a:lnTo>
                <a:close/>
              </a:path>
            </a:pathLst>
          </a:custGeom>
        </p:spPr>
      </p:pic>
      <p:grpSp>
        <p:nvGrpSpPr>
          <p:cNvPr id="117" name="组合 116">
            <a:extLst>
              <a:ext uri="{FF2B5EF4-FFF2-40B4-BE49-F238E27FC236}">
                <a16:creationId xmlns:a16="http://schemas.microsoft.com/office/drawing/2014/main" id="{E5B7A4FA-9CD7-4588-BEBE-ADCF8B6064AD}"/>
              </a:ext>
            </a:extLst>
          </p:cNvPr>
          <p:cNvGrpSpPr/>
          <p:nvPr/>
        </p:nvGrpSpPr>
        <p:grpSpPr>
          <a:xfrm>
            <a:off x="7796368" y="4134748"/>
            <a:ext cx="3567149" cy="2092881"/>
            <a:chOff x="7795430" y="4081738"/>
            <a:chExt cx="3567149" cy="2092881"/>
          </a:xfrm>
        </p:grpSpPr>
        <p:grpSp>
          <p:nvGrpSpPr>
            <p:cNvPr id="13" name="组合 12">
              <a:extLst>
                <a:ext uri="{FF2B5EF4-FFF2-40B4-BE49-F238E27FC236}">
                  <a16:creationId xmlns:a16="http://schemas.microsoft.com/office/drawing/2014/main" id="{A0FB4180-BCED-4377-8D4E-9170059782CB}"/>
                </a:ext>
              </a:extLst>
            </p:cNvPr>
            <p:cNvGrpSpPr/>
            <p:nvPr/>
          </p:nvGrpSpPr>
          <p:grpSpPr>
            <a:xfrm>
              <a:off x="7795430" y="4081738"/>
              <a:ext cx="3567149" cy="2092881"/>
              <a:chOff x="7804903" y="4313969"/>
              <a:chExt cx="3567149" cy="2092881"/>
            </a:xfrm>
          </p:grpSpPr>
          <p:sp>
            <p:nvSpPr>
              <p:cNvPr id="10" name="文本框 9">
                <a:extLst>
                  <a:ext uri="{FF2B5EF4-FFF2-40B4-BE49-F238E27FC236}">
                    <a16:creationId xmlns:a16="http://schemas.microsoft.com/office/drawing/2014/main" id="{D48EB233-BE0E-437A-A385-436261F88570}"/>
                  </a:ext>
                </a:extLst>
              </p:cNvPr>
              <p:cNvSpPr txBox="1"/>
              <p:nvPr/>
            </p:nvSpPr>
            <p:spPr>
              <a:xfrm>
                <a:off x="7804903" y="4313969"/>
                <a:ext cx="1137818" cy="2092881"/>
              </a:xfrm>
              <a:prstGeom prst="rect">
                <a:avLst/>
              </a:prstGeom>
              <a:noFill/>
            </p:spPr>
            <p:txBody>
              <a:bodyPr wrap="square" rtlCol="0">
                <a:spAutoFit/>
              </a:bodyPr>
              <a:lstStyle/>
              <a:p>
                <a:r>
                  <a:rPr lang="en-US" altLang="zh-CN" sz="13000" dirty="0">
                    <a:solidFill>
                      <a:srgbClr val="992677"/>
                    </a:solidFill>
                    <a:latin typeface="Arial" panose="020B0604020202020204" pitchFamily="34" charset="0"/>
                    <a:cs typeface="Arial" panose="020B0604020202020204" pitchFamily="34" charset="0"/>
                    <a:sym typeface="+mn-lt"/>
                  </a:rPr>
                  <a:t>1</a:t>
                </a:r>
                <a:endParaRPr lang="zh-CN" altLang="en-US" sz="13000" dirty="0">
                  <a:solidFill>
                    <a:srgbClr val="992677"/>
                  </a:solidFill>
                  <a:latin typeface="Arial" panose="020B0604020202020204" pitchFamily="34" charset="0"/>
                  <a:cs typeface="Arial" panose="020B0604020202020204" pitchFamily="34" charset="0"/>
                  <a:sym typeface="+mn-lt"/>
                </a:endParaRPr>
              </a:p>
            </p:txBody>
          </p:sp>
          <p:sp>
            <p:nvSpPr>
              <p:cNvPr id="11" name="文本框 10">
                <a:extLst>
                  <a:ext uri="{FF2B5EF4-FFF2-40B4-BE49-F238E27FC236}">
                    <a16:creationId xmlns:a16="http://schemas.microsoft.com/office/drawing/2014/main" id="{06CDC6E6-D3A0-4CDA-8B67-65A16BBF6BA2}"/>
                  </a:ext>
                </a:extLst>
              </p:cNvPr>
              <p:cNvSpPr txBox="1"/>
              <p:nvPr/>
            </p:nvSpPr>
            <p:spPr>
              <a:xfrm>
                <a:off x="8678157" y="4577690"/>
                <a:ext cx="2693895" cy="1015663"/>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130" normalizeH="0" noProof="0" dirty="0">
                    <a:ln>
                      <a:noFill/>
                    </a:ln>
                    <a:solidFill>
                      <a:srgbClr val="992677"/>
                    </a:solidFill>
                    <a:effectLst/>
                    <a:uLnTx/>
                    <a:uFillTx/>
                    <a:cs typeface="+mn-ea"/>
                    <a:sym typeface="+mn-lt"/>
                  </a:rPr>
                  <a:t>章节</a:t>
                </a:r>
                <a:r>
                  <a:rPr lang="zh-CN" altLang="en-US" sz="6000" spc="130" dirty="0">
                    <a:solidFill>
                      <a:srgbClr val="992677"/>
                    </a:solidFill>
                    <a:cs typeface="+mn-ea"/>
                    <a:sym typeface="+mn-lt"/>
                  </a:rPr>
                  <a:t>一</a:t>
                </a:r>
                <a:endParaRPr kumimoji="0" lang="zh-CN" altLang="en-US" sz="6000" b="0" i="0" u="none" strike="noStrike" kern="1200" cap="none" spc="130" normalizeH="0" noProof="0" dirty="0">
                  <a:ln>
                    <a:noFill/>
                  </a:ln>
                  <a:solidFill>
                    <a:srgbClr val="992677"/>
                  </a:solidFill>
                  <a:effectLst/>
                  <a:uLnTx/>
                  <a:uFillTx/>
                  <a:cs typeface="+mn-ea"/>
                  <a:sym typeface="+mn-lt"/>
                </a:endParaRPr>
              </a:p>
            </p:txBody>
          </p:sp>
          <p:sp>
            <p:nvSpPr>
              <p:cNvPr id="12" name="矩形 11">
                <a:extLst>
                  <a:ext uri="{FF2B5EF4-FFF2-40B4-BE49-F238E27FC236}">
                    <a16:creationId xmlns:a16="http://schemas.microsoft.com/office/drawing/2014/main" id="{A0E37E8A-1EED-43F0-A416-0226B91CC759}"/>
                  </a:ext>
                </a:extLst>
              </p:cNvPr>
              <p:cNvSpPr/>
              <p:nvPr/>
            </p:nvSpPr>
            <p:spPr>
              <a:xfrm>
                <a:off x="8786190" y="5593353"/>
                <a:ext cx="2358658" cy="356873"/>
              </a:xfrm>
              <a:prstGeom prst="rect">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CN" dirty="0">
                    <a:latin typeface="Arial" panose="020B0604020202020204" pitchFamily="34" charset="0"/>
                    <a:cs typeface="Arial" panose="020B0604020202020204" pitchFamily="34" charset="0"/>
                    <a:sym typeface="+mn-lt"/>
                  </a:rPr>
                  <a:t>CHAPTER ONE</a:t>
                </a:r>
                <a:endParaRPr lang="zh-CN" altLang="en-US" dirty="0">
                  <a:latin typeface="Arial" panose="020B0604020202020204" pitchFamily="34" charset="0"/>
                  <a:cs typeface="Arial" panose="020B0604020202020204" pitchFamily="34" charset="0"/>
                  <a:sym typeface="+mn-lt"/>
                </a:endParaRPr>
              </a:p>
            </p:txBody>
          </p:sp>
        </p:grpSp>
        <p:grpSp>
          <p:nvGrpSpPr>
            <p:cNvPr id="107" name="组合 106">
              <a:extLst>
                <a:ext uri="{FF2B5EF4-FFF2-40B4-BE49-F238E27FC236}">
                  <a16:creationId xmlns:a16="http://schemas.microsoft.com/office/drawing/2014/main" id="{FD002FC1-6038-447B-96DF-732C7EE7783B}"/>
                </a:ext>
              </a:extLst>
            </p:cNvPr>
            <p:cNvGrpSpPr/>
            <p:nvPr/>
          </p:nvGrpSpPr>
          <p:grpSpPr>
            <a:xfrm>
              <a:off x="8080350" y="5796604"/>
              <a:ext cx="3055593" cy="307777"/>
              <a:chOff x="4604398" y="6119842"/>
              <a:chExt cx="3055593" cy="307777"/>
            </a:xfrm>
          </p:grpSpPr>
          <p:sp>
            <p:nvSpPr>
              <p:cNvPr id="108" name="文本框 107">
                <a:extLst>
                  <a:ext uri="{FF2B5EF4-FFF2-40B4-BE49-F238E27FC236}">
                    <a16:creationId xmlns:a16="http://schemas.microsoft.com/office/drawing/2014/main" id="{29DDA52E-AF62-4B8E-B883-B9BE53BB6783}"/>
                  </a:ext>
                </a:extLst>
              </p:cNvPr>
              <p:cNvSpPr txBox="1"/>
              <p:nvPr/>
            </p:nvSpPr>
            <p:spPr>
              <a:xfrm>
                <a:off x="4706041"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团结</a:t>
                </a:r>
              </a:p>
            </p:txBody>
          </p:sp>
          <p:sp>
            <p:nvSpPr>
              <p:cNvPr id="109" name="文本框 108">
                <a:extLst>
                  <a:ext uri="{FF2B5EF4-FFF2-40B4-BE49-F238E27FC236}">
                    <a16:creationId xmlns:a16="http://schemas.microsoft.com/office/drawing/2014/main" id="{249613C6-9795-4CC8-A29D-295DC89A9244}"/>
                  </a:ext>
                </a:extLst>
              </p:cNvPr>
              <p:cNvSpPr txBox="1"/>
              <p:nvPr/>
            </p:nvSpPr>
            <p:spPr>
              <a:xfrm>
                <a:off x="5469939"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献身</a:t>
                </a:r>
              </a:p>
            </p:txBody>
          </p:sp>
          <p:sp>
            <p:nvSpPr>
              <p:cNvPr id="110" name="文本框 109">
                <a:extLst>
                  <a:ext uri="{FF2B5EF4-FFF2-40B4-BE49-F238E27FC236}">
                    <a16:creationId xmlns:a16="http://schemas.microsoft.com/office/drawing/2014/main" id="{2DA4C7C1-2B3D-4453-B597-8A49CF40A30F}"/>
                  </a:ext>
                </a:extLst>
              </p:cNvPr>
              <p:cNvSpPr txBox="1"/>
              <p:nvPr/>
            </p:nvSpPr>
            <p:spPr>
              <a:xfrm>
                <a:off x="6233837"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求是</a:t>
                </a:r>
              </a:p>
            </p:txBody>
          </p:sp>
          <p:sp>
            <p:nvSpPr>
              <p:cNvPr id="111" name="文本框 110">
                <a:extLst>
                  <a:ext uri="{FF2B5EF4-FFF2-40B4-BE49-F238E27FC236}">
                    <a16:creationId xmlns:a16="http://schemas.microsoft.com/office/drawing/2014/main" id="{7FF07036-43F4-404C-80E1-8FC7D446DBE2}"/>
                  </a:ext>
                </a:extLst>
              </p:cNvPr>
              <p:cNvSpPr txBox="1"/>
              <p:nvPr/>
            </p:nvSpPr>
            <p:spPr>
              <a:xfrm>
                <a:off x="6997735"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创新</a:t>
                </a:r>
              </a:p>
            </p:txBody>
          </p:sp>
          <p:cxnSp>
            <p:nvCxnSpPr>
              <p:cNvPr id="112" name="直接连接符 111">
                <a:extLst>
                  <a:ext uri="{FF2B5EF4-FFF2-40B4-BE49-F238E27FC236}">
                    <a16:creationId xmlns:a16="http://schemas.microsoft.com/office/drawing/2014/main" id="{1EAF5FD4-3282-4482-ADE8-1A3AA49D101E}"/>
                  </a:ext>
                </a:extLst>
              </p:cNvPr>
              <p:cNvCxnSpPr/>
              <p:nvPr userDrawn="1"/>
            </p:nvCxnSpPr>
            <p:spPr>
              <a:xfrm>
                <a:off x="6132194"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14B5440-C4DD-4D4B-BA92-4737A72202DD}"/>
                  </a:ext>
                </a:extLst>
              </p:cNvPr>
              <p:cNvCxnSpPr>
                <a:cxnSpLocks/>
              </p:cNvCxnSpPr>
              <p:nvPr userDrawn="1"/>
            </p:nvCxnSpPr>
            <p:spPr>
              <a:xfrm>
                <a:off x="5368296"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0190139E-140D-4D61-BA53-C2F3AB5C28F8}"/>
                  </a:ext>
                </a:extLst>
              </p:cNvPr>
              <p:cNvCxnSpPr/>
              <p:nvPr userDrawn="1"/>
            </p:nvCxnSpPr>
            <p:spPr>
              <a:xfrm>
                <a:off x="6896092"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DEBE80DF-BB7C-4480-99CE-DEFB89B26E4E}"/>
                  </a:ext>
                </a:extLst>
              </p:cNvPr>
              <p:cNvCxnSpPr/>
              <p:nvPr/>
            </p:nvCxnSpPr>
            <p:spPr>
              <a:xfrm>
                <a:off x="7659991"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09B233B3-9B3A-4712-ADCA-DAE97073DF3E}"/>
                  </a:ext>
                </a:extLst>
              </p:cNvPr>
              <p:cNvCxnSpPr>
                <a:cxnSpLocks/>
              </p:cNvCxnSpPr>
              <p:nvPr/>
            </p:nvCxnSpPr>
            <p:spPr>
              <a:xfrm>
                <a:off x="4604398"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grpSp>
      </p:grpSp>
      <p:grpSp>
        <p:nvGrpSpPr>
          <p:cNvPr id="25" name="组合 24">
            <a:extLst>
              <a:ext uri="{FF2B5EF4-FFF2-40B4-BE49-F238E27FC236}">
                <a16:creationId xmlns:a16="http://schemas.microsoft.com/office/drawing/2014/main" id="{DE821D39-E3FE-4610-A904-6F630C50CDBD}"/>
              </a:ext>
            </a:extLst>
          </p:cNvPr>
          <p:cNvGrpSpPr/>
          <p:nvPr/>
        </p:nvGrpSpPr>
        <p:grpSpPr>
          <a:xfrm>
            <a:off x="1077026" y="658922"/>
            <a:ext cx="818884" cy="118133"/>
            <a:chOff x="3873044" y="626487"/>
            <a:chExt cx="818884" cy="118133"/>
          </a:xfrm>
        </p:grpSpPr>
        <p:sp>
          <p:nvSpPr>
            <p:cNvPr id="26" name="椭圆 25">
              <a:extLst>
                <a:ext uri="{FF2B5EF4-FFF2-40B4-BE49-F238E27FC236}">
                  <a16:creationId xmlns:a16="http://schemas.microsoft.com/office/drawing/2014/main" id="{494D2F04-900D-4725-9930-37E80DF87C33}"/>
                </a:ext>
              </a:extLst>
            </p:cNvPr>
            <p:cNvSpPr/>
            <p:nvPr/>
          </p:nvSpPr>
          <p:spPr>
            <a:xfrm>
              <a:off x="3873044" y="626487"/>
              <a:ext cx="118133" cy="118133"/>
            </a:xfrm>
            <a:prstGeom prst="ellipse">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7" name="椭圆 26">
              <a:extLst>
                <a:ext uri="{FF2B5EF4-FFF2-40B4-BE49-F238E27FC236}">
                  <a16:creationId xmlns:a16="http://schemas.microsoft.com/office/drawing/2014/main" id="{B0A262D4-ADE4-4C1C-83DB-1B263C13BCA6}"/>
                </a:ext>
              </a:extLst>
            </p:cNvPr>
            <p:cNvSpPr/>
            <p:nvPr/>
          </p:nvSpPr>
          <p:spPr>
            <a:xfrm>
              <a:off x="4106628" y="626487"/>
              <a:ext cx="118133" cy="118133"/>
            </a:xfrm>
            <a:prstGeom prst="ellipse">
              <a:avLst/>
            </a:prstGeom>
            <a:solidFill>
              <a:srgbClr val="99267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8" name="椭圆 27">
              <a:extLst>
                <a:ext uri="{FF2B5EF4-FFF2-40B4-BE49-F238E27FC236}">
                  <a16:creationId xmlns:a16="http://schemas.microsoft.com/office/drawing/2014/main" id="{BC21BA0C-1C91-48DC-A441-B83415AEBD92}"/>
                </a:ext>
              </a:extLst>
            </p:cNvPr>
            <p:cNvSpPr/>
            <p:nvPr/>
          </p:nvSpPr>
          <p:spPr>
            <a:xfrm>
              <a:off x="4340212" y="626487"/>
              <a:ext cx="118133" cy="118133"/>
            </a:xfrm>
            <a:prstGeom prst="ellipse">
              <a:avLst/>
            </a:prstGeom>
            <a:solidFill>
              <a:srgbClr val="99267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9" name="椭圆 28">
              <a:extLst>
                <a:ext uri="{FF2B5EF4-FFF2-40B4-BE49-F238E27FC236}">
                  <a16:creationId xmlns:a16="http://schemas.microsoft.com/office/drawing/2014/main" id="{132C3F6F-E6AE-463A-B573-5265EAD8679C}"/>
                </a:ext>
              </a:extLst>
            </p:cNvPr>
            <p:cNvSpPr/>
            <p:nvPr/>
          </p:nvSpPr>
          <p:spPr>
            <a:xfrm>
              <a:off x="4573795" y="626487"/>
              <a:ext cx="118133" cy="118133"/>
            </a:xfrm>
            <a:prstGeom prst="ellipse">
              <a:avLst/>
            </a:prstGeom>
            <a:solidFill>
              <a:srgbClr val="99267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spTree>
    <p:extLst>
      <p:ext uri="{BB962C8B-B14F-4D97-AF65-F5344CB8AC3E}">
        <p14:creationId xmlns:p14="http://schemas.microsoft.com/office/powerpoint/2010/main" val="3952195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0" name="Group 508">
            <a:extLst>
              <a:ext uri="{FF2B5EF4-FFF2-40B4-BE49-F238E27FC236}">
                <a16:creationId xmlns:a16="http://schemas.microsoft.com/office/drawing/2014/main" id="{DFC1BDFB-06D2-45E8-9662-5E92A5FC955F}"/>
              </a:ext>
            </a:extLst>
          </p:cNvPr>
          <p:cNvGrpSpPr/>
          <p:nvPr/>
        </p:nvGrpSpPr>
        <p:grpSpPr>
          <a:xfrm>
            <a:off x="1055688" y="1364296"/>
            <a:ext cx="10080625" cy="4939747"/>
            <a:chOff x="689928" y="1180983"/>
            <a:chExt cx="10080625" cy="4980912"/>
          </a:xfrm>
        </p:grpSpPr>
        <p:cxnSp>
          <p:nvCxnSpPr>
            <p:cNvPr id="511" name="PA-直接连接符 56">
              <a:extLst>
                <a:ext uri="{FF2B5EF4-FFF2-40B4-BE49-F238E27FC236}">
                  <a16:creationId xmlns:a16="http://schemas.microsoft.com/office/drawing/2014/main" id="{D6E709B8-FCF9-4D55-8B83-399CCAE4DA50}"/>
                </a:ext>
              </a:extLst>
            </p:cNvPr>
            <p:cNvCxnSpPr>
              <a:cxnSpLocks/>
              <a:endCxn id="572" idx="0"/>
            </p:cNvCxnSpPr>
            <p:nvPr/>
          </p:nvCxnSpPr>
          <p:spPr>
            <a:xfrm flipV="1">
              <a:off x="689928" y="1998478"/>
              <a:ext cx="1935810" cy="5153"/>
            </a:xfrm>
            <a:prstGeom prst="line">
              <a:avLst/>
            </a:prstGeom>
            <a:ln w="38100" cap="flat" cmpd="sng" algn="ctr">
              <a:solidFill>
                <a:srgbClr val="992677"/>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12" name="PA-组合 4">
              <a:extLst>
                <a:ext uri="{FF2B5EF4-FFF2-40B4-BE49-F238E27FC236}">
                  <a16:creationId xmlns:a16="http://schemas.microsoft.com/office/drawing/2014/main" id="{0E00D2C6-470D-43D8-92FF-3AA44290367A}"/>
                </a:ext>
              </a:extLst>
            </p:cNvPr>
            <p:cNvGrpSpPr/>
            <p:nvPr/>
          </p:nvGrpSpPr>
          <p:grpSpPr>
            <a:xfrm>
              <a:off x="2625738" y="1998478"/>
              <a:ext cx="8144815" cy="3988856"/>
              <a:chOff x="1608487" y="2358486"/>
              <a:chExt cx="9413469" cy="3932982"/>
            </a:xfrm>
          </p:grpSpPr>
          <p:sp>
            <p:nvSpPr>
              <p:cNvPr id="572" name="PA-任意多边形 89">
                <a:extLst>
                  <a:ext uri="{FF2B5EF4-FFF2-40B4-BE49-F238E27FC236}">
                    <a16:creationId xmlns:a16="http://schemas.microsoft.com/office/drawing/2014/main" id="{70D25AE0-04CA-41A1-8E31-BAB903C3A6E0}"/>
                  </a:ext>
                </a:extLst>
              </p:cNvPr>
              <p:cNvSpPr>
                <a:spLocks/>
              </p:cNvSpPr>
              <p:nvPr/>
            </p:nvSpPr>
            <p:spPr bwMode="auto">
              <a:xfrm>
                <a:off x="1608487" y="2358486"/>
                <a:ext cx="8476083" cy="3932982"/>
              </a:xfrm>
              <a:custGeom>
                <a:avLst/>
                <a:gdLst>
                  <a:gd name="T0" fmla="*/ 0 w 2994"/>
                  <a:gd name="T1" fmla="*/ 0 h 1390"/>
                  <a:gd name="T2" fmla="*/ 2594 w 2994"/>
                  <a:gd name="T3" fmla="*/ 0 h 1390"/>
                  <a:gd name="T4" fmla="*/ 2994 w 2994"/>
                  <a:gd name="T5" fmla="*/ 348 h 1390"/>
                  <a:gd name="T6" fmla="*/ 2594 w 2994"/>
                  <a:gd name="T7" fmla="*/ 695 h 1390"/>
                  <a:gd name="T8" fmla="*/ 400 w 2994"/>
                  <a:gd name="T9" fmla="*/ 695 h 1390"/>
                  <a:gd name="T10" fmla="*/ 0 w 2994"/>
                  <a:gd name="T11" fmla="*/ 1043 h 1390"/>
                  <a:gd name="T12" fmla="*/ 400 w 2994"/>
                  <a:gd name="T13" fmla="*/ 1390 h 1390"/>
                  <a:gd name="T14" fmla="*/ 2994 w 2994"/>
                  <a:gd name="T15" fmla="*/ 1390 h 13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94" h="1390">
                    <a:moveTo>
                      <a:pt x="0" y="0"/>
                    </a:moveTo>
                    <a:cubicBezTo>
                      <a:pt x="2594" y="0"/>
                      <a:pt x="2594" y="0"/>
                      <a:pt x="2594" y="0"/>
                    </a:cubicBezTo>
                    <a:cubicBezTo>
                      <a:pt x="2814" y="0"/>
                      <a:pt x="2994" y="157"/>
                      <a:pt x="2994" y="348"/>
                    </a:cubicBezTo>
                    <a:cubicBezTo>
                      <a:pt x="2994" y="539"/>
                      <a:pt x="2814" y="695"/>
                      <a:pt x="2594" y="695"/>
                    </a:cubicBezTo>
                    <a:cubicBezTo>
                      <a:pt x="400" y="695"/>
                      <a:pt x="400" y="695"/>
                      <a:pt x="400" y="695"/>
                    </a:cubicBezTo>
                    <a:cubicBezTo>
                      <a:pt x="180" y="695"/>
                      <a:pt x="0" y="852"/>
                      <a:pt x="0" y="1043"/>
                    </a:cubicBezTo>
                    <a:cubicBezTo>
                      <a:pt x="0" y="1234"/>
                      <a:pt x="180" y="1390"/>
                      <a:pt x="400" y="1390"/>
                    </a:cubicBezTo>
                    <a:cubicBezTo>
                      <a:pt x="2994" y="1390"/>
                      <a:pt x="2994" y="1390"/>
                      <a:pt x="2994" y="1390"/>
                    </a:cubicBezTo>
                  </a:path>
                </a:pathLst>
              </a:custGeom>
              <a:noFill/>
              <a:ln w="38100" cap="flat" cmpd="sng" algn="ctr">
                <a:solidFill>
                  <a:srgbClr val="992677"/>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cxnSp>
            <p:nvCxnSpPr>
              <p:cNvPr id="573" name="PA-直接连接符 2">
                <a:extLst>
                  <a:ext uri="{FF2B5EF4-FFF2-40B4-BE49-F238E27FC236}">
                    <a16:creationId xmlns:a16="http://schemas.microsoft.com/office/drawing/2014/main" id="{B6A64BFC-B5B7-4B6C-9B32-699EA540D38E}"/>
                  </a:ext>
                </a:extLst>
              </p:cNvPr>
              <p:cNvCxnSpPr>
                <a:cxnSpLocks/>
              </p:cNvCxnSpPr>
              <p:nvPr/>
            </p:nvCxnSpPr>
            <p:spPr>
              <a:xfrm>
                <a:off x="9823366" y="6291468"/>
                <a:ext cx="1198590" cy="0"/>
              </a:xfrm>
              <a:prstGeom prst="line">
                <a:avLst/>
              </a:prstGeom>
              <a:ln w="38100" cap="flat" cmpd="sng" algn="ctr">
                <a:solidFill>
                  <a:srgbClr val="992677"/>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13" name="PA-组合 13">
              <a:extLst>
                <a:ext uri="{FF2B5EF4-FFF2-40B4-BE49-F238E27FC236}">
                  <a16:creationId xmlns:a16="http://schemas.microsoft.com/office/drawing/2014/main" id="{955F8048-FF98-4E58-8EF1-EA16A6CCE68C}"/>
                </a:ext>
              </a:extLst>
            </p:cNvPr>
            <p:cNvGrpSpPr/>
            <p:nvPr/>
          </p:nvGrpSpPr>
          <p:grpSpPr>
            <a:xfrm>
              <a:off x="3188728" y="4703848"/>
              <a:ext cx="2589037" cy="630229"/>
              <a:chOff x="2443449" y="4908725"/>
              <a:chExt cx="3717825" cy="902575"/>
            </a:xfrm>
          </p:grpSpPr>
          <p:sp>
            <p:nvSpPr>
              <p:cNvPr id="569" name="PA-椭圆 140">
                <a:extLst>
                  <a:ext uri="{FF2B5EF4-FFF2-40B4-BE49-F238E27FC236}">
                    <a16:creationId xmlns:a16="http://schemas.microsoft.com/office/drawing/2014/main" id="{7807C720-F77A-4F23-8FA9-E20AEA712BB2}"/>
                  </a:ext>
                </a:extLst>
              </p:cNvPr>
              <p:cNvSpPr/>
              <p:nvPr/>
            </p:nvSpPr>
            <p:spPr>
              <a:xfrm>
                <a:off x="2443449" y="4908725"/>
                <a:ext cx="854322" cy="854322"/>
              </a:xfrm>
              <a:prstGeom prst="ellipse">
                <a:avLst/>
              </a:prstGeom>
              <a:solidFill>
                <a:schemeClr val="bg1"/>
              </a:solidFill>
              <a:ln>
                <a:noFill/>
              </a:ln>
              <a:effectLst>
                <a:outerShdw blurRad="508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spcBef>
                    <a:spcPts val="0"/>
                  </a:spcBef>
                  <a:spcAft>
                    <a:spcPts val="0"/>
                  </a:spcAft>
                  <a:buClrTx/>
                  <a:buSzTx/>
                  <a:buFontTx/>
                  <a:buNone/>
                  <a:tabLst/>
                  <a:defRPr/>
                </a:pPr>
                <a:endParaRPr kumimoji="0" lang="zh-CN" altLang="en-US" sz="1400" b="0" i="0" u="none" strike="noStrike" kern="1200" cap="none" spc="130" normalizeH="0" baseline="0" noProof="0">
                  <a:ln>
                    <a:noFill/>
                  </a:ln>
                  <a:solidFill>
                    <a:srgbClr val="992677"/>
                  </a:solidFill>
                  <a:effectLst/>
                  <a:uLnTx/>
                  <a:uFillTx/>
                  <a:cs typeface="+mn-ea"/>
                  <a:sym typeface="+mn-lt"/>
                </a:endParaRPr>
              </a:p>
            </p:txBody>
          </p:sp>
          <p:sp>
            <p:nvSpPr>
              <p:cNvPr id="570" name="PA-prohibition_64566">
                <a:extLst>
                  <a:ext uri="{FF2B5EF4-FFF2-40B4-BE49-F238E27FC236}">
                    <a16:creationId xmlns:a16="http://schemas.microsoft.com/office/drawing/2014/main" id="{6D9776C5-F9F4-4F35-9D0E-5D6A214B9B24}"/>
                  </a:ext>
                </a:extLst>
              </p:cNvPr>
              <p:cNvSpPr>
                <a:spLocks noChangeAspect="1"/>
              </p:cNvSpPr>
              <p:nvPr/>
            </p:nvSpPr>
            <p:spPr bwMode="auto">
              <a:xfrm>
                <a:off x="2598388" y="5072236"/>
                <a:ext cx="544444" cy="507942"/>
              </a:xfrm>
              <a:custGeom>
                <a:avLst/>
                <a:gdLst>
                  <a:gd name="T0" fmla="*/ 4314 w 4722"/>
                  <a:gd name="T1" fmla="*/ 3224 h 4412"/>
                  <a:gd name="T2" fmla="*/ 4314 w 4722"/>
                  <a:gd name="T3" fmla="*/ 2697 h 4412"/>
                  <a:gd name="T4" fmla="*/ 4048 w 4722"/>
                  <a:gd name="T5" fmla="*/ 2430 h 4412"/>
                  <a:gd name="T6" fmla="*/ 2563 w 4722"/>
                  <a:gd name="T7" fmla="*/ 2430 h 4412"/>
                  <a:gd name="T8" fmla="*/ 2563 w 4722"/>
                  <a:gd name="T9" fmla="*/ 1915 h 4412"/>
                  <a:gd name="T10" fmla="*/ 3319 w 4722"/>
                  <a:gd name="T11" fmla="*/ 970 h 4412"/>
                  <a:gd name="T12" fmla="*/ 2350 w 4722"/>
                  <a:gd name="T13" fmla="*/ 0 h 4412"/>
                  <a:gd name="T14" fmla="*/ 1380 w 4722"/>
                  <a:gd name="T15" fmla="*/ 970 h 4412"/>
                  <a:gd name="T16" fmla="*/ 2163 w 4722"/>
                  <a:gd name="T17" fmla="*/ 1921 h 4412"/>
                  <a:gd name="T18" fmla="*/ 2163 w 4722"/>
                  <a:gd name="T19" fmla="*/ 2430 h 4412"/>
                  <a:gd name="T20" fmla="*/ 678 w 4722"/>
                  <a:gd name="T21" fmla="*/ 2430 h 4412"/>
                  <a:gd name="T22" fmla="*/ 411 w 4722"/>
                  <a:gd name="T23" fmla="*/ 2697 h 4412"/>
                  <a:gd name="T24" fmla="*/ 411 w 4722"/>
                  <a:gd name="T25" fmla="*/ 3223 h 4412"/>
                  <a:gd name="T26" fmla="*/ 0 w 4722"/>
                  <a:gd name="T27" fmla="*/ 3801 h 4412"/>
                  <a:gd name="T28" fmla="*/ 611 w 4722"/>
                  <a:gd name="T29" fmla="*/ 4412 h 4412"/>
                  <a:gd name="T30" fmla="*/ 1223 w 4722"/>
                  <a:gd name="T31" fmla="*/ 3801 h 4412"/>
                  <a:gd name="T32" fmla="*/ 811 w 4722"/>
                  <a:gd name="T33" fmla="*/ 3223 h 4412"/>
                  <a:gd name="T34" fmla="*/ 811 w 4722"/>
                  <a:gd name="T35" fmla="*/ 2830 h 4412"/>
                  <a:gd name="T36" fmla="*/ 2163 w 4722"/>
                  <a:gd name="T37" fmla="*/ 2830 h 4412"/>
                  <a:gd name="T38" fmla="*/ 2163 w 4722"/>
                  <a:gd name="T39" fmla="*/ 3223 h 4412"/>
                  <a:gd name="T40" fmla="*/ 1751 w 4722"/>
                  <a:gd name="T41" fmla="*/ 3801 h 4412"/>
                  <a:gd name="T42" fmla="*/ 2363 w 4722"/>
                  <a:gd name="T43" fmla="*/ 4412 h 4412"/>
                  <a:gd name="T44" fmla="*/ 2974 w 4722"/>
                  <a:gd name="T45" fmla="*/ 3801 h 4412"/>
                  <a:gd name="T46" fmla="*/ 2563 w 4722"/>
                  <a:gd name="T47" fmla="*/ 3223 h 4412"/>
                  <a:gd name="T48" fmla="*/ 2563 w 4722"/>
                  <a:gd name="T49" fmla="*/ 2830 h 4412"/>
                  <a:gd name="T50" fmla="*/ 3914 w 4722"/>
                  <a:gd name="T51" fmla="*/ 2830 h 4412"/>
                  <a:gd name="T52" fmla="*/ 3914 w 4722"/>
                  <a:gd name="T53" fmla="*/ 3222 h 4412"/>
                  <a:gd name="T54" fmla="*/ 3499 w 4722"/>
                  <a:gd name="T55" fmla="*/ 3801 h 4412"/>
                  <a:gd name="T56" fmla="*/ 4111 w 4722"/>
                  <a:gd name="T57" fmla="*/ 4412 h 4412"/>
                  <a:gd name="T58" fmla="*/ 4722 w 4722"/>
                  <a:gd name="T59" fmla="*/ 3801 h 4412"/>
                  <a:gd name="T60" fmla="*/ 4314 w 4722"/>
                  <a:gd name="T61" fmla="*/ 3224 h 4412"/>
                  <a:gd name="T62" fmla="*/ 611 w 4722"/>
                  <a:gd name="T63" fmla="*/ 4012 h 4412"/>
                  <a:gd name="T64" fmla="*/ 400 w 4722"/>
                  <a:gd name="T65" fmla="*/ 3801 h 4412"/>
                  <a:gd name="T66" fmla="*/ 611 w 4722"/>
                  <a:gd name="T67" fmla="*/ 3589 h 4412"/>
                  <a:gd name="T68" fmla="*/ 823 w 4722"/>
                  <a:gd name="T69" fmla="*/ 3801 h 4412"/>
                  <a:gd name="T70" fmla="*/ 611 w 4722"/>
                  <a:gd name="T71" fmla="*/ 4012 h 4412"/>
                  <a:gd name="T72" fmla="*/ 2363 w 4722"/>
                  <a:gd name="T73" fmla="*/ 4012 h 4412"/>
                  <a:gd name="T74" fmla="*/ 2152 w 4722"/>
                  <a:gd name="T75" fmla="*/ 3801 h 4412"/>
                  <a:gd name="T76" fmla="*/ 2363 w 4722"/>
                  <a:gd name="T77" fmla="*/ 3589 h 4412"/>
                  <a:gd name="T78" fmla="*/ 2574 w 4722"/>
                  <a:gd name="T79" fmla="*/ 3801 h 4412"/>
                  <a:gd name="T80" fmla="*/ 2363 w 4722"/>
                  <a:gd name="T81" fmla="*/ 4012 h 4412"/>
                  <a:gd name="T82" fmla="*/ 4111 w 4722"/>
                  <a:gd name="T83" fmla="*/ 4012 h 4412"/>
                  <a:gd name="T84" fmla="*/ 3899 w 4722"/>
                  <a:gd name="T85" fmla="*/ 3801 h 4412"/>
                  <a:gd name="T86" fmla="*/ 4111 w 4722"/>
                  <a:gd name="T87" fmla="*/ 3589 h 4412"/>
                  <a:gd name="T88" fmla="*/ 4322 w 4722"/>
                  <a:gd name="T89" fmla="*/ 3801 h 4412"/>
                  <a:gd name="T90" fmla="*/ 4111 w 4722"/>
                  <a:gd name="T91" fmla="*/ 4012 h 4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722" h="4412">
                    <a:moveTo>
                      <a:pt x="4314" y="3224"/>
                    </a:moveTo>
                    <a:lnTo>
                      <a:pt x="4314" y="2697"/>
                    </a:lnTo>
                    <a:cubicBezTo>
                      <a:pt x="4314" y="2549"/>
                      <a:pt x="4195" y="2430"/>
                      <a:pt x="4048" y="2430"/>
                    </a:cubicBezTo>
                    <a:lnTo>
                      <a:pt x="2563" y="2430"/>
                    </a:lnTo>
                    <a:lnTo>
                      <a:pt x="2563" y="1915"/>
                    </a:lnTo>
                    <a:cubicBezTo>
                      <a:pt x="2995" y="1818"/>
                      <a:pt x="3319" y="1431"/>
                      <a:pt x="3319" y="970"/>
                    </a:cubicBezTo>
                    <a:cubicBezTo>
                      <a:pt x="3319" y="435"/>
                      <a:pt x="2884" y="0"/>
                      <a:pt x="2350" y="0"/>
                    </a:cubicBezTo>
                    <a:cubicBezTo>
                      <a:pt x="1815" y="0"/>
                      <a:pt x="1380" y="435"/>
                      <a:pt x="1380" y="970"/>
                    </a:cubicBezTo>
                    <a:cubicBezTo>
                      <a:pt x="1380" y="1441"/>
                      <a:pt x="1717" y="1834"/>
                      <a:pt x="2163" y="1921"/>
                    </a:cubicBezTo>
                    <a:lnTo>
                      <a:pt x="2163" y="2430"/>
                    </a:lnTo>
                    <a:lnTo>
                      <a:pt x="678" y="2430"/>
                    </a:lnTo>
                    <a:cubicBezTo>
                      <a:pt x="531" y="2430"/>
                      <a:pt x="411" y="2549"/>
                      <a:pt x="411" y="2697"/>
                    </a:cubicBezTo>
                    <a:lnTo>
                      <a:pt x="411" y="3223"/>
                    </a:lnTo>
                    <a:cubicBezTo>
                      <a:pt x="172" y="3306"/>
                      <a:pt x="0" y="3533"/>
                      <a:pt x="0" y="3801"/>
                    </a:cubicBezTo>
                    <a:cubicBezTo>
                      <a:pt x="0" y="4138"/>
                      <a:pt x="274" y="4412"/>
                      <a:pt x="611" y="4412"/>
                    </a:cubicBezTo>
                    <a:cubicBezTo>
                      <a:pt x="949" y="4412"/>
                      <a:pt x="1223" y="4138"/>
                      <a:pt x="1223" y="3801"/>
                    </a:cubicBezTo>
                    <a:cubicBezTo>
                      <a:pt x="1223" y="3533"/>
                      <a:pt x="1051" y="3306"/>
                      <a:pt x="811" y="3223"/>
                    </a:cubicBezTo>
                    <a:lnTo>
                      <a:pt x="811" y="2830"/>
                    </a:lnTo>
                    <a:lnTo>
                      <a:pt x="2163" y="2830"/>
                    </a:lnTo>
                    <a:lnTo>
                      <a:pt x="2163" y="3223"/>
                    </a:lnTo>
                    <a:cubicBezTo>
                      <a:pt x="1924" y="3306"/>
                      <a:pt x="1751" y="3533"/>
                      <a:pt x="1751" y="3801"/>
                    </a:cubicBezTo>
                    <a:cubicBezTo>
                      <a:pt x="1751" y="4138"/>
                      <a:pt x="2026" y="4412"/>
                      <a:pt x="2363" y="4412"/>
                    </a:cubicBezTo>
                    <a:cubicBezTo>
                      <a:pt x="2700" y="4412"/>
                      <a:pt x="2974" y="4138"/>
                      <a:pt x="2974" y="3801"/>
                    </a:cubicBezTo>
                    <a:cubicBezTo>
                      <a:pt x="2974" y="3533"/>
                      <a:pt x="2802" y="3306"/>
                      <a:pt x="2563" y="3223"/>
                    </a:cubicBezTo>
                    <a:lnTo>
                      <a:pt x="2563" y="2830"/>
                    </a:lnTo>
                    <a:lnTo>
                      <a:pt x="3914" y="2830"/>
                    </a:lnTo>
                    <a:lnTo>
                      <a:pt x="3914" y="3222"/>
                    </a:lnTo>
                    <a:cubicBezTo>
                      <a:pt x="3673" y="3304"/>
                      <a:pt x="3499" y="3532"/>
                      <a:pt x="3499" y="3801"/>
                    </a:cubicBezTo>
                    <a:cubicBezTo>
                      <a:pt x="3499" y="4138"/>
                      <a:pt x="3774" y="4412"/>
                      <a:pt x="4111" y="4412"/>
                    </a:cubicBezTo>
                    <a:cubicBezTo>
                      <a:pt x="4448" y="4412"/>
                      <a:pt x="4722" y="4138"/>
                      <a:pt x="4722" y="3801"/>
                    </a:cubicBezTo>
                    <a:cubicBezTo>
                      <a:pt x="4722" y="3535"/>
                      <a:pt x="4552" y="3308"/>
                      <a:pt x="4314" y="3224"/>
                    </a:cubicBezTo>
                    <a:close/>
                    <a:moveTo>
                      <a:pt x="611" y="4012"/>
                    </a:moveTo>
                    <a:cubicBezTo>
                      <a:pt x="495" y="4012"/>
                      <a:pt x="400" y="3917"/>
                      <a:pt x="400" y="3801"/>
                    </a:cubicBezTo>
                    <a:cubicBezTo>
                      <a:pt x="400" y="3684"/>
                      <a:pt x="495" y="3589"/>
                      <a:pt x="611" y="3589"/>
                    </a:cubicBezTo>
                    <a:cubicBezTo>
                      <a:pt x="728" y="3589"/>
                      <a:pt x="823" y="3684"/>
                      <a:pt x="823" y="3801"/>
                    </a:cubicBezTo>
                    <a:cubicBezTo>
                      <a:pt x="823" y="3917"/>
                      <a:pt x="728" y="4012"/>
                      <a:pt x="611" y="4012"/>
                    </a:cubicBezTo>
                    <a:close/>
                    <a:moveTo>
                      <a:pt x="2363" y="4012"/>
                    </a:moveTo>
                    <a:cubicBezTo>
                      <a:pt x="2246" y="4012"/>
                      <a:pt x="2152" y="3917"/>
                      <a:pt x="2152" y="3801"/>
                    </a:cubicBezTo>
                    <a:cubicBezTo>
                      <a:pt x="2152" y="3684"/>
                      <a:pt x="2246" y="3589"/>
                      <a:pt x="2363" y="3589"/>
                    </a:cubicBezTo>
                    <a:cubicBezTo>
                      <a:pt x="2480" y="3589"/>
                      <a:pt x="2574" y="3684"/>
                      <a:pt x="2574" y="3801"/>
                    </a:cubicBezTo>
                    <a:cubicBezTo>
                      <a:pt x="2574" y="3917"/>
                      <a:pt x="2480" y="4012"/>
                      <a:pt x="2363" y="4012"/>
                    </a:cubicBezTo>
                    <a:close/>
                    <a:moveTo>
                      <a:pt x="4111" y="4012"/>
                    </a:moveTo>
                    <a:cubicBezTo>
                      <a:pt x="3994" y="4012"/>
                      <a:pt x="3899" y="3917"/>
                      <a:pt x="3899" y="3801"/>
                    </a:cubicBezTo>
                    <a:cubicBezTo>
                      <a:pt x="3899" y="3684"/>
                      <a:pt x="3994" y="3589"/>
                      <a:pt x="4111" y="3589"/>
                    </a:cubicBezTo>
                    <a:cubicBezTo>
                      <a:pt x="4227" y="3589"/>
                      <a:pt x="4322" y="3684"/>
                      <a:pt x="4322" y="3801"/>
                    </a:cubicBezTo>
                    <a:cubicBezTo>
                      <a:pt x="4322" y="3917"/>
                      <a:pt x="4227" y="4012"/>
                      <a:pt x="4111" y="4012"/>
                    </a:cubicBezTo>
                    <a:close/>
                  </a:path>
                </a:pathLst>
              </a:custGeom>
              <a:solidFill>
                <a:srgbClr val="992677"/>
              </a:solidFill>
              <a:ln w="19050" cap="flat" cmpd="sng" algn="ctr">
                <a:noFill/>
                <a:prstDash val="solid"/>
                <a:round/>
                <a:headEnd type="none" w="med" len="med"/>
                <a:tailEnd type="none" w="med" len="med"/>
              </a:ln>
              <a:effectLst>
                <a:glow rad="38100">
                  <a:schemeClr val="bg1"/>
                </a:glow>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spcBef>
                    <a:spcPts val="0"/>
                  </a:spcBef>
                  <a:spcAft>
                    <a:spcPts val="0"/>
                  </a:spcAft>
                  <a:buClrTx/>
                  <a:buSzTx/>
                  <a:buFontTx/>
                  <a:buNone/>
                  <a:tabLst/>
                  <a:defRPr/>
                </a:pPr>
                <a:endParaRPr kumimoji="0" lang="zh-CN" altLang="en-US" sz="1400" b="0" i="0" u="none" strike="noStrike" kern="1200" cap="none" spc="130" normalizeH="0" baseline="0" noProof="0">
                  <a:ln>
                    <a:noFill/>
                  </a:ln>
                  <a:solidFill>
                    <a:srgbClr val="992677"/>
                  </a:solidFill>
                  <a:effectLst/>
                  <a:uLnTx/>
                  <a:uFillTx/>
                  <a:cs typeface="+mn-ea"/>
                  <a:sym typeface="+mn-lt"/>
                </a:endParaRPr>
              </a:p>
            </p:txBody>
          </p:sp>
          <p:sp>
            <p:nvSpPr>
              <p:cNvPr id="571" name="PA-文本框 64">
                <a:extLst>
                  <a:ext uri="{FF2B5EF4-FFF2-40B4-BE49-F238E27FC236}">
                    <a16:creationId xmlns:a16="http://schemas.microsoft.com/office/drawing/2014/main" id="{DD00A265-D6DB-408B-97D5-FC7E07A945E4}"/>
                  </a:ext>
                </a:extLst>
              </p:cNvPr>
              <p:cNvSpPr txBox="1"/>
              <p:nvPr/>
            </p:nvSpPr>
            <p:spPr>
              <a:xfrm>
                <a:off x="3342923" y="4929743"/>
                <a:ext cx="2818351" cy="88155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defTabSz="685800">
                  <a:defRPr/>
                </a:pPr>
                <a:r>
                  <a:rPr lang="zh-CN" altLang="en-US" sz="2000" b="1" spc="130" dirty="0">
                    <a:solidFill>
                      <a:srgbClr val="992677"/>
                    </a:solidFill>
                    <a:cs typeface="+mn-ea"/>
                    <a:sym typeface="+mn-lt"/>
                  </a:rPr>
                  <a:t>标题</a:t>
                </a:r>
                <a:r>
                  <a:rPr lang="en-US" altLang="zh-CN" sz="2000" b="1" spc="130" dirty="0">
                    <a:solidFill>
                      <a:srgbClr val="992677"/>
                    </a:solidFill>
                    <a:cs typeface="+mn-ea"/>
                    <a:sym typeface="+mn-lt"/>
                  </a:rPr>
                  <a:t>5</a:t>
                </a:r>
              </a:p>
              <a:p>
                <a:pPr lvl="0" algn="just" defTabSz="685800">
                  <a:defRPr/>
                </a:pPr>
                <a:r>
                  <a:rPr lang="zh-CN" altLang="en-US" sz="1400" spc="130" dirty="0">
                    <a:solidFill>
                      <a:srgbClr val="992677"/>
                    </a:solidFill>
                    <a:cs typeface="+mn-ea"/>
                    <a:sym typeface="+mn-lt"/>
                  </a:rPr>
                  <a:t>内容</a:t>
                </a:r>
                <a:r>
                  <a:rPr lang="en-US" altLang="zh-CN" sz="1400" spc="130" dirty="0">
                    <a:solidFill>
                      <a:srgbClr val="992677"/>
                    </a:solidFill>
                    <a:cs typeface="+mn-ea"/>
                    <a:sym typeface="+mn-lt"/>
                  </a:rPr>
                  <a:t>5</a:t>
                </a:r>
                <a:endParaRPr lang="zh-CN" altLang="en-US" sz="1400" spc="130" dirty="0">
                  <a:solidFill>
                    <a:srgbClr val="992677"/>
                  </a:solidFill>
                  <a:cs typeface="+mn-ea"/>
                  <a:sym typeface="+mn-lt"/>
                </a:endParaRPr>
              </a:p>
            </p:txBody>
          </p:sp>
        </p:grpSp>
        <p:grpSp>
          <p:nvGrpSpPr>
            <p:cNvPr id="514" name="PA-组合 10">
              <a:extLst>
                <a:ext uri="{FF2B5EF4-FFF2-40B4-BE49-F238E27FC236}">
                  <a16:creationId xmlns:a16="http://schemas.microsoft.com/office/drawing/2014/main" id="{3747A075-91F2-44BB-9CE4-88877C3BBADD}"/>
                </a:ext>
              </a:extLst>
            </p:cNvPr>
            <p:cNvGrpSpPr/>
            <p:nvPr/>
          </p:nvGrpSpPr>
          <p:grpSpPr>
            <a:xfrm>
              <a:off x="6742325" y="2651741"/>
              <a:ext cx="2675247" cy="624540"/>
              <a:chOff x="5459585" y="2830150"/>
              <a:chExt cx="3841621" cy="894428"/>
            </a:xfrm>
          </p:grpSpPr>
          <p:sp>
            <p:nvSpPr>
              <p:cNvPr id="566" name="PA-椭圆 138">
                <a:extLst>
                  <a:ext uri="{FF2B5EF4-FFF2-40B4-BE49-F238E27FC236}">
                    <a16:creationId xmlns:a16="http://schemas.microsoft.com/office/drawing/2014/main" id="{0553A1D6-22F7-4987-9983-131F6BF3C309}"/>
                  </a:ext>
                </a:extLst>
              </p:cNvPr>
              <p:cNvSpPr/>
              <p:nvPr/>
            </p:nvSpPr>
            <p:spPr>
              <a:xfrm>
                <a:off x="8446884" y="2830150"/>
                <a:ext cx="854322" cy="854322"/>
              </a:xfrm>
              <a:prstGeom prst="ellipse">
                <a:avLst/>
              </a:prstGeom>
              <a:solidFill>
                <a:schemeClr val="bg1"/>
              </a:solidFill>
              <a:ln>
                <a:noFill/>
              </a:ln>
              <a:effectLst>
                <a:outerShdw blurRad="508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spcBef>
                    <a:spcPts val="0"/>
                  </a:spcBef>
                  <a:spcAft>
                    <a:spcPts val="0"/>
                  </a:spcAft>
                  <a:buClrTx/>
                  <a:buSzTx/>
                  <a:buFontTx/>
                  <a:buNone/>
                  <a:tabLst/>
                  <a:defRPr/>
                </a:pPr>
                <a:endParaRPr kumimoji="0" lang="zh-CN" altLang="en-US" sz="1400" b="0" i="0" u="none" strike="noStrike" kern="1200" cap="none" spc="130" normalizeH="0" baseline="0" noProof="0">
                  <a:ln>
                    <a:noFill/>
                  </a:ln>
                  <a:solidFill>
                    <a:srgbClr val="992677"/>
                  </a:solidFill>
                  <a:effectLst/>
                  <a:uLnTx/>
                  <a:uFillTx/>
                  <a:cs typeface="+mn-ea"/>
                  <a:sym typeface="+mn-lt"/>
                </a:endParaRPr>
              </a:p>
            </p:txBody>
          </p:sp>
          <p:sp>
            <p:nvSpPr>
              <p:cNvPr id="567" name="PA-文本框 63">
                <a:extLst>
                  <a:ext uri="{FF2B5EF4-FFF2-40B4-BE49-F238E27FC236}">
                    <a16:creationId xmlns:a16="http://schemas.microsoft.com/office/drawing/2014/main" id="{E93B12BC-EF7C-45E4-A62B-0669085D4091}"/>
                  </a:ext>
                </a:extLst>
              </p:cNvPr>
              <p:cNvSpPr txBox="1"/>
              <p:nvPr/>
            </p:nvSpPr>
            <p:spPr>
              <a:xfrm>
                <a:off x="5459585" y="2843021"/>
                <a:ext cx="2944584" cy="88155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defTabSz="685800">
                  <a:defRPr/>
                </a:pPr>
                <a:r>
                  <a:rPr lang="zh-CN" altLang="en-US" sz="2000" b="1" spc="130" dirty="0">
                    <a:solidFill>
                      <a:srgbClr val="992677"/>
                    </a:solidFill>
                    <a:cs typeface="+mn-ea"/>
                    <a:sym typeface="+mn-lt"/>
                  </a:rPr>
                  <a:t>标题</a:t>
                </a:r>
                <a:r>
                  <a:rPr lang="en-US" altLang="zh-CN" sz="2000" b="1" spc="130" dirty="0">
                    <a:solidFill>
                      <a:srgbClr val="992677"/>
                    </a:solidFill>
                    <a:cs typeface="+mn-ea"/>
                    <a:sym typeface="+mn-lt"/>
                  </a:rPr>
                  <a:t>4</a:t>
                </a:r>
              </a:p>
              <a:p>
                <a:pPr lvl="0" algn="r" defTabSz="685800">
                  <a:defRPr/>
                </a:pPr>
                <a:r>
                  <a:rPr lang="zh-CN" altLang="en-US" sz="1400" spc="130" dirty="0">
                    <a:solidFill>
                      <a:srgbClr val="992677"/>
                    </a:solidFill>
                    <a:cs typeface="+mn-ea"/>
                    <a:sym typeface="+mn-lt"/>
                  </a:rPr>
                  <a:t>内容</a:t>
                </a:r>
                <a:r>
                  <a:rPr lang="en-US" altLang="zh-CN" sz="1400" spc="130" dirty="0">
                    <a:solidFill>
                      <a:srgbClr val="992677"/>
                    </a:solidFill>
                    <a:cs typeface="+mn-ea"/>
                    <a:sym typeface="+mn-lt"/>
                  </a:rPr>
                  <a:t>4</a:t>
                </a:r>
                <a:endParaRPr lang="zh-CN" altLang="en-US" sz="1400" spc="130" dirty="0">
                  <a:solidFill>
                    <a:srgbClr val="992677"/>
                  </a:solidFill>
                  <a:cs typeface="+mn-ea"/>
                  <a:sym typeface="+mn-lt"/>
                </a:endParaRPr>
              </a:p>
            </p:txBody>
          </p:sp>
          <p:sp>
            <p:nvSpPr>
              <p:cNvPr id="568" name="PA-directional-arrows-signals-on-a-pole_35195">
                <a:extLst>
                  <a:ext uri="{FF2B5EF4-FFF2-40B4-BE49-F238E27FC236}">
                    <a16:creationId xmlns:a16="http://schemas.microsoft.com/office/drawing/2014/main" id="{D0B55458-F060-4EA2-BABB-D908C066FC0B}"/>
                  </a:ext>
                </a:extLst>
              </p:cNvPr>
              <p:cNvSpPr>
                <a:spLocks noChangeAspect="1"/>
              </p:cNvSpPr>
              <p:nvPr/>
            </p:nvSpPr>
            <p:spPr bwMode="auto">
              <a:xfrm>
                <a:off x="8563674" y="3080731"/>
                <a:ext cx="609685" cy="434718"/>
              </a:xfrm>
              <a:custGeom>
                <a:avLst/>
                <a:gdLst>
                  <a:gd name="connsiteX0" fmla="*/ 206677 w 567167"/>
                  <a:gd name="connsiteY0" fmla="*/ 136244 h 404402"/>
                  <a:gd name="connsiteX1" fmla="*/ 140655 w 567167"/>
                  <a:gd name="connsiteY1" fmla="*/ 202208 h 404402"/>
                  <a:gd name="connsiteX2" fmla="*/ 206677 w 567167"/>
                  <a:gd name="connsiteY2" fmla="*/ 266738 h 404402"/>
                  <a:gd name="connsiteX3" fmla="*/ 272699 w 567167"/>
                  <a:gd name="connsiteY3" fmla="*/ 202208 h 404402"/>
                  <a:gd name="connsiteX4" fmla="*/ 206677 w 567167"/>
                  <a:gd name="connsiteY4" fmla="*/ 136244 h 404402"/>
                  <a:gd name="connsiteX5" fmla="*/ 459789 w 567167"/>
                  <a:gd name="connsiteY5" fmla="*/ 65329 h 404402"/>
                  <a:gd name="connsiteX6" fmla="*/ 442203 w 567167"/>
                  <a:gd name="connsiteY6" fmla="*/ 81823 h 404402"/>
                  <a:gd name="connsiteX7" fmla="*/ 457995 w 567167"/>
                  <a:gd name="connsiteY7" fmla="*/ 123417 h 404402"/>
                  <a:gd name="connsiteX8" fmla="*/ 501062 w 567167"/>
                  <a:gd name="connsiteY8" fmla="*/ 107640 h 404402"/>
                  <a:gd name="connsiteX9" fmla="*/ 483835 w 567167"/>
                  <a:gd name="connsiteY9" fmla="*/ 66046 h 404402"/>
                  <a:gd name="connsiteX10" fmla="*/ 459789 w 567167"/>
                  <a:gd name="connsiteY10" fmla="*/ 65329 h 404402"/>
                  <a:gd name="connsiteX11" fmla="*/ 445075 w 567167"/>
                  <a:gd name="connsiteY11" fmla="*/ 69 h 404402"/>
                  <a:gd name="connsiteX12" fmla="*/ 466608 w 567167"/>
                  <a:gd name="connsiteY12" fmla="*/ 20149 h 404402"/>
                  <a:gd name="connsiteX13" fmla="*/ 479528 w 567167"/>
                  <a:gd name="connsiteY13" fmla="*/ 21583 h 404402"/>
                  <a:gd name="connsiteX14" fmla="*/ 501062 w 567167"/>
                  <a:gd name="connsiteY14" fmla="*/ 1504 h 404402"/>
                  <a:gd name="connsiteX15" fmla="*/ 521160 w 567167"/>
                  <a:gd name="connsiteY15" fmla="*/ 10109 h 404402"/>
                  <a:gd name="connsiteX16" fmla="*/ 521160 w 567167"/>
                  <a:gd name="connsiteY16" fmla="*/ 40229 h 404402"/>
                  <a:gd name="connsiteX17" fmla="*/ 529774 w 567167"/>
                  <a:gd name="connsiteY17" fmla="*/ 48835 h 404402"/>
                  <a:gd name="connsiteX18" fmla="*/ 559921 w 567167"/>
                  <a:gd name="connsiteY18" fmla="*/ 50269 h 404402"/>
                  <a:gd name="connsiteX19" fmla="*/ 567099 w 567167"/>
                  <a:gd name="connsiteY19" fmla="*/ 70349 h 404402"/>
                  <a:gd name="connsiteX20" fmla="*/ 547001 w 567167"/>
                  <a:gd name="connsiteY20" fmla="*/ 90429 h 404402"/>
                  <a:gd name="connsiteX21" fmla="*/ 547001 w 567167"/>
                  <a:gd name="connsiteY21" fmla="*/ 103337 h 404402"/>
                  <a:gd name="connsiteX22" fmla="*/ 567099 w 567167"/>
                  <a:gd name="connsiteY22" fmla="*/ 124851 h 404402"/>
                  <a:gd name="connsiteX23" fmla="*/ 558485 w 567167"/>
                  <a:gd name="connsiteY23" fmla="*/ 144931 h 404402"/>
                  <a:gd name="connsiteX24" fmla="*/ 528338 w 567167"/>
                  <a:gd name="connsiteY24" fmla="*/ 144931 h 404402"/>
                  <a:gd name="connsiteX25" fmla="*/ 518289 w 567167"/>
                  <a:gd name="connsiteY25" fmla="*/ 153537 h 404402"/>
                  <a:gd name="connsiteX26" fmla="*/ 518289 w 567167"/>
                  <a:gd name="connsiteY26" fmla="*/ 182222 h 404402"/>
                  <a:gd name="connsiteX27" fmla="*/ 498191 w 567167"/>
                  <a:gd name="connsiteY27" fmla="*/ 189394 h 404402"/>
                  <a:gd name="connsiteX28" fmla="*/ 476657 w 567167"/>
                  <a:gd name="connsiteY28" fmla="*/ 169314 h 404402"/>
                  <a:gd name="connsiteX29" fmla="*/ 463737 w 567167"/>
                  <a:gd name="connsiteY29" fmla="*/ 167880 h 404402"/>
                  <a:gd name="connsiteX30" fmla="*/ 442203 w 567167"/>
                  <a:gd name="connsiteY30" fmla="*/ 187959 h 404402"/>
                  <a:gd name="connsiteX31" fmla="*/ 422105 w 567167"/>
                  <a:gd name="connsiteY31" fmla="*/ 179354 h 404402"/>
                  <a:gd name="connsiteX32" fmla="*/ 422105 w 567167"/>
                  <a:gd name="connsiteY32" fmla="*/ 149234 h 404402"/>
                  <a:gd name="connsiteX33" fmla="*/ 413492 w 567167"/>
                  <a:gd name="connsiteY33" fmla="*/ 140628 h 404402"/>
                  <a:gd name="connsiteX34" fmla="*/ 383345 w 567167"/>
                  <a:gd name="connsiteY34" fmla="*/ 139194 h 404402"/>
                  <a:gd name="connsiteX35" fmla="*/ 374731 w 567167"/>
                  <a:gd name="connsiteY35" fmla="*/ 119114 h 404402"/>
                  <a:gd name="connsiteX36" fmla="*/ 396265 w 567167"/>
                  <a:gd name="connsiteY36" fmla="*/ 99034 h 404402"/>
                  <a:gd name="connsiteX37" fmla="*/ 396265 w 567167"/>
                  <a:gd name="connsiteY37" fmla="*/ 86126 h 404402"/>
                  <a:gd name="connsiteX38" fmla="*/ 376167 w 567167"/>
                  <a:gd name="connsiteY38" fmla="*/ 64612 h 404402"/>
                  <a:gd name="connsiteX39" fmla="*/ 384780 w 567167"/>
                  <a:gd name="connsiteY39" fmla="*/ 44532 h 404402"/>
                  <a:gd name="connsiteX40" fmla="*/ 414927 w 567167"/>
                  <a:gd name="connsiteY40" fmla="*/ 44532 h 404402"/>
                  <a:gd name="connsiteX41" fmla="*/ 423541 w 567167"/>
                  <a:gd name="connsiteY41" fmla="*/ 35926 h 404402"/>
                  <a:gd name="connsiteX42" fmla="*/ 424976 w 567167"/>
                  <a:gd name="connsiteY42" fmla="*/ 7241 h 404402"/>
                  <a:gd name="connsiteX43" fmla="*/ 182277 w 567167"/>
                  <a:gd name="connsiteY43" fmla="*/ 14 h 404402"/>
                  <a:gd name="connsiteX44" fmla="*/ 228206 w 567167"/>
                  <a:gd name="connsiteY44" fmla="*/ 14 h 404402"/>
                  <a:gd name="connsiteX45" fmla="*/ 254040 w 567167"/>
                  <a:gd name="connsiteY45" fmla="*/ 54506 h 404402"/>
                  <a:gd name="connsiteX46" fmla="*/ 278440 w 567167"/>
                  <a:gd name="connsiteY46" fmla="*/ 64544 h 404402"/>
                  <a:gd name="connsiteX47" fmla="*/ 335850 w 567167"/>
                  <a:gd name="connsiteY47" fmla="*/ 43034 h 404402"/>
                  <a:gd name="connsiteX48" fmla="*/ 367426 w 567167"/>
                  <a:gd name="connsiteY48" fmla="*/ 73148 h 404402"/>
                  <a:gd name="connsiteX49" fmla="*/ 345897 w 567167"/>
                  <a:gd name="connsiteY49" fmla="*/ 130508 h 404402"/>
                  <a:gd name="connsiteX50" fmla="*/ 355943 w 567167"/>
                  <a:gd name="connsiteY50" fmla="*/ 154886 h 404402"/>
                  <a:gd name="connsiteX51" fmla="*/ 413354 w 567167"/>
                  <a:gd name="connsiteY51" fmla="*/ 177830 h 404402"/>
                  <a:gd name="connsiteX52" fmla="*/ 413354 w 567167"/>
                  <a:gd name="connsiteY52" fmla="*/ 222284 h 404402"/>
                  <a:gd name="connsiteX53" fmla="*/ 355943 w 567167"/>
                  <a:gd name="connsiteY53" fmla="*/ 248096 h 404402"/>
                  <a:gd name="connsiteX54" fmla="*/ 345897 w 567167"/>
                  <a:gd name="connsiteY54" fmla="*/ 272474 h 404402"/>
                  <a:gd name="connsiteX55" fmla="*/ 368861 w 567167"/>
                  <a:gd name="connsiteY55" fmla="*/ 328400 h 404402"/>
                  <a:gd name="connsiteX56" fmla="*/ 337285 w 567167"/>
                  <a:gd name="connsiteY56" fmla="*/ 359948 h 404402"/>
                  <a:gd name="connsiteX57" fmla="*/ 279875 w 567167"/>
                  <a:gd name="connsiteY57" fmla="*/ 338438 h 404402"/>
                  <a:gd name="connsiteX58" fmla="*/ 254040 w 567167"/>
                  <a:gd name="connsiteY58" fmla="*/ 348476 h 404402"/>
                  <a:gd name="connsiteX59" fmla="*/ 229641 w 567167"/>
                  <a:gd name="connsiteY59" fmla="*/ 404402 h 404402"/>
                  <a:gd name="connsiteX60" fmla="*/ 185148 w 567167"/>
                  <a:gd name="connsiteY60" fmla="*/ 404402 h 404402"/>
                  <a:gd name="connsiteX61" fmla="*/ 159313 w 567167"/>
                  <a:gd name="connsiteY61" fmla="*/ 348476 h 404402"/>
                  <a:gd name="connsiteX62" fmla="*/ 133479 w 567167"/>
                  <a:gd name="connsiteY62" fmla="*/ 338438 h 404402"/>
                  <a:gd name="connsiteX63" fmla="*/ 77504 w 567167"/>
                  <a:gd name="connsiteY63" fmla="*/ 361382 h 404402"/>
                  <a:gd name="connsiteX64" fmla="*/ 44493 w 567167"/>
                  <a:gd name="connsiteY64" fmla="*/ 329834 h 404402"/>
                  <a:gd name="connsiteX65" fmla="*/ 67457 w 567167"/>
                  <a:gd name="connsiteY65" fmla="*/ 272474 h 404402"/>
                  <a:gd name="connsiteX66" fmla="*/ 57410 w 567167"/>
                  <a:gd name="connsiteY66" fmla="*/ 248096 h 404402"/>
                  <a:gd name="connsiteX67" fmla="*/ 0 w 567167"/>
                  <a:gd name="connsiteY67" fmla="*/ 225152 h 404402"/>
                  <a:gd name="connsiteX68" fmla="*/ 0 w 567167"/>
                  <a:gd name="connsiteY68" fmla="*/ 180698 h 404402"/>
                  <a:gd name="connsiteX69" fmla="*/ 55975 w 567167"/>
                  <a:gd name="connsiteY69" fmla="*/ 156320 h 404402"/>
                  <a:gd name="connsiteX70" fmla="*/ 67457 w 567167"/>
                  <a:gd name="connsiteY70" fmla="*/ 130508 h 404402"/>
                  <a:gd name="connsiteX71" fmla="*/ 43057 w 567167"/>
                  <a:gd name="connsiteY71" fmla="*/ 74582 h 404402"/>
                  <a:gd name="connsiteX72" fmla="*/ 76068 w 567167"/>
                  <a:gd name="connsiteY72" fmla="*/ 43034 h 404402"/>
                  <a:gd name="connsiteX73" fmla="*/ 133479 w 567167"/>
                  <a:gd name="connsiteY73" fmla="*/ 65978 h 404402"/>
                  <a:gd name="connsiteX74" fmla="*/ 159313 w 567167"/>
                  <a:gd name="connsiteY74" fmla="*/ 54506 h 404402"/>
                  <a:gd name="connsiteX75" fmla="*/ 182277 w 567167"/>
                  <a:gd name="connsiteY75" fmla="*/ 14 h 40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67167" h="404402">
                    <a:moveTo>
                      <a:pt x="206677" y="136244"/>
                    </a:moveTo>
                    <a:cubicBezTo>
                      <a:pt x="170795" y="136244"/>
                      <a:pt x="140655" y="166358"/>
                      <a:pt x="140655" y="202208"/>
                    </a:cubicBezTo>
                    <a:cubicBezTo>
                      <a:pt x="140655" y="236624"/>
                      <a:pt x="170795" y="266738"/>
                      <a:pt x="206677" y="266738"/>
                    </a:cubicBezTo>
                    <a:cubicBezTo>
                      <a:pt x="242558" y="266738"/>
                      <a:pt x="272699" y="238058"/>
                      <a:pt x="272699" y="202208"/>
                    </a:cubicBezTo>
                    <a:cubicBezTo>
                      <a:pt x="272699" y="166358"/>
                      <a:pt x="242558" y="136244"/>
                      <a:pt x="206677" y="136244"/>
                    </a:cubicBezTo>
                    <a:close/>
                    <a:moveTo>
                      <a:pt x="459789" y="65329"/>
                    </a:moveTo>
                    <a:cubicBezTo>
                      <a:pt x="452252" y="68197"/>
                      <a:pt x="445792" y="73935"/>
                      <a:pt x="442203" y="81823"/>
                    </a:cubicBezTo>
                    <a:cubicBezTo>
                      <a:pt x="435026" y="97600"/>
                      <a:pt x="442203" y="116246"/>
                      <a:pt x="457995" y="123417"/>
                    </a:cubicBezTo>
                    <a:cubicBezTo>
                      <a:pt x="475222" y="130588"/>
                      <a:pt x="493884" y="123417"/>
                      <a:pt x="501062" y="107640"/>
                    </a:cubicBezTo>
                    <a:cubicBezTo>
                      <a:pt x="506804" y="91863"/>
                      <a:pt x="499627" y="73217"/>
                      <a:pt x="483835" y="66046"/>
                    </a:cubicBezTo>
                    <a:cubicBezTo>
                      <a:pt x="475940" y="62460"/>
                      <a:pt x="467326" y="62460"/>
                      <a:pt x="459789" y="65329"/>
                    </a:cubicBezTo>
                    <a:close/>
                    <a:moveTo>
                      <a:pt x="445075" y="69"/>
                    </a:moveTo>
                    <a:cubicBezTo>
                      <a:pt x="446510" y="-1365"/>
                      <a:pt x="466608" y="20149"/>
                      <a:pt x="466608" y="20149"/>
                    </a:cubicBezTo>
                    <a:lnTo>
                      <a:pt x="479528" y="21583"/>
                    </a:lnTo>
                    <a:cubicBezTo>
                      <a:pt x="479528" y="21583"/>
                      <a:pt x="499627" y="69"/>
                      <a:pt x="501062" y="1504"/>
                    </a:cubicBezTo>
                    <a:lnTo>
                      <a:pt x="521160" y="10109"/>
                    </a:lnTo>
                    <a:cubicBezTo>
                      <a:pt x="522596" y="10109"/>
                      <a:pt x="521160" y="40229"/>
                      <a:pt x="521160" y="40229"/>
                    </a:cubicBezTo>
                    <a:lnTo>
                      <a:pt x="529774" y="48835"/>
                    </a:lnTo>
                    <a:cubicBezTo>
                      <a:pt x="529774" y="48835"/>
                      <a:pt x="558485" y="48835"/>
                      <a:pt x="559921" y="50269"/>
                    </a:cubicBezTo>
                    <a:lnTo>
                      <a:pt x="567099" y="70349"/>
                    </a:lnTo>
                    <a:cubicBezTo>
                      <a:pt x="568534" y="71783"/>
                      <a:pt x="547001" y="90429"/>
                      <a:pt x="547001" y="90429"/>
                    </a:cubicBezTo>
                    <a:lnTo>
                      <a:pt x="547001" y="103337"/>
                    </a:lnTo>
                    <a:cubicBezTo>
                      <a:pt x="547001" y="103337"/>
                      <a:pt x="567099" y="123417"/>
                      <a:pt x="567099" y="124851"/>
                    </a:cubicBezTo>
                    <a:lnTo>
                      <a:pt x="558485" y="144931"/>
                    </a:lnTo>
                    <a:cubicBezTo>
                      <a:pt x="557050" y="146365"/>
                      <a:pt x="528338" y="144931"/>
                      <a:pt x="528338" y="144931"/>
                    </a:cubicBezTo>
                    <a:lnTo>
                      <a:pt x="518289" y="153537"/>
                    </a:lnTo>
                    <a:cubicBezTo>
                      <a:pt x="518289" y="153537"/>
                      <a:pt x="519725" y="182222"/>
                      <a:pt x="518289" y="182222"/>
                    </a:cubicBezTo>
                    <a:lnTo>
                      <a:pt x="498191" y="189394"/>
                    </a:lnTo>
                    <a:cubicBezTo>
                      <a:pt x="496755" y="190828"/>
                      <a:pt x="476657" y="169314"/>
                      <a:pt x="476657" y="169314"/>
                    </a:cubicBezTo>
                    <a:lnTo>
                      <a:pt x="463737" y="167880"/>
                    </a:lnTo>
                    <a:cubicBezTo>
                      <a:pt x="463737" y="167880"/>
                      <a:pt x="443639" y="187959"/>
                      <a:pt x="442203" y="187959"/>
                    </a:cubicBezTo>
                    <a:lnTo>
                      <a:pt x="422105" y="179354"/>
                    </a:lnTo>
                    <a:cubicBezTo>
                      <a:pt x="420670" y="177920"/>
                      <a:pt x="422105" y="149234"/>
                      <a:pt x="422105" y="149234"/>
                    </a:cubicBezTo>
                    <a:lnTo>
                      <a:pt x="413492" y="140628"/>
                    </a:lnTo>
                    <a:cubicBezTo>
                      <a:pt x="413492" y="140628"/>
                      <a:pt x="383345" y="140628"/>
                      <a:pt x="383345" y="139194"/>
                    </a:cubicBezTo>
                    <a:lnTo>
                      <a:pt x="374731" y="119114"/>
                    </a:lnTo>
                    <a:cubicBezTo>
                      <a:pt x="374731" y="117680"/>
                      <a:pt x="396265" y="99034"/>
                      <a:pt x="396265" y="99034"/>
                    </a:cubicBezTo>
                    <a:lnTo>
                      <a:pt x="396265" y="86126"/>
                    </a:lnTo>
                    <a:cubicBezTo>
                      <a:pt x="396265" y="86126"/>
                      <a:pt x="374731" y="66046"/>
                      <a:pt x="376167" y="64612"/>
                    </a:cubicBezTo>
                    <a:lnTo>
                      <a:pt x="384780" y="44532"/>
                    </a:lnTo>
                    <a:cubicBezTo>
                      <a:pt x="384780" y="43098"/>
                      <a:pt x="414927" y="44532"/>
                      <a:pt x="414927" y="44532"/>
                    </a:cubicBezTo>
                    <a:lnTo>
                      <a:pt x="423541" y="35926"/>
                    </a:lnTo>
                    <a:cubicBezTo>
                      <a:pt x="423541" y="35926"/>
                      <a:pt x="423541" y="7241"/>
                      <a:pt x="424976" y="7241"/>
                    </a:cubicBezTo>
                    <a:close/>
                    <a:moveTo>
                      <a:pt x="182277" y="14"/>
                    </a:moveTo>
                    <a:lnTo>
                      <a:pt x="228206" y="14"/>
                    </a:lnTo>
                    <a:cubicBezTo>
                      <a:pt x="231076" y="14"/>
                      <a:pt x="254040" y="54506"/>
                      <a:pt x="254040" y="54506"/>
                    </a:cubicBezTo>
                    <a:lnTo>
                      <a:pt x="278440" y="64544"/>
                    </a:lnTo>
                    <a:cubicBezTo>
                      <a:pt x="278440" y="64544"/>
                      <a:pt x="332979" y="40166"/>
                      <a:pt x="335850" y="43034"/>
                    </a:cubicBezTo>
                    <a:lnTo>
                      <a:pt x="367426" y="73148"/>
                    </a:lnTo>
                    <a:cubicBezTo>
                      <a:pt x="370296" y="76016"/>
                      <a:pt x="345897" y="130508"/>
                      <a:pt x="345897" y="130508"/>
                    </a:cubicBezTo>
                    <a:lnTo>
                      <a:pt x="355943" y="154886"/>
                    </a:lnTo>
                    <a:cubicBezTo>
                      <a:pt x="355943" y="154886"/>
                      <a:pt x="413354" y="174962"/>
                      <a:pt x="413354" y="177830"/>
                    </a:cubicBezTo>
                    <a:lnTo>
                      <a:pt x="413354" y="222284"/>
                    </a:lnTo>
                    <a:cubicBezTo>
                      <a:pt x="413354" y="226586"/>
                      <a:pt x="355943" y="248096"/>
                      <a:pt x="355943" y="248096"/>
                    </a:cubicBezTo>
                    <a:lnTo>
                      <a:pt x="345897" y="272474"/>
                    </a:lnTo>
                    <a:cubicBezTo>
                      <a:pt x="345897" y="272474"/>
                      <a:pt x="371731" y="325532"/>
                      <a:pt x="368861" y="328400"/>
                    </a:cubicBezTo>
                    <a:lnTo>
                      <a:pt x="337285" y="359948"/>
                    </a:lnTo>
                    <a:cubicBezTo>
                      <a:pt x="334415" y="361382"/>
                      <a:pt x="279875" y="338438"/>
                      <a:pt x="279875" y="338438"/>
                    </a:cubicBezTo>
                    <a:lnTo>
                      <a:pt x="254040" y="348476"/>
                    </a:lnTo>
                    <a:cubicBezTo>
                      <a:pt x="254040" y="348476"/>
                      <a:pt x="233947" y="404402"/>
                      <a:pt x="229641" y="404402"/>
                    </a:cubicBezTo>
                    <a:lnTo>
                      <a:pt x="185148" y="404402"/>
                    </a:lnTo>
                    <a:cubicBezTo>
                      <a:pt x="182277" y="404402"/>
                      <a:pt x="159313" y="348476"/>
                      <a:pt x="159313" y="348476"/>
                    </a:cubicBezTo>
                    <a:lnTo>
                      <a:pt x="133479" y="338438"/>
                    </a:lnTo>
                    <a:cubicBezTo>
                      <a:pt x="133479" y="338438"/>
                      <a:pt x="78939" y="362816"/>
                      <a:pt x="77504" y="361382"/>
                    </a:cubicBezTo>
                    <a:lnTo>
                      <a:pt x="44493" y="329834"/>
                    </a:lnTo>
                    <a:cubicBezTo>
                      <a:pt x="43057" y="326966"/>
                      <a:pt x="67457" y="272474"/>
                      <a:pt x="67457" y="272474"/>
                    </a:cubicBezTo>
                    <a:lnTo>
                      <a:pt x="57410" y="248096"/>
                    </a:lnTo>
                    <a:cubicBezTo>
                      <a:pt x="57410" y="248096"/>
                      <a:pt x="0" y="228020"/>
                      <a:pt x="0" y="225152"/>
                    </a:cubicBezTo>
                    <a:lnTo>
                      <a:pt x="0" y="180698"/>
                    </a:lnTo>
                    <a:cubicBezTo>
                      <a:pt x="0" y="177830"/>
                      <a:pt x="55975" y="156320"/>
                      <a:pt x="55975" y="156320"/>
                    </a:cubicBezTo>
                    <a:lnTo>
                      <a:pt x="67457" y="130508"/>
                    </a:lnTo>
                    <a:cubicBezTo>
                      <a:pt x="67457" y="130508"/>
                      <a:pt x="41622" y="77450"/>
                      <a:pt x="43057" y="74582"/>
                    </a:cubicBezTo>
                    <a:lnTo>
                      <a:pt x="76068" y="43034"/>
                    </a:lnTo>
                    <a:cubicBezTo>
                      <a:pt x="77504" y="41600"/>
                      <a:pt x="133479" y="65978"/>
                      <a:pt x="133479" y="65978"/>
                    </a:cubicBezTo>
                    <a:lnTo>
                      <a:pt x="159313" y="54506"/>
                    </a:lnTo>
                    <a:cubicBezTo>
                      <a:pt x="159313" y="54506"/>
                      <a:pt x="179407" y="14"/>
                      <a:pt x="182277" y="14"/>
                    </a:cubicBezTo>
                    <a:close/>
                  </a:path>
                </a:pathLst>
              </a:custGeom>
              <a:solidFill>
                <a:srgbClr val="992677"/>
              </a:solidFill>
              <a:ln>
                <a:noFill/>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spcBef>
                    <a:spcPts val="0"/>
                  </a:spcBef>
                  <a:spcAft>
                    <a:spcPts val="0"/>
                  </a:spcAft>
                  <a:buClrTx/>
                  <a:buSzTx/>
                  <a:buFontTx/>
                  <a:buNone/>
                  <a:tabLst/>
                  <a:defRPr/>
                </a:pPr>
                <a:endParaRPr kumimoji="0" lang="zh-CN" altLang="en-US" sz="1400" b="0" i="0" u="none" strike="noStrike" kern="1200" cap="none" spc="130" normalizeH="0" baseline="0" noProof="0">
                  <a:ln>
                    <a:noFill/>
                  </a:ln>
                  <a:solidFill>
                    <a:srgbClr val="992677"/>
                  </a:solidFill>
                  <a:effectLst/>
                  <a:uLnTx/>
                  <a:uFillTx/>
                  <a:cs typeface="+mn-ea"/>
                  <a:sym typeface="+mn-lt"/>
                </a:endParaRPr>
              </a:p>
            </p:txBody>
          </p:sp>
        </p:grpSp>
        <p:grpSp>
          <p:nvGrpSpPr>
            <p:cNvPr id="515" name="PA-组合 9">
              <a:extLst>
                <a:ext uri="{FF2B5EF4-FFF2-40B4-BE49-F238E27FC236}">
                  <a16:creationId xmlns:a16="http://schemas.microsoft.com/office/drawing/2014/main" id="{C4E76E6D-AE49-4FFB-B17A-6E0E15F416C6}"/>
                </a:ext>
              </a:extLst>
            </p:cNvPr>
            <p:cNvGrpSpPr/>
            <p:nvPr/>
          </p:nvGrpSpPr>
          <p:grpSpPr>
            <a:xfrm>
              <a:off x="3796548" y="2623012"/>
              <a:ext cx="2888982" cy="653269"/>
              <a:chOff x="2431160" y="2754754"/>
              <a:chExt cx="4148547" cy="935571"/>
            </a:xfrm>
          </p:grpSpPr>
          <p:sp>
            <p:nvSpPr>
              <p:cNvPr id="563" name="PA-椭圆 139">
                <a:extLst>
                  <a:ext uri="{FF2B5EF4-FFF2-40B4-BE49-F238E27FC236}">
                    <a16:creationId xmlns:a16="http://schemas.microsoft.com/office/drawing/2014/main" id="{DEF5DAA5-A28D-45CD-8E33-F12D723D8252}"/>
                  </a:ext>
                </a:extLst>
              </p:cNvPr>
              <p:cNvSpPr/>
              <p:nvPr/>
            </p:nvSpPr>
            <p:spPr>
              <a:xfrm>
                <a:off x="2431160" y="2754754"/>
                <a:ext cx="854323" cy="854322"/>
              </a:xfrm>
              <a:prstGeom prst="ellipse">
                <a:avLst/>
              </a:prstGeom>
              <a:solidFill>
                <a:schemeClr val="bg1"/>
              </a:solidFill>
              <a:ln>
                <a:noFill/>
              </a:ln>
              <a:effectLst>
                <a:outerShdw blurRad="508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spcBef>
                    <a:spcPts val="0"/>
                  </a:spcBef>
                  <a:spcAft>
                    <a:spcPts val="0"/>
                  </a:spcAft>
                  <a:buClrTx/>
                  <a:buSzTx/>
                  <a:buFontTx/>
                  <a:buNone/>
                  <a:tabLst/>
                  <a:defRPr/>
                </a:pPr>
                <a:endParaRPr kumimoji="0" lang="zh-CN" altLang="en-US" sz="1400" b="0" i="0" u="none" strike="noStrike" kern="1200" cap="none" spc="130" normalizeH="0" baseline="0" noProof="0">
                  <a:ln>
                    <a:noFill/>
                  </a:ln>
                  <a:solidFill>
                    <a:srgbClr val="992677"/>
                  </a:solidFill>
                  <a:effectLst/>
                  <a:uLnTx/>
                  <a:uFillTx/>
                  <a:cs typeface="+mn-ea"/>
                  <a:sym typeface="+mn-lt"/>
                </a:endParaRPr>
              </a:p>
            </p:txBody>
          </p:sp>
          <p:sp>
            <p:nvSpPr>
              <p:cNvPr id="564" name="PA-文本框 4">
                <a:extLst>
                  <a:ext uri="{FF2B5EF4-FFF2-40B4-BE49-F238E27FC236}">
                    <a16:creationId xmlns:a16="http://schemas.microsoft.com/office/drawing/2014/main" id="{38723EFE-0148-43D0-A911-9092130A0E22}"/>
                  </a:ext>
                </a:extLst>
              </p:cNvPr>
              <p:cNvSpPr txBox="1"/>
              <p:nvPr/>
            </p:nvSpPr>
            <p:spPr>
              <a:xfrm>
                <a:off x="3393445" y="2808768"/>
                <a:ext cx="3186262" cy="88155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defTabSz="685800">
                  <a:defRPr/>
                </a:pPr>
                <a:r>
                  <a:rPr lang="zh-CN" altLang="en-US" sz="2000" b="1" spc="130" dirty="0">
                    <a:solidFill>
                      <a:srgbClr val="992677"/>
                    </a:solidFill>
                    <a:cs typeface="+mn-ea"/>
                    <a:sym typeface="+mn-lt"/>
                  </a:rPr>
                  <a:t>标题</a:t>
                </a:r>
                <a:r>
                  <a:rPr lang="en-US" altLang="zh-CN" sz="2000" b="1" spc="130" dirty="0">
                    <a:solidFill>
                      <a:srgbClr val="992677"/>
                    </a:solidFill>
                    <a:cs typeface="+mn-ea"/>
                    <a:sym typeface="+mn-lt"/>
                  </a:rPr>
                  <a:t>3</a:t>
                </a:r>
              </a:p>
              <a:p>
                <a:pPr lvl="0" algn="just" defTabSz="685800">
                  <a:defRPr/>
                </a:pPr>
                <a:r>
                  <a:rPr lang="zh-CN" altLang="en-US" sz="1400" spc="130" dirty="0">
                    <a:solidFill>
                      <a:srgbClr val="992677"/>
                    </a:solidFill>
                    <a:cs typeface="+mn-ea"/>
                    <a:sym typeface="+mn-lt"/>
                  </a:rPr>
                  <a:t>内容</a:t>
                </a:r>
                <a:r>
                  <a:rPr lang="en-US" altLang="zh-CN" sz="1400" spc="130" dirty="0">
                    <a:solidFill>
                      <a:srgbClr val="992677"/>
                    </a:solidFill>
                    <a:cs typeface="+mn-ea"/>
                    <a:sym typeface="+mn-lt"/>
                  </a:rPr>
                  <a:t>3</a:t>
                </a:r>
                <a:endParaRPr lang="zh-CN" altLang="en-US" sz="1400" spc="130" dirty="0">
                  <a:solidFill>
                    <a:srgbClr val="992677"/>
                  </a:solidFill>
                  <a:cs typeface="+mn-ea"/>
                  <a:sym typeface="+mn-lt"/>
                </a:endParaRPr>
              </a:p>
            </p:txBody>
          </p:sp>
          <p:sp>
            <p:nvSpPr>
              <p:cNvPr id="565" name="PA-prohibition_64566">
                <a:extLst>
                  <a:ext uri="{FF2B5EF4-FFF2-40B4-BE49-F238E27FC236}">
                    <a16:creationId xmlns:a16="http://schemas.microsoft.com/office/drawing/2014/main" id="{D3C550DE-222B-456E-AFAF-7CC6344C92A8}"/>
                  </a:ext>
                </a:extLst>
              </p:cNvPr>
              <p:cNvSpPr>
                <a:spLocks noChangeAspect="1"/>
              </p:cNvSpPr>
              <p:nvPr/>
            </p:nvSpPr>
            <p:spPr bwMode="auto">
              <a:xfrm>
                <a:off x="2615189" y="2900014"/>
                <a:ext cx="486262" cy="544444"/>
              </a:xfrm>
              <a:custGeom>
                <a:avLst/>
                <a:gdLst>
                  <a:gd name="connsiteX0" fmla="*/ 489651 w 540813"/>
                  <a:gd name="connsiteY0" fmla="*/ 253612 h 605522"/>
                  <a:gd name="connsiteX1" fmla="*/ 524527 w 540813"/>
                  <a:gd name="connsiteY1" fmla="*/ 253612 h 605522"/>
                  <a:gd name="connsiteX2" fmla="*/ 540813 w 540813"/>
                  <a:gd name="connsiteY2" fmla="*/ 270019 h 605522"/>
                  <a:gd name="connsiteX3" fmla="*/ 524527 w 540813"/>
                  <a:gd name="connsiteY3" fmla="*/ 286425 h 605522"/>
                  <a:gd name="connsiteX4" fmla="*/ 489651 w 540813"/>
                  <a:gd name="connsiteY4" fmla="*/ 286425 h 605522"/>
                  <a:gd name="connsiteX5" fmla="*/ 473211 w 540813"/>
                  <a:gd name="connsiteY5" fmla="*/ 270019 h 605522"/>
                  <a:gd name="connsiteX6" fmla="*/ 489651 w 540813"/>
                  <a:gd name="connsiteY6" fmla="*/ 253612 h 605522"/>
                  <a:gd name="connsiteX7" fmla="*/ 16440 w 540813"/>
                  <a:gd name="connsiteY7" fmla="*/ 253612 h 605522"/>
                  <a:gd name="connsiteX8" fmla="*/ 51316 w 540813"/>
                  <a:gd name="connsiteY8" fmla="*/ 253612 h 605522"/>
                  <a:gd name="connsiteX9" fmla="*/ 67602 w 540813"/>
                  <a:gd name="connsiteY9" fmla="*/ 270019 h 605522"/>
                  <a:gd name="connsiteX10" fmla="*/ 51316 w 540813"/>
                  <a:gd name="connsiteY10" fmla="*/ 286425 h 605522"/>
                  <a:gd name="connsiteX11" fmla="*/ 16440 w 540813"/>
                  <a:gd name="connsiteY11" fmla="*/ 286425 h 605522"/>
                  <a:gd name="connsiteX12" fmla="*/ 0 w 540813"/>
                  <a:gd name="connsiteY12" fmla="*/ 270019 h 605522"/>
                  <a:gd name="connsiteX13" fmla="*/ 16440 w 540813"/>
                  <a:gd name="connsiteY13" fmla="*/ 253612 h 605522"/>
                  <a:gd name="connsiteX14" fmla="*/ 202792 w 540813"/>
                  <a:gd name="connsiteY14" fmla="*/ 253583 h 605522"/>
                  <a:gd name="connsiteX15" fmla="*/ 253336 w 540813"/>
                  <a:gd name="connsiteY15" fmla="*/ 342412 h 605522"/>
                  <a:gd name="connsiteX16" fmla="*/ 253336 w 540813"/>
                  <a:gd name="connsiteY16" fmla="*/ 505187 h 605522"/>
                  <a:gd name="connsiteX17" fmla="*/ 286212 w 540813"/>
                  <a:gd name="connsiteY17" fmla="*/ 505187 h 605522"/>
                  <a:gd name="connsiteX18" fmla="*/ 286212 w 540813"/>
                  <a:gd name="connsiteY18" fmla="*/ 342412 h 605522"/>
                  <a:gd name="connsiteX19" fmla="*/ 338138 w 540813"/>
                  <a:gd name="connsiteY19" fmla="*/ 253583 h 605522"/>
                  <a:gd name="connsiteX20" fmla="*/ 45888 w 540813"/>
                  <a:gd name="connsiteY20" fmla="*/ 127247 h 605522"/>
                  <a:gd name="connsiteX21" fmla="*/ 58372 w 540813"/>
                  <a:gd name="connsiteY21" fmla="*/ 128859 h 605522"/>
                  <a:gd name="connsiteX22" fmla="*/ 88485 w 540813"/>
                  <a:gd name="connsiteY22" fmla="*/ 146359 h 605522"/>
                  <a:gd name="connsiteX23" fmla="*/ 94477 w 540813"/>
                  <a:gd name="connsiteY23" fmla="*/ 168618 h 605522"/>
                  <a:gd name="connsiteX24" fmla="*/ 80189 w 540813"/>
                  <a:gd name="connsiteY24" fmla="*/ 176908 h 605522"/>
                  <a:gd name="connsiteX25" fmla="*/ 72046 w 540813"/>
                  <a:gd name="connsiteY25" fmla="*/ 174605 h 605522"/>
                  <a:gd name="connsiteX26" fmla="*/ 41932 w 540813"/>
                  <a:gd name="connsiteY26" fmla="*/ 157259 h 605522"/>
                  <a:gd name="connsiteX27" fmla="*/ 35940 w 540813"/>
                  <a:gd name="connsiteY27" fmla="*/ 134846 h 605522"/>
                  <a:gd name="connsiteX28" fmla="*/ 45888 w 540813"/>
                  <a:gd name="connsiteY28" fmla="*/ 127247 h 605522"/>
                  <a:gd name="connsiteX29" fmla="*/ 494104 w 540813"/>
                  <a:gd name="connsiteY29" fmla="*/ 127057 h 605522"/>
                  <a:gd name="connsiteX30" fmla="*/ 504109 w 540813"/>
                  <a:gd name="connsiteY30" fmla="*/ 134703 h 605522"/>
                  <a:gd name="connsiteX31" fmla="*/ 498117 w 540813"/>
                  <a:gd name="connsiteY31" fmla="*/ 156932 h 605522"/>
                  <a:gd name="connsiteX32" fmla="*/ 467850 w 540813"/>
                  <a:gd name="connsiteY32" fmla="*/ 174409 h 605522"/>
                  <a:gd name="connsiteX33" fmla="*/ 459707 w 540813"/>
                  <a:gd name="connsiteY33" fmla="*/ 176555 h 605522"/>
                  <a:gd name="connsiteX34" fmla="*/ 445572 w 540813"/>
                  <a:gd name="connsiteY34" fmla="*/ 168430 h 605522"/>
                  <a:gd name="connsiteX35" fmla="*/ 451564 w 540813"/>
                  <a:gd name="connsiteY35" fmla="*/ 146048 h 605522"/>
                  <a:gd name="connsiteX36" fmla="*/ 481678 w 540813"/>
                  <a:gd name="connsiteY36" fmla="*/ 128724 h 605522"/>
                  <a:gd name="connsiteX37" fmla="*/ 494104 w 540813"/>
                  <a:gd name="connsiteY37" fmla="*/ 127057 h 605522"/>
                  <a:gd name="connsiteX38" fmla="*/ 270542 w 540813"/>
                  <a:gd name="connsiteY38" fmla="*/ 100626 h 605522"/>
                  <a:gd name="connsiteX39" fmla="*/ 438917 w 540813"/>
                  <a:gd name="connsiteY39" fmla="*/ 268925 h 605522"/>
                  <a:gd name="connsiteX40" fmla="*/ 372243 w 540813"/>
                  <a:gd name="connsiteY40" fmla="*/ 403011 h 605522"/>
                  <a:gd name="connsiteX41" fmla="*/ 372243 w 540813"/>
                  <a:gd name="connsiteY41" fmla="*/ 422342 h 605522"/>
                  <a:gd name="connsiteX42" fmla="*/ 337370 w 540813"/>
                  <a:gd name="connsiteY42" fmla="*/ 498897 h 605522"/>
                  <a:gd name="connsiteX43" fmla="*/ 337370 w 540813"/>
                  <a:gd name="connsiteY43" fmla="*/ 572691 h 605522"/>
                  <a:gd name="connsiteX44" fmla="*/ 303264 w 540813"/>
                  <a:gd name="connsiteY44" fmla="*/ 572691 h 605522"/>
                  <a:gd name="connsiteX45" fmla="*/ 270388 w 540813"/>
                  <a:gd name="connsiteY45" fmla="*/ 605522 h 605522"/>
                  <a:gd name="connsiteX46" fmla="*/ 237666 w 540813"/>
                  <a:gd name="connsiteY46" fmla="*/ 572691 h 605522"/>
                  <a:gd name="connsiteX47" fmla="*/ 202178 w 540813"/>
                  <a:gd name="connsiteY47" fmla="*/ 572691 h 605522"/>
                  <a:gd name="connsiteX48" fmla="*/ 202178 w 540813"/>
                  <a:gd name="connsiteY48" fmla="*/ 497056 h 605522"/>
                  <a:gd name="connsiteX49" fmla="*/ 204789 w 540813"/>
                  <a:gd name="connsiteY49" fmla="*/ 497056 h 605522"/>
                  <a:gd name="connsiteX50" fmla="*/ 171452 w 540813"/>
                  <a:gd name="connsiteY50" fmla="*/ 422342 h 605522"/>
                  <a:gd name="connsiteX51" fmla="*/ 171452 w 540813"/>
                  <a:gd name="connsiteY51" fmla="*/ 404546 h 605522"/>
                  <a:gd name="connsiteX52" fmla="*/ 102320 w 540813"/>
                  <a:gd name="connsiteY52" fmla="*/ 268925 h 605522"/>
                  <a:gd name="connsiteX53" fmla="*/ 270542 w 540813"/>
                  <a:gd name="connsiteY53" fmla="*/ 100626 h 605522"/>
                  <a:gd name="connsiteX54" fmla="*/ 392894 w 540813"/>
                  <a:gd name="connsiteY54" fmla="*/ 34451 h 605522"/>
                  <a:gd name="connsiteX55" fmla="*/ 405315 w 540813"/>
                  <a:gd name="connsiteY55" fmla="*/ 36062 h 605522"/>
                  <a:gd name="connsiteX56" fmla="*/ 411305 w 540813"/>
                  <a:gd name="connsiteY56" fmla="*/ 58461 h 605522"/>
                  <a:gd name="connsiteX57" fmla="*/ 393950 w 540813"/>
                  <a:gd name="connsiteY57" fmla="*/ 88530 h 605522"/>
                  <a:gd name="connsiteX58" fmla="*/ 379667 w 540813"/>
                  <a:gd name="connsiteY58" fmla="*/ 96815 h 605522"/>
                  <a:gd name="connsiteX59" fmla="*/ 371527 w 540813"/>
                  <a:gd name="connsiteY59" fmla="*/ 94514 h 605522"/>
                  <a:gd name="connsiteX60" fmla="*/ 365537 w 540813"/>
                  <a:gd name="connsiteY60" fmla="*/ 72268 h 605522"/>
                  <a:gd name="connsiteX61" fmla="*/ 382892 w 540813"/>
                  <a:gd name="connsiteY61" fmla="*/ 42045 h 605522"/>
                  <a:gd name="connsiteX62" fmla="*/ 392894 w 540813"/>
                  <a:gd name="connsiteY62" fmla="*/ 34451 h 605522"/>
                  <a:gd name="connsiteX63" fmla="*/ 147104 w 540813"/>
                  <a:gd name="connsiteY63" fmla="*/ 34265 h 605522"/>
                  <a:gd name="connsiteX64" fmla="*/ 156991 w 540813"/>
                  <a:gd name="connsiteY64" fmla="*/ 41917 h 605522"/>
                  <a:gd name="connsiteX65" fmla="*/ 174499 w 540813"/>
                  <a:gd name="connsiteY65" fmla="*/ 71986 h 605522"/>
                  <a:gd name="connsiteX66" fmla="*/ 168356 w 540813"/>
                  <a:gd name="connsiteY66" fmla="*/ 94385 h 605522"/>
                  <a:gd name="connsiteX67" fmla="*/ 160216 w 540813"/>
                  <a:gd name="connsiteY67" fmla="*/ 96533 h 605522"/>
                  <a:gd name="connsiteX68" fmla="*/ 146086 w 540813"/>
                  <a:gd name="connsiteY68" fmla="*/ 88402 h 605522"/>
                  <a:gd name="connsiteX69" fmla="*/ 128578 w 540813"/>
                  <a:gd name="connsiteY69" fmla="*/ 58179 h 605522"/>
                  <a:gd name="connsiteX70" fmla="*/ 134568 w 540813"/>
                  <a:gd name="connsiteY70" fmla="*/ 35933 h 605522"/>
                  <a:gd name="connsiteX71" fmla="*/ 147104 w 540813"/>
                  <a:gd name="connsiteY71" fmla="*/ 34265 h 605522"/>
                  <a:gd name="connsiteX72" fmla="*/ 269772 w 540813"/>
                  <a:gd name="connsiteY72" fmla="*/ 0 h 605522"/>
                  <a:gd name="connsiteX73" fmla="*/ 286213 w 540813"/>
                  <a:gd name="connsiteY73" fmla="*/ 16422 h 605522"/>
                  <a:gd name="connsiteX74" fmla="*/ 286213 w 540813"/>
                  <a:gd name="connsiteY74" fmla="*/ 51109 h 605522"/>
                  <a:gd name="connsiteX75" fmla="*/ 269772 w 540813"/>
                  <a:gd name="connsiteY75" fmla="*/ 67531 h 605522"/>
                  <a:gd name="connsiteX76" fmla="*/ 253330 w 540813"/>
                  <a:gd name="connsiteY76" fmla="*/ 51109 h 605522"/>
                  <a:gd name="connsiteX77" fmla="*/ 253330 w 540813"/>
                  <a:gd name="connsiteY77" fmla="*/ 16422 h 605522"/>
                  <a:gd name="connsiteX78" fmla="*/ 269772 w 540813"/>
                  <a:gd name="connsiteY78" fmla="*/ 0 h 60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540813" h="605522">
                    <a:moveTo>
                      <a:pt x="489651" y="253612"/>
                    </a:moveTo>
                    <a:lnTo>
                      <a:pt x="524527" y="253612"/>
                    </a:lnTo>
                    <a:cubicBezTo>
                      <a:pt x="533592" y="253612"/>
                      <a:pt x="540813" y="260972"/>
                      <a:pt x="540813" y="270019"/>
                    </a:cubicBezTo>
                    <a:cubicBezTo>
                      <a:pt x="540813" y="279065"/>
                      <a:pt x="533592" y="286425"/>
                      <a:pt x="524527" y="286425"/>
                    </a:cubicBezTo>
                    <a:lnTo>
                      <a:pt x="489651" y="286425"/>
                    </a:lnTo>
                    <a:cubicBezTo>
                      <a:pt x="480586" y="286425"/>
                      <a:pt x="473211" y="279065"/>
                      <a:pt x="473211" y="270019"/>
                    </a:cubicBezTo>
                    <a:cubicBezTo>
                      <a:pt x="473211" y="260972"/>
                      <a:pt x="480586" y="253612"/>
                      <a:pt x="489651" y="253612"/>
                    </a:cubicBezTo>
                    <a:close/>
                    <a:moveTo>
                      <a:pt x="16440" y="253612"/>
                    </a:moveTo>
                    <a:lnTo>
                      <a:pt x="51316" y="253612"/>
                    </a:lnTo>
                    <a:cubicBezTo>
                      <a:pt x="60381" y="253612"/>
                      <a:pt x="67602" y="260972"/>
                      <a:pt x="67602" y="270019"/>
                    </a:cubicBezTo>
                    <a:cubicBezTo>
                      <a:pt x="67602" y="279065"/>
                      <a:pt x="60381" y="286425"/>
                      <a:pt x="51316" y="286425"/>
                    </a:cubicBezTo>
                    <a:lnTo>
                      <a:pt x="16440" y="286425"/>
                    </a:lnTo>
                    <a:cubicBezTo>
                      <a:pt x="7375" y="286425"/>
                      <a:pt x="0" y="279065"/>
                      <a:pt x="0" y="270019"/>
                    </a:cubicBezTo>
                    <a:cubicBezTo>
                      <a:pt x="0" y="260972"/>
                      <a:pt x="7375" y="253612"/>
                      <a:pt x="16440" y="253612"/>
                    </a:cubicBezTo>
                    <a:close/>
                    <a:moveTo>
                      <a:pt x="202792" y="253583"/>
                    </a:moveTo>
                    <a:lnTo>
                      <a:pt x="253336" y="342412"/>
                    </a:lnTo>
                    <a:lnTo>
                      <a:pt x="253336" y="505187"/>
                    </a:lnTo>
                    <a:lnTo>
                      <a:pt x="286212" y="505187"/>
                    </a:lnTo>
                    <a:lnTo>
                      <a:pt x="286212" y="342412"/>
                    </a:lnTo>
                    <a:lnTo>
                      <a:pt x="338138" y="253583"/>
                    </a:lnTo>
                    <a:close/>
                    <a:moveTo>
                      <a:pt x="45888" y="127247"/>
                    </a:moveTo>
                    <a:cubicBezTo>
                      <a:pt x="49960" y="126172"/>
                      <a:pt x="54454" y="126633"/>
                      <a:pt x="58372" y="128859"/>
                    </a:cubicBezTo>
                    <a:lnTo>
                      <a:pt x="88485" y="146359"/>
                    </a:lnTo>
                    <a:cubicBezTo>
                      <a:pt x="96321" y="150811"/>
                      <a:pt x="98933" y="160789"/>
                      <a:pt x="94477" y="168618"/>
                    </a:cubicBezTo>
                    <a:cubicBezTo>
                      <a:pt x="91405" y="173991"/>
                      <a:pt x="85873" y="176908"/>
                      <a:pt x="80189" y="176908"/>
                    </a:cubicBezTo>
                    <a:cubicBezTo>
                      <a:pt x="77423" y="176908"/>
                      <a:pt x="74658" y="176141"/>
                      <a:pt x="72046" y="174605"/>
                    </a:cubicBezTo>
                    <a:lnTo>
                      <a:pt x="41932" y="157259"/>
                    </a:lnTo>
                    <a:cubicBezTo>
                      <a:pt x="34096" y="152807"/>
                      <a:pt x="31331" y="142675"/>
                      <a:pt x="35940" y="134846"/>
                    </a:cubicBezTo>
                    <a:cubicBezTo>
                      <a:pt x="38168" y="130931"/>
                      <a:pt x="41817" y="128322"/>
                      <a:pt x="45888" y="127247"/>
                    </a:cubicBezTo>
                    <a:close/>
                    <a:moveTo>
                      <a:pt x="494104" y="127057"/>
                    </a:moveTo>
                    <a:cubicBezTo>
                      <a:pt x="498156" y="128149"/>
                      <a:pt x="501805" y="130794"/>
                      <a:pt x="504109" y="134703"/>
                    </a:cubicBezTo>
                    <a:cubicBezTo>
                      <a:pt x="508565" y="142522"/>
                      <a:pt x="505953" y="152486"/>
                      <a:pt x="498117" y="156932"/>
                    </a:cubicBezTo>
                    <a:lnTo>
                      <a:pt x="467850" y="174409"/>
                    </a:lnTo>
                    <a:cubicBezTo>
                      <a:pt x="465392" y="175789"/>
                      <a:pt x="462473" y="176555"/>
                      <a:pt x="459707" y="176555"/>
                    </a:cubicBezTo>
                    <a:cubicBezTo>
                      <a:pt x="454023" y="176555"/>
                      <a:pt x="448491" y="173642"/>
                      <a:pt x="445572" y="168430"/>
                    </a:cubicBezTo>
                    <a:cubicBezTo>
                      <a:pt x="440963" y="160611"/>
                      <a:pt x="443729" y="150647"/>
                      <a:pt x="451564" y="146048"/>
                    </a:cubicBezTo>
                    <a:lnTo>
                      <a:pt x="481678" y="128724"/>
                    </a:lnTo>
                    <a:cubicBezTo>
                      <a:pt x="485596" y="126425"/>
                      <a:pt x="490051" y="125965"/>
                      <a:pt x="494104" y="127057"/>
                    </a:cubicBezTo>
                    <a:close/>
                    <a:moveTo>
                      <a:pt x="270542" y="100626"/>
                    </a:moveTo>
                    <a:cubicBezTo>
                      <a:pt x="363640" y="100626"/>
                      <a:pt x="438917" y="175954"/>
                      <a:pt x="438917" y="268925"/>
                    </a:cubicBezTo>
                    <a:cubicBezTo>
                      <a:pt x="438917" y="323695"/>
                      <a:pt x="413108" y="372175"/>
                      <a:pt x="372243" y="403011"/>
                    </a:cubicBezTo>
                    <a:lnTo>
                      <a:pt x="372243" y="422342"/>
                    </a:lnTo>
                    <a:cubicBezTo>
                      <a:pt x="372243" y="453025"/>
                      <a:pt x="359953" y="480334"/>
                      <a:pt x="337370" y="498897"/>
                    </a:cubicBezTo>
                    <a:lnTo>
                      <a:pt x="337370" y="572691"/>
                    </a:lnTo>
                    <a:lnTo>
                      <a:pt x="303264" y="572691"/>
                    </a:lnTo>
                    <a:cubicBezTo>
                      <a:pt x="303264" y="590794"/>
                      <a:pt x="288516" y="605522"/>
                      <a:pt x="270388" y="605522"/>
                    </a:cubicBezTo>
                    <a:cubicBezTo>
                      <a:pt x="252414" y="605522"/>
                      <a:pt x="237666" y="590794"/>
                      <a:pt x="237666" y="572691"/>
                    </a:cubicBezTo>
                    <a:lnTo>
                      <a:pt x="202178" y="572691"/>
                    </a:lnTo>
                    <a:lnTo>
                      <a:pt x="202178" y="497056"/>
                    </a:lnTo>
                    <a:lnTo>
                      <a:pt x="204789" y="497056"/>
                    </a:lnTo>
                    <a:cubicBezTo>
                      <a:pt x="184664" y="478646"/>
                      <a:pt x="171452" y="451951"/>
                      <a:pt x="171452" y="422342"/>
                    </a:cubicBezTo>
                    <a:lnTo>
                      <a:pt x="171452" y="404546"/>
                    </a:lnTo>
                    <a:cubicBezTo>
                      <a:pt x="128437" y="373862"/>
                      <a:pt x="102320" y="324615"/>
                      <a:pt x="102320" y="268925"/>
                    </a:cubicBezTo>
                    <a:cubicBezTo>
                      <a:pt x="102320" y="175954"/>
                      <a:pt x="177444" y="100626"/>
                      <a:pt x="270542" y="100626"/>
                    </a:cubicBezTo>
                    <a:close/>
                    <a:moveTo>
                      <a:pt x="392894" y="34451"/>
                    </a:moveTo>
                    <a:cubicBezTo>
                      <a:pt x="396945" y="33377"/>
                      <a:pt x="401398" y="33838"/>
                      <a:pt x="405315" y="36062"/>
                    </a:cubicBezTo>
                    <a:cubicBezTo>
                      <a:pt x="413148" y="40665"/>
                      <a:pt x="415912" y="50637"/>
                      <a:pt x="411305" y="58461"/>
                    </a:cubicBezTo>
                    <a:lnTo>
                      <a:pt x="393950" y="88530"/>
                    </a:lnTo>
                    <a:cubicBezTo>
                      <a:pt x="390878" y="93747"/>
                      <a:pt x="385349" y="96815"/>
                      <a:pt x="379667" y="96815"/>
                    </a:cubicBezTo>
                    <a:cubicBezTo>
                      <a:pt x="376902" y="96815"/>
                      <a:pt x="374138" y="96048"/>
                      <a:pt x="371527" y="94514"/>
                    </a:cubicBezTo>
                    <a:cubicBezTo>
                      <a:pt x="363694" y="90065"/>
                      <a:pt x="361083" y="80093"/>
                      <a:pt x="365537" y="72268"/>
                    </a:cubicBezTo>
                    <a:lnTo>
                      <a:pt x="382892" y="42045"/>
                    </a:lnTo>
                    <a:cubicBezTo>
                      <a:pt x="385196" y="38133"/>
                      <a:pt x="388843" y="35525"/>
                      <a:pt x="392894" y="34451"/>
                    </a:cubicBezTo>
                    <a:close/>
                    <a:moveTo>
                      <a:pt x="147104" y="34265"/>
                    </a:moveTo>
                    <a:cubicBezTo>
                      <a:pt x="151155" y="35358"/>
                      <a:pt x="154764" y="38005"/>
                      <a:pt x="156991" y="41917"/>
                    </a:cubicBezTo>
                    <a:lnTo>
                      <a:pt x="174499" y="71986"/>
                    </a:lnTo>
                    <a:cubicBezTo>
                      <a:pt x="178953" y="79811"/>
                      <a:pt x="176342" y="89783"/>
                      <a:pt x="168356" y="94385"/>
                    </a:cubicBezTo>
                    <a:cubicBezTo>
                      <a:pt x="165899" y="95766"/>
                      <a:pt x="162980" y="96533"/>
                      <a:pt x="160216" y="96533"/>
                    </a:cubicBezTo>
                    <a:cubicBezTo>
                      <a:pt x="154533" y="96533"/>
                      <a:pt x="149158" y="93618"/>
                      <a:pt x="146086" y="88402"/>
                    </a:cubicBezTo>
                    <a:lnTo>
                      <a:pt x="128578" y="58179"/>
                    </a:lnTo>
                    <a:cubicBezTo>
                      <a:pt x="124124" y="50355"/>
                      <a:pt x="126735" y="40383"/>
                      <a:pt x="134568" y="35933"/>
                    </a:cubicBezTo>
                    <a:cubicBezTo>
                      <a:pt x="138561" y="33632"/>
                      <a:pt x="143053" y="33172"/>
                      <a:pt x="147104" y="34265"/>
                    </a:cubicBezTo>
                    <a:close/>
                    <a:moveTo>
                      <a:pt x="269772" y="0"/>
                    </a:moveTo>
                    <a:cubicBezTo>
                      <a:pt x="278837" y="0"/>
                      <a:pt x="286213" y="7367"/>
                      <a:pt x="286213" y="16422"/>
                    </a:cubicBezTo>
                    <a:lnTo>
                      <a:pt x="286213" y="51109"/>
                    </a:lnTo>
                    <a:cubicBezTo>
                      <a:pt x="286213" y="60164"/>
                      <a:pt x="278837" y="67531"/>
                      <a:pt x="269772" y="67531"/>
                    </a:cubicBezTo>
                    <a:cubicBezTo>
                      <a:pt x="260706" y="67531"/>
                      <a:pt x="253330" y="60164"/>
                      <a:pt x="253330" y="51109"/>
                    </a:cubicBezTo>
                    <a:lnTo>
                      <a:pt x="253330" y="16422"/>
                    </a:lnTo>
                    <a:cubicBezTo>
                      <a:pt x="253330" y="7367"/>
                      <a:pt x="260706" y="0"/>
                      <a:pt x="269772" y="0"/>
                    </a:cubicBezTo>
                    <a:close/>
                  </a:path>
                </a:pathLst>
              </a:custGeom>
              <a:solidFill>
                <a:srgbClr val="992677"/>
              </a:solidFill>
              <a:ln w="28575" cap="flat" cmpd="sng" algn="ctr">
                <a:noFill/>
                <a:prstDash val="solid"/>
                <a:round/>
                <a:headEnd type="none" w="med" len="med"/>
                <a:tailEnd type="none" w="med" len="med"/>
              </a:ln>
              <a:effectLst>
                <a:glow rad="38100">
                  <a:schemeClr val="bg1"/>
                </a:glow>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spcBef>
                    <a:spcPts val="0"/>
                  </a:spcBef>
                  <a:spcAft>
                    <a:spcPts val="0"/>
                  </a:spcAft>
                  <a:buClrTx/>
                  <a:buSzTx/>
                  <a:buFontTx/>
                  <a:buNone/>
                  <a:tabLst/>
                  <a:defRPr/>
                </a:pPr>
                <a:endParaRPr kumimoji="0" lang="zh-CN" altLang="en-US" sz="1400" b="0" i="0" u="none" strike="noStrike" kern="1200" cap="none" spc="130" normalizeH="0" baseline="0" noProof="0">
                  <a:ln>
                    <a:noFill/>
                  </a:ln>
                  <a:solidFill>
                    <a:srgbClr val="992677"/>
                  </a:solidFill>
                  <a:effectLst/>
                  <a:uLnTx/>
                  <a:uFillTx/>
                  <a:cs typeface="+mn-ea"/>
                  <a:sym typeface="+mn-lt"/>
                </a:endParaRPr>
              </a:p>
            </p:txBody>
          </p:sp>
        </p:grpSp>
        <p:sp>
          <p:nvSpPr>
            <p:cNvPr id="516" name="PA-椭圆 19">
              <a:extLst>
                <a:ext uri="{FF2B5EF4-FFF2-40B4-BE49-F238E27FC236}">
                  <a16:creationId xmlns:a16="http://schemas.microsoft.com/office/drawing/2014/main" id="{7B29A31E-7439-45EF-B81B-5BB4C34BFFCA}"/>
                </a:ext>
              </a:extLst>
            </p:cNvPr>
            <p:cNvSpPr>
              <a:spLocks noChangeArrowheads="1"/>
            </p:cNvSpPr>
            <p:nvPr/>
          </p:nvSpPr>
          <p:spPr bwMode="auto">
            <a:xfrm flipH="1">
              <a:off x="2552328" y="4917241"/>
              <a:ext cx="139295" cy="139669"/>
            </a:xfrm>
            <a:prstGeom prst="ellipse">
              <a:avLst/>
            </a:pr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17" name="PA-任意多边形 20">
              <a:extLst>
                <a:ext uri="{FF2B5EF4-FFF2-40B4-BE49-F238E27FC236}">
                  <a16:creationId xmlns:a16="http://schemas.microsoft.com/office/drawing/2014/main" id="{1F95C6EE-528D-4EFC-BF1E-E2F5DED467CF}"/>
                </a:ext>
              </a:extLst>
            </p:cNvPr>
            <p:cNvSpPr>
              <a:spLocks/>
            </p:cNvSpPr>
            <p:nvPr/>
          </p:nvSpPr>
          <p:spPr bwMode="auto">
            <a:xfrm flipH="1">
              <a:off x="2482681" y="4849624"/>
              <a:ext cx="276377" cy="276012"/>
            </a:xfrm>
            <a:custGeom>
              <a:avLst/>
              <a:gdLst>
                <a:gd name="T0" fmla="*/ 6 w 139"/>
                <a:gd name="T1" fmla="*/ 69 h 139"/>
                <a:gd name="T2" fmla="*/ 0 w 139"/>
                <a:gd name="T3" fmla="*/ 69 h 139"/>
                <a:gd name="T4" fmla="*/ 69 w 139"/>
                <a:gd name="T5" fmla="*/ 139 h 139"/>
                <a:gd name="T6" fmla="*/ 139 w 139"/>
                <a:gd name="T7" fmla="*/ 69 h 139"/>
                <a:gd name="T8" fmla="*/ 69 w 139"/>
                <a:gd name="T9" fmla="*/ 0 h 139"/>
                <a:gd name="T10" fmla="*/ 0 w 139"/>
                <a:gd name="T11" fmla="*/ 69 h 139"/>
                <a:gd name="T12" fmla="*/ 6 w 139"/>
                <a:gd name="T13" fmla="*/ 69 h 139"/>
                <a:gd name="T14" fmla="*/ 13 w 139"/>
                <a:gd name="T15" fmla="*/ 69 h 139"/>
                <a:gd name="T16" fmla="*/ 30 w 139"/>
                <a:gd name="T17" fmla="*/ 30 h 139"/>
                <a:gd name="T18" fmla="*/ 69 w 139"/>
                <a:gd name="T19" fmla="*/ 13 h 139"/>
                <a:gd name="T20" fmla="*/ 109 w 139"/>
                <a:gd name="T21" fmla="*/ 30 h 139"/>
                <a:gd name="T22" fmla="*/ 126 w 139"/>
                <a:gd name="T23" fmla="*/ 69 h 139"/>
                <a:gd name="T24" fmla="*/ 109 w 139"/>
                <a:gd name="T25" fmla="*/ 109 h 139"/>
                <a:gd name="T26" fmla="*/ 69 w 139"/>
                <a:gd name="T27" fmla="*/ 126 h 139"/>
                <a:gd name="T28" fmla="*/ 30 w 139"/>
                <a:gd name="T29" fmla="*/ 109 h 139"/>
                <a:gd name="T30" fmla="*/ 13 w 139"/>
                <a:gd name="T31" fmla="*/ 69 h 139"/>
                <a:gd name="T32" fmla="*/ 6 w 139"/>
                <a:gd name="T33" fmla="*/ 6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9" h="139">
                  <a:moveTo>
                    <a:pt x="6" y="69"/>
                  </a:moveTo>
                  <a:cubicBezTo>
                    <a:pt x="0" y="69"/>
                    <a:pt x="0" y="69"/>
                    <a:pt x="0" y="69"/>
                  </a:cubicBezTo>
                  <a:cubicBezTo>
                    <a:pt x="0" y="108"/>
                    <a:pt x="31" y="139"/>
                    <a:pt x="69" y="139"/>
                  </a:cubicBezTo>
                  <a:cubicBezTo>
                    <a:pt x="108" y="139"/>
                    <a:pt x="139" y="108"/>
                    <a:pt x="139" y="69"/>
                  </a:cubicBezTo>
                  <a:cubicBezTo>
                    <a:pt x="139" y="31"/>
                    <a:pt x="108" y="0"/>
                    <a:pt x="69" y="0"/>
                  </a:cubicBezTo>
                  <a:cubicBezTo>
                    <a:pt x="31" y="0"/>
                    <a:pt x="0" y="31"/>
                    <a:pt x="0" y="69"/>
                  </a:cubicBezTo>
                  <a:cubicBezTo>
                    <a:pt x="6" y="69"/>
                    <a:pt x="6" y="69"/>
                    <a:pt x="6" y="69"/>
                  </a:cubicBezTo>
                  <a:cubicBezTo>
                    <a:pt x="13" y="69"/>
                    <a:pt x="13" y="69"/>
                    <a:pt x="13" y="69"/>
                  </a:cubicBezTo>
                  <a:cubicBezTo>
                    <a:pt x="13" y="54"/>
                    <a:pt x="19" y="40"/>
                    <a:pt x="30" y="30"/>
                  </a:cubicBezTo>
                  <a:cubicBezTo>
                    <a:pt x="40" y="19"/>
                    <a:pt x="54" y="13"/>
                    <a:pt x="69" y="13"/>
                  </a:cubicBezTo>
                  <a:cubicBezTo>
                    <a:pt x="85" y="13"/>
                    <a:pt x="99" y="19"/>
                    <a:pt x="109" y="30"/>
                  </a:cubicBezTo>
                  <a:cubicBezTo>
                    <a:pt x="119" y="40"/>
                    <a:pt x="126" y="54"/>
                    <a:pt x="126" y="69"/>
                  </a:cubicBezTo>
                  <a:cubicBezTo>
                    <a:pt x="126" y="85"/>
                    <a:pt x="119" y="99"/>
                    <a:pt x="109" y="109"/>
                  </a:cubicBezTo>
                  <a:cubicBezTo>
                    <a:pt x="99" y="119"/>
                    <a:pt x="85" y="126"/>
                    <a:pt x="69" y="126"/>
                  </a:cubicBezTo>
                  <a:cubicBezTo>
                    <a:pt x="54" y="126"/>
                    <a:pt x="40" y="119"/>
                    <a:pt x="30" y="109"/>
                  </a:cubicBezTo>
                  <a:cubicBezTo>
                    <a:pt x="19" y="99"/>
                    <a:pt x="13" y="85"/>
                    <a:pt x="13" y="69"/>
                  </a:cubicBezTo>
                  <a:lnTo>
                    <a:pt x="6"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dirty="0">
                <a:ln>
                  <a:noFill/>
                </a:ln>
                <a:solidFill>
                  <a:prstClr val="black"/>
                </a:solidFill>
                <a:effectLst/>
                <a:uLnTx/>
                <a:uFillTx/>
                <a:cs typeface="+mn-ea"/>
                <a:sym typeface="+mn-lt"/>
              </a:endParaRPr>
            </a:p>
          </p:txBody>
        </p:sp>
        <p:grpSp>
          <p:nvGrpSpPr>
            <p:cNvPr id="518" name="PA-组合 16">
              <a:extLst>
                <a:ext uri="{FF2B5EF4-FFF2-40B4-BE49-F238E27FC236}">
                  <a16:creationId xmlns:a16="http://schemas.microsoft.com/office/drawing/2014/main" id="{D1655FCB-C6FB-499C-889F-93D4CD27E2DF}"/>
                </a:ext>
              </a:extLst>
            </p:cNvPr>
            <p:cNvGrpSpPr/>
            <p:nvPr/>
          </p:nvGrpSpPr>
          <p:grpSpPr>
            <a:xfrm>
              <a:off x="2759058" y="4937193"/>
              <a:ext cx="464315" cy="107523"/>
              <a:chOff x="1826449" y="5242915"/>
              <a:chExt cx="666750" cy="153988"/>
            </a:xfrm>
          </p:grpSpPr>
          <p:sp>
            <p:nvSpPr>
              <p:cNvPr id="561" name="PA-椭圆 21">
                <a:extLst>
                  <a:ext uri="{FF2B5EF4-FFF2-40B4-BE49-F238E27FC236}">
                    <a16:creationId xmlns:a16="http://schemas.microsoft.com/office/drawing/2014/main" id="{AD0F4DAB-A91A-417F-B05B-6495BDD238DA}"/>
                  </a:ext>
                </a:extLst>
              </p:cNvPr>
              <p:cNvSpPr>
                <a:spLocks noChangeArrowheads="1"/>
              </p:cNvSpPr>
              <p:nvPr/>
            </p:nvSpPr>
            <p:spPr bwMode="auto">
              <a:xfrm flipH="1">
                <a:off x="2339211" y="5242915"/>
                <a:ext cx="153988" cy="153988"/>
              </a:xfrm>
              <a:prstGeom prst="ellipse">
                <a:avLst/>
              </a:pr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62" name="PA-任意多边形 23">
                <a:extLst>
                  <a:ext uri="{FF2B5EF4-FFF2-40B4-BE49-F238E27FC236}">
                    <a16:creationId xmlns:a16="http://schemas.microsoft.com/office/drawing/2014/main" id="{D44B32E4-0939-4EA1-ABB3-A4D84CBA3D30}"/>
                  </a:ext>
                </a:extLst>
              </p:cNvPr>
              <p:cNvSpPr>
                <a:spLocks/>
              </p:cNvSpPr>
              <p:nvPr/>
            </p:nvSpPr>
            <p:spPr bwMode="auto">
              <a:xfrm flipH="1">
                <a:off x="1826449" y="5300065"/>
                <a:ext cx="523875" cy="39688"/>
              </a:xfrm>
              <a:custGeom>
                <a:avLst/>
                <a:gdLst>
                  <a:gd name="T0" fmla="*/ 330 w 330"/>
                  <a:gd name="T1" fmla="*/ 0 h 25"/>
                  <a:gd name="T2" fmla="*/ 0 w 330"/>
                  <a:gd name="T3" fmla="*/ 0 h 25"/>
                  <a:gd name="T4" fmla="*/ 0 w 330"/>
                  <a:gd name="T5" fmla="*/ 25 h 25"/>
                  <a:gd name="T6" fmla="*/ 330 w 330"/>
                  <a:gd name="T7" fmla="*/ 25 h 25"/>
                </a:gdLst>
                <a:ahLst/>
                <a:cxnLst>
                  <a:cxn ang="0">
                    <a:pos x="T0" y="T1"/>
                  </a:cxn>
                  <a:cxn ang="0">
                    <a:pos x="T2" y="T3"/>
                  </a:cxn>
                  <a:cxn ang="0">
                    <a:pos x="T4" y="T5"/>
                  </a:cxn>
                  <a:cxn ang="0">
                    <a:pos x="T6" y="T7"/>
                  </a:cxn>
                </a:cxnLst>
                <a:rect l="0" t="0" r="r" b="b"/>
                <a:pathLst>
                  <a:path w="330" h="25">
                    <a:moveTo>
                      <a:pt x="330" y="0"/>
                    </a:moveTo>
                    <a:lnTo>
                      <a:pt x="0" y="0"/>
                    </a:lnTo>
                    <a:lnTo>
                      <a:pt x="0" y="25"/>
                    </a:lnTo>
                    <a:lnTo>
                      <a:pt x="330" y="25"/>
                    </a:lnTo>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grpSp>
        <p:sp>
          <p:nvSpPr>
            <p:cNvPr id="519" name="PA-椭圆 14">
              <a:extLst>
                <a:ext uri="{FF2B5EF4-FFF2-40B4-BE49-F238E27FC236}">
                  <a16:creationId xmlns:a16="http://schemas.microsoft.com/office/drawing/2014/main" id="{87084C3D-1658-4D2D-8D86-F806BA7F7791}"/>
                </a:ext>
              </a:extLst>
            </p:cNvPr>
            <p:cNvSpPr>
              <a:spLocks noChangeArrowheads="1"/>
            </p:cNvSpPr>
            <p:nvPr/>
          </p:nvSpPr>
          <p:spPr bwMode="auto">
            <a:xfrm>
              <a:off x="4031823" y="3923133"/>
              <a:ext cx="139295" cy="139669"/>
            </a:xfrm>
            <a:prstGeom prst="ellipse">
              <a:avLst/>
            </a:pr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20" name="PA-任意多边形 15">
              <a:extLst>
                <a:ext uri="{FF2B5EF4-FFF2-40B4-BE49-F238E27FC236}">
                  <a16:creationId xmlns:a16="http://schemas.microsoft.com/office/drawing/2014/main" id="{D59D624A-6E1F-4D30-9113-E8BB073F9164}"/>
                </a:ext>
              </a:extLst>
            </p:cNvPr>
            <p:cNvSpPr>
              <a:spLocks/>
            </p:cNvSpPr>
            <p:nvPr/>
          </p:nvSpPr>
          <p:spPr bwMode="auto">
            <a:xfrm>
              <a:off x="3962177" y="3854408"/>
              <a:ext cx="276377" cy="278229"/>
            </a:xfrm>
            <a:custGeom>
              <a:avLst/>
              <a:gdLst>
                <a:gd name="T0" fmla="*/ 133 w 139"/>
                <a:gd name="T1" fmla="*/ 70 h 140"/>
                <a:gd name="T2" fmla="*/ 126 w 139"/>
                <a:gd name="T3" fmla="*/ 70 h 140"/>
                <a:gd name="T4" fmla="*/ 110 w 139"/>
                <a:gd name="T5" fmla="*/ 110 h 140"/>
                <a:gd name="T6" fmla="*/ 70 w 139"/>
                <a:gd name="T7" fmla="*/ 126 h 140"/>
                <a:gd name="T8" fmla="*/ 30 w 139"/>
                <a:gd name="T9" fmla="*/ 110 h 140"/>
                <a:gd name="T10" fmla="*/ 13 w 139"/>
                <a:gd name="T11" fmla="*/ 70 h 140"/>
                <a:gd name="T12" fmla="*/ 30 w 139"/>
                <a:gd name="T13" fmla="*/ 30 h 140"/>
                <a:gd name="T14" fmla="*/ 70 w 139"/>
                <a:gd name="T15" fmla="*/ 14 h 140"/>
                <a:gd name="T16" fmla="*/ 110 w 139"/>
                <a:gd name="T17" fmla="*/ 30 h 140"/>
                <a:gd name="T18" fmla="*/ 126 w 139"/>
                <a:gd name="T19" fmla="*/ 70 h 140"/>
                <a:gd name="T20" fmla="*/ 133 w 139"/>
                <a:gd name="T21" fmla="*/ 70 h 140"/>
                <a:gd name="T22" fmla="*/ 139 w 139"/>
                <a:gd name="T23" fmla="*/ 70 h 140"/>
                <a:gd name="T24" fmla="*/ 70 w 139"/>
                <a:gd name="T25" fmla="*/ 0 h 140"/>
                <a:gd name="T26" fmla="*/ 0 w 139"/>
                <a:gd name="T27" fmla="*/ 70 h 140"/>
                <a:gd name="T28" fmla="*/ 70 w 139"/>
                <a:gd name="T29" fmla="*/ 140 h 140"/>
                <a:gd name="T30" fmla="*/ 139 w 139"/>
                <a:gd name="T31" fmla="*/ 70 h 140"/>
                <a:gd name="T32" fmla="*/ 133 w 139"/>
                <a:gd name="T33" fmla="*/ 7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9" h="140">
                  <a:moveTo>
                    <a:pt x="133" y="70"/>
                  </a:moveTo>
                  <a:cubicBezTo>
                    <a:pt x="126" y="70"/>
                    <a:pt x="126" y="70"/>
                    <a:pt x="126" y="70"/>
                  </a:cubicBezTo>
                  <a:cubicBezTo>
                    <a:pt x="126" y="85"/>
                    <a:pt x="120" y="100"/>
                    <a:pt x="110" y="110"/>
                  </a:cubicBezTo>
                  <a:cubicBezTo>
                    <a:pt x="99" y="120"/>
                    <a:pt x="85" y="126"/>
                    <a:pt x="70" y="126"/>
                  </a:cubicBezTo>
                  <a:cubicBezTo>
                    <a:pt x="54" y="126"/>
                    <a:pt x="40" y="120"/>
                    <a:pt x="30" y="110"/>
                  </a:cubicBezTo>
                  <a:cubicBezTo>
                    <a:pt x="20" y="100"/>
                    <a:pt x="13" y="85"/>
                    <a:pt x="13" y="70"/>
                  </a:cubicBezTo>
                  <a:cubicBezTo>
                    <a:pt x="13" y="54"/>
                    <a:pt x="20" y="40"/>
                    <a:pt x="30" y="30"/>
                  </a:cubicBezTo>
                  <a:cubicBezTo>
                    <a:pt x="40" y="20"/>
                    <a:pt x="54" y="14"/>
                    <a:pt x="70" y="14"/>
                  </a:cubicBezTo>
                  <a:cubicBezTo>
                    <a:pt x="85" y="14"/>
                    <a:pt x="99" y="20"/>
                    <a:pt x="110" y="30"/>
                  </a:cubicBezTo>
                  <a:cubicBezTo>
                    <a:pt x="120" y="40"/>
                    <a:pt x="126" y="54"/>
                    <a:pt x="126" y="70"/>
                  </a:cubicBezTo>
                  <a:cubicBezTo>
                    <a:pt x="133" y="70"/>
                    <a:pt x="133" y="70"/>
                    <a:pt x="133" y="70"/>
                  </a:cubicBezTo>
                  <a:cubicBezTo>
                    <a:pt x="139" y="70"/>
                    <a:pt x="139" y="70"/>
                    <a:pt x="139" y="70"/>
                  </a:cubicBezTo>
                  <a:cubicBezTo>
                    <a:pt x="139" y="31"/>
                    <a:pt x="108" y="0"/>
                    <a:pt x="70" y="0"/>
                  </a:cubicBezTo>
                  <a:cubicBezTo>
                    <a:pt x="31" y="0"/>
                    <a:pt x="0" y="31"/>
                    <a:pt x="0" y="70"/>
                  </a:cubicBezTo>
                  <a:cubicBezTo>
                    <a:pt x="0" y="108"/>
                    <a:pt x="31" y="140"/>
                    <a:pt x="70" y="140"/>
                  </a:cubicBezTo>
                  <a:cubicBezTo>
                    <a:pt x="108" y="140"/>
                    <a:pt x="139" y="108"/>
                    <a:pt x="139" y="70"/>
                  </a:cubicBezTo>
                  <a:lnTo>
                    <a:pt x="133" y="7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dirty="0">
                <a:ln>
                  <a:noFill/>
                </a:ln>
                <a:solidFill>
                  <a:prstClr val="black"/>
                </a:solidFill>
                <a:effectLst/>
                <a:uLnTx/>
                <a:uFillTx/>
                <a:cs typeface="+mn-ea"/>
                <a:sym typeface="+mn-lt"/>
              </a:endParaRPr>
            </a:p>
          </p:txBody>
        </p:sp>
        <p:grpSp>
          <p:nvGrpSpPr>
            <p:cNvPr id="521" name="PA-组合 14">
              <a:extLst>
                <a:ext uri="{FF2B5EF4-FFF2-40B4-BE49-F238E27FC236}">
                  <a16:creationId xmlns:a16="http://schemas.microsoft.com/office/drawing/2014/main" id="{E838160E-55E5-4DF9-BD49-FBBB146986AD}"/>
                </a:ext>
              </a:extLst>
            </p:cNvPr>
            <p:cNvGrpSpPr/>
            <p:nvPr/>
          </p:nvGrpSpPr>
          <p:grpSpPr>
            <a:xfrm>
              <a:off x="4047301" y="3192893"/>
              <a:ext cx="107235" cy="692817"/>
              <a:chOff x="2791237" y="3179855"/>
              <a:chExt cx="153988" cy="992211"/>
            </a:xfrm>
          </p:grpSpPr>
          <p:sp>
            <p:nvSpPr>
              <p:cNvPr id="559" name="PA-椭圆 16">
                <a:extLst>
                  <a:ext uri="{FF2B5EF4-FFF2-40B4-BE49-F238E27FC236}">
                    <a16:creationId xmlns:a16="http://schemas.microsoft.com/office/drawing/2014/main" id="{1688D54E-5E4D-4D53-8B8A-0629602DB210}"/>
                  </a:ext>
                </a:extLst>
              </p:cNvPr>
              <p:cNvSpPr>
                <a:spLocks noChangeArrowheads="1"/>
              </p:cNvSpPr>
              <p:nvPr/>
            </p:nvSpPr>
            <p:spPr bwMode="auto">
              <a:xfrm>
                <a:off x="2791237" y="3179855"/>
                <a:ext cx="153988" cy="153988"/>
              </a:xfrm>
              <a:prstGeom prst="ellipse">
                <a:avLst/>
              </a:pr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60" name="PA-矩形 17">
                <a:extLst>
                  <a:ext uri="{FF2B5EF4-FFF2-40B4-BE49-F238E27FC236}">
                    <a16:creationId xmlns:a16="http://schemas.microsoft.com/office/drawing/2014/main" id="{997B4BEE-C77E-4CEC-B780-C5A092B85FBE}"/>
                  </a:ext>
                </a:extLst>
              </p:cNvPr>
              <p:cNvSpPr>
                <a:spLocks noChangeArrowheads="1"/>
              </p:cNvSpPr>
              <p:nvPr/>
            </p:nvSpPr>
            <p:spPr bwMode="auto">
              <a:xfrm>
                <a:off x="2836389" y="3212068"/>
                <a:ext cx="51687" cy="95999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grpSp>
        <p:sp>
          <p:nvSpPr>
            <p:cNvPr id="522" name="PA-椭圆 19">
              <a:extLst>
                <a:ext uri="{FF2B5EF4-FFF2-40B4-BE49-F238E27FC236}">
                  <a16:creationId xmlns:a16="http://schemas.microsoft.com/office/drawing/2014/main" id="{C52F5B8F-0875-4DED-8DB1-11FC3EBE2844}"/>
                </a:ext>
              </a:extLst>
            </p:cNvPr>
            <p:cNvSpPr>
              <a:spLocks noChangeArrowheads="1"/>
            </p:cNvSpPr>
            <p:nvPr/>
          </p:nvSpPr>
          <p:spPr bwMode="auto">
            <a:xfrm>
              <a:off x="9878461" y="2908646"/>
              <a:ext cx="139295" cy="139669"/>
            </a:xfrm>
            <a:prstGeom prst="ellipse">
              <a:avLst/>
            </a:pr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23" name="PA-任意多边形 20">
              <a:extLst>
                <a:ext uri="{FF2B5EF4-FFF2-40B4-BE49-F238E27FC236}">
                  <a16:creationId xmlns:a16="http://schemas.microsoft.com/office/drawing/2014/main" id="{2636A17A-0D84-4F4B-9D4A-DAB83958A001}"/>
                </a:ext>
              </a:extLst>
            </p:cNvPr>
            <p:cNvSpPr>
              <a:spLocks/>
            </p:cNvSpPr>
            <p:nvPr/>
          </p:nvSpPr>
          <p:spPr bwMode="auto">
            <a:xfrm>
              <a:off x="9811025" y="2841028"/>
              <a:ext cx="276377" cy="276012"/>
            </a:xfrm>
            <a:custGeom>
              <a:avLst/>
              <a:gdLst>
                <a:gd name="T0" fmla="*/ 6 w 139"/>
                <a:gd name="T1" fmla="*/ 69 h 139"/>
                <a:gd name="T2" fmla="*/ 0 w 139"/>
                <a:gd name="T3" fmla="*/ 69 h 139"/>
                <a:gd name="T4" fmla="*/ 69 w 139"/>
                <a:gd name="T5" fmla="*/ 139 h 139"/>
                <a:gd name="T6" fmla="*/ 139 w 139"/>
                <a:gd name="T7" fmla="*/ 69 h 139"/>
                <a:gd name="T8" fmla="*/ 69 w 139"/>
                <a:gd name="T9" fmla="*/ 0 h 139"/>
                <a:gd name="T10" fmla="*/ 0 w 139"/>
                <a:gd name="T11" fmla="*/ 69 h 139"/>
                <a:gd name="T12" fmla="*/ 6 w 139"/>
                <a:gd name="T13" fmla="*/ 69 h 139"/>
                <a:gd name="T14" fmla="*/ 13 w 139"/>
                <a:gd name="T15" fmla="*/ 69 h 139"/>
                <a:gd name="T16" fmla="*/ 30 w 139"/>
                <a:gd name="T17" fmla="*/ 30 h 139"/>
                <a:gd name="T18" fmla="*/ 69 w 139"/>
                <a:gd name="T19" fmla="*/ 13 h 139"/>
                <a:gd name="T20" fmla="*/ 109 w 139"/>
                <a:gd name="T21" fmla="*/ 30 h 139"/>
                <a:gd name="T22" fmla="*/ 126 w 139"/>
                <a:gd name="T23" fmla="*/ 69 h 139"/>
                <a:gd name="T24" fmla="*/ 109 w 139"/>
                <a:gd name="T25" fmla="*/ 109 h 139"/>
                <a:gd name="T26" fmla="*/ 69 w 139"/>
                <a:gd name="T27" fmla="*/ 126 h 139"/>
                <a:gd name="T28" fmla="*/ 30 w 139"/>
                <a:gd name="T29" fmla="*/ 109 h 139"/>
                <a:gd name="T30" fmla="*/ 13 w 139"/>
                <a:gd name="T31" fmla="*/ 69 h 139"/>
                <a:gd name="T32" fmla="*/ 6 w 139"/>
                <a:gd name="T33" fmla="*/ 6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9" h="139">
                  <a:moveTo>
                    <a:pt x="6" y="69"/>
                  </a:moveTo>
                  <a:cubicBezTo>
                    <a:pt x="0" y="69"/>
                    <a:pt x="0" y="69"/>
                    <a:pt x="0" y="69"/>
                  </a:cubicBezTo>
                  <a:cubicBezTo>
                    <a:pt x="0" y="108"/>
                    <a:pt x="31" y="139"/>
                    <a:pt x="69" y="139"/>
                  </a:cubicBezTo>
                  <a:cubicBezTo>
                    <a:pt x="108" y="139"/>
                    <a:pt x="139" y="108"/>
                    <a:pt x="139" y="69"/>
                  </a:cubicBezTo>
                  <a:cubicBezTo>
                    <a:pt x="139" y="31"/>
                    <a:pt x="108" y="0"/>
                    <a:pt x="69" y="0"/>
                  </a:cubicBezTo>
                  <a:cubicBezTo>
                    <a:pt x="31" y="0"/>
                    <a:pt x="0" y="31"/>
                    <a:pt x="0" y="69"/>
                  </a:cubicBezTo>
                  <a:cubicBezTo>
                    <a:pt x="6" y="69"/>
                    <a:pt x="6" y="69"/>
                    <a:pt x="6" y="69"/>
                  </a:cubicBezTo>
                  <a:cubicBezTo>
                    <a:pt x="13" y="69"/>
                    <a:pt x="13" y="69"/>
                    <a:pt x="13" y="69"/>
                  </a:cubicBezTo>
                  <a:cubicBezTo>
                    <a:pt x="13" y="54"/>
                    <a:pt x="19" y="40"/>
                    <a:pt x="30" y="30"/>
                  </a:cubicBezTo>
                  <a:cubicBezTo>
                    <a:pt x="40" y="19"/>
                    <a:pt x="54" y="13"/>
                    <a:pt x="69" y="13"/>
                  </a:cubicBezTo>
                  <a:cubicBezTo>
                    <a:pt x="85" y="13"/>
                    <a:pt x="99" y="19"/>
                    <a:pt x="109" y="30"/>
                  </a:cubicBezTo>
                  <a:cubicBezTo>
                    <a:pt x="119" y="40"/>
                    <a:pt x="126" y="54"/>
                    <a:pt x="126" y="69"/>
                  </a:cubicBezTo>
                  <a:cubicBezTo>
                    <a:pt x="126" y="85"/>
                    <a:pt x="119" y="99"/>
                    <a:pt x="109" y="109"/>
                  </a:cubicBezTo>
                  <a:cubicBezTo>
                    <a:pt x="99" y="119"/>
                    <a:pt x="85" y="126"/>
                    <a:pt x="69" y="126"/>
                  </a:cubicBezTo>
                  <a:cubicBezTo>
                    <a:pt x="54" y="126"/>
                    <a:pt x="40" y="119"/>
                    <a:pt x="30" y="109"/>
                  </a:cubicBezTo>
                  <a:cubicBezTo>
                    <a:pt x="19" y="99"/>
                    <a:pt x="13" y="85"/>
                    <a:pt x="13" y="69"/>
                  </a:cubicBezTo>
                  <a:lnTo>
                    <a:pt x="6"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grpSp>
          <p:nvGrpSpPr>
            <p:cNvPr id="524" name="PA-组合 15">
              <a:extLst>
                <a:ext uri="{FF2B5EF4-FFF2-40B4-BE49-F238E27FC236}">
                  <a16:creationId xmlns:a16="http://schemas.microsoft.com/office/drawing/2014/main" id="{53AED536-F27B-45DB-81CA-5C4BAC3FCB33}"/>
                </a:ext>
              </a:extLst>
            </p:cNvPr>
            <p:cNvGrpSpPr/>
            <p:nvPr/>
          </p:nvGrpSpPr>
          <p:grpSpPr>
            <a:xfrm>
              <a:off x="9346710" y="2928599"/>
              <a:ext cx="464315" cy="107523"/>
              <a:chOff x="9199456" y="3226654"/>
              <a:chExt cx="666750" cy="153988"/>
            </a:xfrm>
          </p:grpSpPr>
          <p:sp>
            <p:nvSpPr>
              <p:cNvPr id="557" name="PA-椭圆 21">
                <a:extLst>
                  <a:ext uri="{FF2B5EF4-FFF2-40B4-BE49-F238E27FC236}">
                    <a16:creationId xmlns:a16="http://schemas.microsoft.com/office/drawing/2014/main" id="{FEE2DAD8-80E3-425A-A72F-0391FF06202D}"/>
                  </a:ext>
                </a:extLst>
              </p:cNvPr>
              <p:cNvSpPr>
                <a:spLocks noChangeArrowheads="1"/>
              </p:cNvSpPr>
              <p:nvPr/>
            </p:nvSpPr>
            <p:spPr bwMode="auto">
              <a:xfrm>
                <a:off x="9199456" y="3226654"/>
                <a:ext cx="153988" cy="153988"/>
              </a:xfrm>
              <a:prstGeom prst="ellipse">
                <a:avLst/>
              </a:pr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58" name="PA-矩形 22">
                <a:extLst>
                  <a:ext uri="{FF2B5EF4-FFF2-40B4-BE49-F238E27FC236}">
                    <a16:creationId xmlns:a16="http://schemas.microsoft.com/office/drawing/2014/main" id="{0303AC5E-A603-4AA5-9A85-FEA85BFB6006}"/>
                  </a:ext>
                </a:extLst>
              </p:cNvPr>
              <p:cNvSpPr>
                <a:spLocks noChangeArrowheads="1"/>
              </p:cNvSpPr>
              <p:nvPr/>
            </p:nvSpPr>
            <p:spPr bwMode="auto">
              <a:xfrm>
                <a:off x="9342331" y="3283804"/>
                <a:ext cx="523875" cy="396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grpSp>
        <p:grpSp>
          <p:nvGrpSpPr>
            <p:cNvPr id="525" name="PA-组合 8">
              <a:extLst>
                <a:ext uri="{FF2B5EF4-FFF2-40B4-BE49-F238E27FC236}">
                  <a16:creationId xmlns:a16="http://schemas.microsoft.com/office/drawing/2014/main" id="{078C04E4-DCF1-45CC-B812-009717B8F6C0}"/>
                </a:ext>
              </a:extLst>
            </p:cNvPr>
            <p:cNvGrpSpPr/>
            <p:nvPr/>
          </p:nvGrpSpPr>
          <p:grpSpPr>
            <a:xfrm>
              <a:off x="7414860" y="1180984"/>
              <a:ext cx="2536501" cy="651063"/>
              <a:chOff x="7627019" y="1162143"/>
              <a:chExt cx="3642389" cy="932414"/>
            </a:xfrm>
          </p:grpSpPr>
          <p:grpSp>
            <p:nvGrpSpPr>
              <p:cNvPr id="553" name="组合 552">
                <a:extLst>
                  <a:ext uri="{FF2B5EF4-FFF2-40B4-BE49-F238E27FC236}">
                    <a16:creationId xmlns:a16="http://schemas.microsoft.com/office/drawing/2014/main" id="{78BA528C-D356-4A96-8728-7567572E0B51}"/>
                  </a:ext>
                </a:extLst>
              </p:cNvPr>
              <p:cNvGrpSpPr/>
              <p:nvPr/>
            </p:nvGrpSpPr>
            <p:grpSpPr>
              <a:xfrm>
                <a:off x="7627019" y="1162143"/>
                <a:ext cx="854322" cy="854322"/>
                <a:chOff x="7627019" y="1162143"/>
                <a:chExt cx="854322" cy="854322"/>
              </a:xfrm>
            </p:grpSpPr>
            <p:sp>
              <p:nvSpPr>
                <p:cNvPr id="555" name="PA-椭圆 136">
                  <a:extLst>
                    <a:ext uri="{FF2B5EF4-FFF2-40B4-BE49-F238E27FC236}">
                      <a16:creationId xmlns:a16="http://schemas.microsoft.com/office/drawing/2014/main" id="{F3471DE4-945C-42B5-8C1A-785D676AAEAC}"/>
                    </a:ext>
                  </a:extLst>
                </p:cNvPr>
                <p:cNvSpPr/>
                <p:nvPr/>
              </p:nvSpPr>
              <p:spPr>
                <a:xfrm>
                  <a:off x="7627019" y="1162143"/>
                  <a:ext cx="854322" cy="854322"/>
                </a:xfrm>
                <a:prstGeom prst="ellipse">
                  <a:avLst/>
                </a:prstGeom>
                <a:solidFill>
                  <a:schemeClr val="bg1"/>
                </a:solidFill>
                <a:ln>
                  <a:noFill/>
                </a:ln>
                <a:effectLst>
                  <a:outerShdw blurRad="508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spcBef>
                      <a:spcPts val="0"/>
                    </a:spcBef>
                    <a:spcAft>
                      <a:spcPts val="0"/>
                    </a:spcAft>
                    <a:buClrTx/>
                    <a:buSzTx/>
                    <a:buFontTx/>
                    <a:buNone/>
                    <a:tabLst/>
                    <a:defRPr/>
                  </a:pPr>
                  <a:endParaRPr kumimoji="0" lang="zh-CN" altLang="en-US" sz="1400" b="0" i="0" u="none" strike="noStrike" kern="1200" cap="none" spc="130" normalizeH="0" baseline="0" noProof="0">
                    <a:ln>
                      <a:noFill/>
                    </a:ln>
                    <a:solidFill>
                      <a:srgbClr val="992677"/>
                    </a:solidFill>
                    <a:effectLst/>
                    <a:uLnTx/>
                    <a:uFillTx/>
                    <a:cs typeface="+mn-ea"/>
                    <a:sym typeface="+mn-lt"/>
                  </a:endParaRPr>
                </a:p>
              </p:txBody>
            </p:sp>
            <p:sp>
              <p:nvSpPr>
                <p:cNvPr id="556" name="PA-teacher_90477">
                  <a:extLst>
                    <a:ext uri="{FF2B5EF4-FFF2-40B4-BE49-F238E27FC236}">
                      <a16:creationId xmlns:a16="http://schemas.microsoft.com/office/drawing/2014/main" id="{57920229-5EB3-4AA3-9042-C8B95FAAB437}"/>
                    </a:ext>
                  </a:extLst>
                </p:cNvPr>
                <p:cNvSpPr>
                  <a:spLocks noChangeAspect="1"/>
                </p:cNvSpPr>
                <p:nvPr/>
              </p:nvSpPr>
              <p:spPr bwMode="auto">
                <a:xfrm>
                  <a:off x="7793410" y="1338912"/>
                  <a:ext cx="548414" cy="545971"/>
                </a:xfrm>
                <a:custGeom>
                  <a:avLst/>
                  <a:gdLst>
                    <a:gd name="T0" fmla="*/ 2733 w 3733"/>
                    <a:gd name="T1" fmla="*/ 1750 h 3722"/>
                    <a:gd name="T2" fmla="*/ 3102 w 3733"/>
                    <a:gd name="T3" fmla="*/ 1088 h 3722"/>
                    <a:gd name="T4" fmla="*/ 3733 w 3733"/>
                    <a:gd name="T5" fmla="*/ 1862 h 3722"/>
                    <a:gd name="T6" fmla="*/ 2813 w 3733"/>
                    <a:gd name="T7" fmla="*/ 253 h 3722"/>
                    <a:gd name="T8" fmla="*/ 2505 w 3733"/>
                    <a:gd name="T9" fmla="*/ 997 h 3722"/>
                    <a:gd name="T10" fmla="*/ 1993 w 3733"/>
                    <a:gd name="T11" fmla="*/ 937 h 3722"/>
                    <a:gd name="T12" fmla="*/ 1711 w 3733"/>
                    <a:gd name="T13" fmla="*/ 524 h 3722"/>
                    <a:gd name="T14" fmla="*/ 2025 w 3733"/>
                    <a:gd name="T15" fmla="*/ 2 h 3722"/>
                    <a:gd name="T16" fmla="*/ 1529 w 3733"/>
                    <a:gd name="T17" fmla="*/ 246 h 3722"/>
                    <a:gd name="T18" fmla="*/ 1249 w 3733"/>
                    <a:gd name="T19" fmla="*/ 265 h 3722"/>
                    <a:gd name="T20" fmla="*/ 1741 w 3733"/>
                    <a:gd name="T21" fmla="*/ 0 h 3722"/>
                    <a:gd name="T22" fmla="*/ 1407 w 3733"/>
                    <a:gd name="T23" fmla="*/ 827 h 3722"/>
                    <a:gd name="T24" fmla="*/ 1932 w 3733"/>
                    <a:gd name="T25" fmla="*/ 1157 h 3722"/>
                    <a:gd name="T26" fmla="*/ 1389 w 3733"/>
                    <a:gd name="T27" fmla="*/ 826 h 3722"/>
                    <a:gd name="T28" fmla="*/ 730 w 3733"/>
                    <a:gd name="T29" fmla="*/ 2053 h 3722"/>
                    <a:gd name="T30" fmla="*/ 593 w 3733"/>
                    <a:gd name="T31" fmla="*/ 1965 h 3722"/>
                    <a:gd name="T32" fmla="*/ 730 w 3733"/>
                    <a:gd name="T33" fmla="*/ 2053 h 3722"/>
                    <a:gd name="T34" fmla="*/ 825 w 3733"/>
                    <a:gd name="T35" fmla="*/ 2828 h 3722"/>
                    <a:gd name="T36" fmla="*/ 749 w 3733"/>
                    <a:gd name="T37" fmla="*/ 3356 h 3722"/>
                    <a:gd name="T38" fmla="*/ 996 w 3733"/>
                    <a:gd name="T39" fmla="*/ 2728 h 3722"/>
                    <a:gd name="T40" fmla="*/ 889 w 3733"/>
                    <a:gd name="T41" fmla="*/ 2253 h 3722"/>
                    <a:gd name="T42" fmla="*/ 1018 w 3733"/>
                    <a:gd name="T43" fmla="*/ 1741 h 3722"/>
                    <a:gd name="T44" fmla="*/ 2086 w 3733"/>
                    <a:gd name="T45" fmla="*/ 1315 h 3722"/>
                    <a:gd name="T46" fmla="*/ 1833 w 3733"/>
                    <a:gd name="T47" fmla="*/ 3671 h 3722"/>
                    <a:gd name="T48" fmla="*/ 2301 w 3733"/>
                    <a:gd name="T49" fmla="*/ 1253 h 3722"/>
                    <a:gd name="T50" fmla="*/ 2643 w 3733"/>
                    <a:gd name="T51" fmla="*/ 1274 h 3722"/>
                    <a:gd name="T52" fmla="*/ 2301 w 3733"/>
                    <a:gd name="T53" fmla="*/ 1253 h 3722"/>
                    <a:gd name="T54" fmla="*/ 3082 w 3733"/>
                    <a:gd name="T55" fmla="*/ 891 h 3722"/>
                    <a:gd name="T56" fmla="*/ 2998 w 3733"/>
                    <a:gd name="T57" fmla="*/ 378 h 3722"/>
                    <a:gd name="T58" fmla="*/ 919 w 3733"/>
                    <a:gd name="T59" fmla="*/ 254 h 3722"/>
                    <a:gd name="T60" fmla="*/ 1104 w 3733"/>
                    <a:gd name="T61" fmla="*/ 524 h 3722"/>
                    <a:gd name="T62" fmla="*/ 853 w 3733"/>
                    <a:gd name="T63" fmla="*/ 1601 h 3722"/>
                    <a:gd name="T64" fmla="*/ 298 w 3733"/>
                    <a:gd name="T65" fmla="*/ 851 h 3722"/>
                    <a:gd name="T66" fmla="*/ 142 w 3733"/>
                    <a:gd name="T67" fmla="*/ 1148 h 3722"/>
                    <a:gd name="T68" fmla="*/ 14 w 3733"/>
                    <a:gd name="T69" fmla="*/ 2089 h 3722"/>
                    <a:gd name="T70" fmla="*/ 142 w 3733"/>
                    <a:gd name="T71" fmla="*/ 1148 h 3722"/>
                    <a:gd name="T72" fmla="*/ 420 w 3733"/>
                    <a:gd name="T73" fmla="*/ 2065 h 3722"/>
                    <a:gd name="T74" fmla="*/ 463 w 3733"/>
                    <a:gd name="T75" fmla="*/ 2531 h 3722"/>
                    <a:gd name="T76" fmla="*/ 559 w 3733"/>
                    <a:gd name="T77" fmla="*/ 3193 h 3722"/>
                    <a:gd name="T78" fmla="*/ 2028 w 3733"/>
                    <a:gd name="T79" fmla="*/ 3722 h 3722"/>
                    <a:gd name="T80" fmla="*/ 3321 w 3733"/>
                    <a:gd name="T81" fmla="*/ 3031 h 3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733" h="3722">
                      <a:moveTo>
                        <a:pt x="3452" y="2846"/>
                      </a:moveTo>
                      <a:cubicBezTo>
                        <a:pt x="3259" y="2456"/>
                        <a:pt x="3002" y="2083"/>
                        <a:pt x="2733" y="1750"/>
                      </a:cubicBezTo>
                      <a:cubicBezTo>
                        <a:pt x="2772" y="1599"/>
                        <a:pt x="2806" y="1455"/>
                        <a:pt x="2835" y="1321"/>
                      </a:cubicBezTo>
                      <a:cubicBezTo>
                        <a:pt x="2966" y="1309"/>
                        <a:pt x="3073" y="1213"/>
                        <a:pt x="3102" y="1088"/>
                      </a:cubicBezTo>
                      <a:cubicBezTo>
                        <a:pt x="3248" y="1069"/>
                        <a:pt x="3396" y="1055"/>
                        <a:pt x="3546" y="1048"/>
                      </a:cubicBezTo>
                      <a:cubicBezTo>
                        <a:pt x="3666" y="1294"/>
                        <a:pt x="3733" y="1570"/>
                        <a:pt x="3733" y="1862"/>
                      </a:cubicBezTo>
                      <a:cubicBezTo>
                        <a:pt x="3733" y="2223"/>
                        <a:pt x="3630" y="2560"/>
                        <a:pt x="3452" y="2846"/>
                      </a:cubicBezTo>
                      <a:close/>
                      <a:moveTo>
                        <a:pt x="2813" y="253"/>
                      </a:moveTo>
                      <a:cubicBezTo>
                        <a:pt x="2804" y="335"/>
                        <a:pt x="2785" y="498"/>
                        <a:pt x="2749" y="721"/>
                      </a:cubicBezTo>
                      <a:cubicBezTo>
                        <a:pt x="2616" y="747"/>
                        <a:pt x="2515" y="860"/>
                        <a:pt x="2505" y="997"/>
                      </a:cubicBezTo>
                      <a:cubicBezTo>
                        <a:pt x="2382" y="1025"/>
                        <a:pt x="2262" y="1057"/>
                        <a:pt x="2146" y="1091"/>
                      </a:cubicBezTo>
                      <a:cubicBezTo>
                        <a:pt x="2094" y="1037"/>
                        <a:pt x="2042" y="985"/>
                        <a:pt x="1993" y="937"/>
                      </a:cubicBezTo>
                      <a:cubicBezTo>
                        <a:pt x="1886" y="832"/>
                        <a:pt x="1783" y="734"/>
                        <a:pt x="1685" y="645"/>
                      </a:cubicBezTo>
                      <a:cubicBezTo>
                        <a:pt x="1701" y="608"/>
                        <a:pt x="1711" y="567"/>
                        <a:pt x="1711" y="524"/>
                      </a:cubicBezTo>
                      <a:cubicBezTo>
                        <a:pt x="1711" y="472"/>
                        <a:pt x="1698" y="424"/>
                        <a:pt x="1675" y="381"/>
                      </a:cubicBezTo>
                      <a:cubicBezTo>
                        <a:pt x="1779" y="245"/>
                        <a:pt x="1895" y="117"/>
                        <a:pt x="2025" y="2"/>
                      </a:cubicBezTo>
                      <a:cubicBezTo>
                        <a:pt x="2310" y="26"/>
                        <a:pt x="2578" y="115"/>
                        <a:pt x="2813" y="253"/>
                      </a:cubicBezTo>
                      <a:close/>
                      <a:moveTo>
                        <a:pt x="1529" y="246"/>
                      </a:moveTo>
                      <a:cubicBezTo>
                        <a:pt x="1492" y="230"/>
                        <a:pt x="1451" y="220"/>
                        <a:pt x="1407" y="220"/>
                      </a:cubicBezTo>
                      <a:cubicBezTo>
                        <a:pt x="1349" y="220"/>
                        <a:pt x="1295" y="237"/>
                        <a:pt x="1249" y="265"/>
                      </a:cubicBezTo>
                      <a:cubicBezTo>
                        <a:pt x="1197" y="222"/>
                        <a:pt x="1151" y="185"/>
                        <a:pt x="1112" y="155"/>
                      </a:cubicBezTo>
                      <a:cubicBezTo>
                        <a:pt x="1307" y="68"/>
                        <a:pt x="1519" y="15"/>
                        <a:pt x="1741" y="0"/>
                      </a:cubicBezTo>
                      <a:cubicBezTo>
                        <a:pt x="1666" y="78"/>
                        <a:pt x="1595" y="161"/>
                        <a:pt x="1529" y="246"/>
                      </a:cubicBezTo>
                      <a:close/>
                      <a:moveTo>
                        <a:pt x="1407" y="827"/>
                      </a:moveTo>
                      <a:cubicBezTo>
                        <a:pt x="1459" y="827"/>
                        <a:pt x="1507" y="814"/>
                        <a:pt x="1550" y="791"/>
                      </a:cubicBezTo>
                      <a:cubicBezTo>
                        <a:pt x="1670" y="901"/>
                        <a:pt x="1799" y="1023"/>
                        <a:pt x="1932" y="1157"/>
                      </a:cubicBezTo>
                      <a:cubicBezTo>
                        <a:pt x="1620" y="1258"/>
                        <a:pt x="1340" y="1373"/>
                        <a:pt x="1102" y="1482"/>
                      </a:cubicBezTo>
                      <a:cubicBezTo>
                        <a:pt x="1178" y="1265"/>
                        <a:pt x="1273" y="1042"/>
                        <a:pt x="1389" y="826"/>
                      </a:cubicBezTo>
                      <a:cubicBezTo>
                        <a:pt x="1395" y="826"/>
                        <a:pt x="1401" y="827"/>
                        <a:pt x="1407" y="827"/>
                      </a:cubicBezTo>
                      <a:close/>
                      <a:moveTo>
                        <a:pt x="730" y="2053"/>
                      </a:moveTo>
                      <a:cubicBezTo>
                        <a:pt x="719" y="2103"/>
                        <a:pt x="708" y="2152"/>
                        <a:pt x="698" y="2200"/>
                      </a:cubicBezTo>
                      <a:cubicBezTo>
                        <a:pt x="659" y="2119"/>
                        <a:pt x="624" y="2040"/>
                        <a:pt x="593" y="1965"/>
                      </a:cubicBezTo>
                      <a:cubicBezTo>
                        <a:pt x="651" y="1932"/>
                        <a:pt x="712" y="1898"/>
                        <a:pt x="778" y="1863"/>
                      </a:cubicBezTo>
                      <a:cubicBezTo>
                        <a:pt x="760" y="1928"/>
                        <a:pt x="745" y="1992"/>
                        <a:pt x="730" y="2053"/>
                      </a:cubicBezTo>
                      <a:close/>
                      <a:moveTo>
                        <a:pt x="794" y="2833"/>
                      </a:moveTo>
                      <a:cubicBezTo>
                        <a:pt x="804" y="2832"/>
                        <a:pt x="815" y="2830"/>
                        <a:pt x="825" y="2828"/>
                      </a:cubicBezTo>
                      <a:cubicBezTo>
                        <a:pt x="1016" y="3120"/>
                        <a:pt x="1260" y="3421"/>
                        <a:pt x="1571" y="3705"/>
                      </a:cubicBezTo>
                      <a:cubicBezTo>
                        <a:pt x="1266" y="3656"/>
                        <a:pt x="986" y="3534"/>
                        <a:pt x="749" y="3356"/>
                      </a:cubicBezTo>
                      <a:cubicBezTo>
                        <a:pt x="752" y="3271"/>
                        <a:pt x="763" y="3083"/>
                        <a:pt x="794" y="2833"/>
                      </a:cubicBezTo>
                      <a:close/>
                      <a:moveTo>
                        <a:pt x="996" y="2728"/>
                      </a:moveTo>
                      <a:cubicBezTo>
                        <a:pt x="1042" y="2675"/>
                        <a:pt x="1069" y="2606"/>
                        <a:pt x="1069" y="2531"/>
                      </a:cubicBezTo>
                      <a:cubicBezTo>
                        <a:pt x="1069" y="2407"/>
                        <a:pt x="995" y="2301"/>
                        <a:pt x="889" y="2253"/>
                      </a:cubicBezTo>
                      <a:cubicBezTo>
                        <a:pt x="900" y="2201"/>
                        <a:pt x="912" y="2148"/>
                        <a:pt x="924" y="2093"/>
                      </a:cubicBezTo>
                      <a:cubicBezTo>
                        <a:pt x="950" y="1982"/>
                        <a:pt x="981" y="1864"/>
                        <a:pt x="1018" y="1741"/>
                      </a:cubicBezTo>
                      <a:cubicBezTo>
                        <a:pt x="1032" y="1734"/>
                        <a:pt x="1047" y="1727"/>
                        <a:pt x="1062" y="1719"/>
                      </a:cubicBezTo>
                      <a:cubicBezTo>
                        <a:pt x="1340" y="1586"/>
                        <a:pt x="1689" y="1438"/>
                        <a:pt x="2086" y="1315"/>
                      </a:cubicBezTo>
                      <a:cubicBezTo>
                        <a:pt x="2230" y="1466"/>
                        <a:pt x="2375" y="1627"/>
                        <a:pt x="2516" y="1798"/>
                      </a:cubicBezTo>
                      <a:cubicBezTo>
                        <a:pt x="2368" y="2355"/>
                        <a:pt x="2150" y="3007"/>
                        <a:pt x="1833" y="3671"/>
                      </a:cubicBezTo>
                      <a:cubicBezTo>
                        <a:pt x="1476" y="3371"/>
                        <a:pt x="1203" y="3043"/>
                        <a:pt x="996" y="2728"/>
                      </a:cubicBezTo>
                      <a:close/>
                      <a:moveTo>
                        <a:pt x="2301" y="1253"/>
                      </a:moveTo>
                      <a:cubicBezTo>
                        <a:pt x="2384" y="1230"/>
                        <a:pt x="2469" y="1208"/>
                        <a:pt x="2555" y="1188"/>
                      </a:cubicBezTo>
                      <a:cubicBezTo>
                        <a:pt x="2579" y="1222"/>
                        <a:pt x="2608" y="1251"/>
                        <a:pt x="2643" y="1274"/>
                      </a:cubicBezTo>
                      <a:cubicBezTo>
                        <a:pt x="2623" y="1365"/>
                        <a:pt x="2601" y="1462"/>
                        <a:pt x="2577" y="1562"/>
                      </a:cubicBezTo>
                      <a:cubicBezTo>
                        <a:pt x="2484" y="1453"/>
                        <a:pt x="2391" y="1350"/>
                        <a:pt x="2301" y="1253"/>
                      </a:cubicBezTo>
                      <a:close/>
                      <a:moveTo>
                        <a:pt x="3438" y="856"/>
                      </a:moveTo>
                      <a:cubicBezTo>
                        <a:pt x="3318" y="864"/>
                        <a:pt x="3199" y="876"/>
                        <a:pt x="3082" y="891"/>
                      </a:cubicBezTo>
                      <a:cubicBezTo>
                        <a:pt x="3053" y="830"/>
                        <a:pt x="3005" y="779"/>
                        <a:pt x="2944" y="749"/>
                      </a:cubicBezTo>
                      <a:cubicBezTo>
                        <a:pt x="2970" y="595"/>
                        <a:pt x="2987" y="469"/>
                        <a:pt x="2998" y="378"/>
                      </a:cubicBezTo>
                      <a:cubicBezTo>
                        <a:pt x="3171" y="510"/>
                        <a:pt x="3320" y="672"/>
                        <a:pt x="3438" y="856"/>
                      </a:cubicBezTo>
                      <a:close/>
                      <a:moveTo>
                        <a:pt x="919" y="254"/>
                      </a:moveTo>
                      <a:cubicBezTo>
                        <a:pt x="963" y="289"/>
                        <a:pt x="1033" y="344"/>
                        <a:pt x="1123" y="419"/>
                      </a:cubicBezTo>
                      <a:cubicBezTo>
                        <a:pt x="1111" y="451"/>
                        <a:pt x="1104" y="487"/>
                        <a:pt x="1104" y="524"/>
                      </a:cubicBezTo>
                      <a:cubicBezTo>
                        <a:pt x="1104" y="613"/>
                        <a:pt x="1143" y="694"/>
                        <a:pt x="1206" y="750"/>
                      </a:cubicBezTo>
                      <a:cubicBezTo>
                        <a:pt x="1055" y="1032"/>
                        <a:pt x="940" y="1325"/>
                        <a:pt x="853" y="1601"/>
                      </a:cubicBezTo>
                      <a:cubicBezTo>
                        <a:pt x="733" y="1662"/>
                        <a:pt x="621" y="1721"/>
                        <a:pt x="521" y="1778"/>
                      </a:cubicBezTo>
                      <a:cubicBezTo>
                        <a:pt x="355" y="1317"/>
                        <a:pt x="309" y="957"/>
                        <a:pt x="298" y="851"/>
                      </a:cubicBezTo>
                      <a:cubicBezTo>
                        <a:pt x="456" y="607"/>
                        <a:pt x="669" y="402"/>
                        <a:pt x="919" y="254"/>
                      </a:cubicBezTo>
                      <a:close/>
                      <a:moveTo>
                        <a:pt x="142" y="1148"/>
                      </a:moveTo>
                      <a:cubicBezTo>
                        <a:pt x="177" y="1332"/>
                        <a:pt x="239" y="1586"/>
                        <a:pt x="347" y="1878"/>
                      </a:cubicBezTo>
                      <a:cubicBezTo>
                        <a:pt x="205" y="1963"/>
                        <a:pt x="93" y="2036"/>
                        <a:pt x="14" y="2089"/>
                      </a:cubicBezTo>
                      <a:cubicBezTo>
                        <a:pt x="5" y="2015"/>
                        <a:pt x="0" y="1939"/>
                        <a:pt x="0" y="1862"/>
                      </a:cubicBezTo>
                      <a:cubicBezTo>
                        <a:pt x="0" y="1609"/>
                        <a:pt x="51" y="1368"/>
                        <a:pt x="142" y="1148"/>
                      </a:cubicBezTo>
                      <a:close/>
                      <a:moveTo>
                        <a:pt x="53" y="2303"/>
                      </a:moveTo>
                      <a:cubicBezTo>
                        <a:pt x="118" y="2257"/>
                        <a:pt x="244" y="2171"/>
                        <a:pt x="420" y="2065"/>
                      </a:cubicBezTo>
                      <a:cubicBezTo>
                        <a:pt x="455" y="2150"/>
                        <a:pt x="495" y="2238"/>
                        <a:pt x="540" y="2329"/>
                      </a:cubicBezTo>
                      <a:cubicBezTo>
                        <a:pt x="492" y="2382"/>
                        <a:pt x="463" y="2453"/>
                        <a:pt x="463" y="2531"/>
                      </a:cubicBezTo>
                      <a:cubicBezTo>
                        <a:pt x="463" y="2636"/>
                        <a:pt x="517" y="2730"/>
                        <a:pt x="600" y="2784"/>
                      </a:cubicBezTo>
                      <a:cubicBezTo>
                        <a:pt x="579" y="2949"/>
                        <a:pt x="567" y="3088"/>
                        <a:pt x="559" y="3193"/>
                      </a:cubicBezTo>
                      <a:cubicBezTo>
                        <a:pt x="315" y="2953"/>
                        <a:pt x="136" y="2646"/>
                        <a:pt x="53" y="2303"/>
                      </a:cubicBezTo>
                      <a:close/>
                      <a:moveTo>
                        <a:pt x="2028" y="3722"/>
                      </a:moveTo>
                      <a:cubicBezTo>
                        <a:pt x="2316" y="3112"/>
                        <a:pt x="2523" y="2514"/>
                        <a:pt x="2669" y="1988"/>
                      </a:cubicBezTo>
                      <a:cubicBezTo>
                        <a:pt x="2923" y="2314"/>
                        <a:pt x="3153" y="2667"/>
                        <a:pt x="3321" y="3031"/>
                      </a:cubicBezTo>
                      <a:cubicBezTo>
                        <a:pt x="3010" y="3417"/>
                        <a:pt x="2549" y="3677"/>
                        <a:pt x="2028" y="3722"/>
                      </a:cubicBezTo>
                      <a:close/>
                    </a:path>
                  </a:pathLst>
                </a:custGeom>
                <a:solidFill>
                  <a:srgbClr val="992677"/>
                </a:solidFill>
                <a:ln>
                  <a:noFill/>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spcBef>
                      <a:spcPts val="0"/>
                    </a:spcBef>
                    <a:spcAft>
                      <a:spcPts val="0"/>
                    </a:spcAft>
                    <a:buClrTx/>
                    <a:buSzTx/>
                    <a:buFontTx/>
                    <a:buNone/>
                    <a:tabLst/>
                    <a:defRPr/>
                  </a:pPr>
                  <a:endParaRPr kumimoji="0" lang="zh-CN" altLang="en-US" sz="1400" b="0" i="0" u="none" strike="noStrike" kern="1200" cap="none" spc="130" normalizeH="0" baseline="0" noProof="0" dirty="0">
                    <a:ln>
                      <a:noFill/>
                    </a:ln>
                    <a:solidFill>
                      <a:srgbClr val="992677"/>
                    </a:solidFill>
                    <a:effectLst/>
                    <a:uLnTx/>
                    <a:uFillTx/>
                    <a:cs typeface="+mn-ea"/>
                    <a:sym typeface="+mn-lt"/>
                  </a:endParaRPr>
                </a:p>
              </p:txBody>
            </p:sp>
          </p:grpSp>
          <p:sp>
            <p:nvSpPr>
              <p:cNvPr id="554" name="PA-文本框 3">
                <a:extLst>
                  <a:ext uri="{FF2B5EF4-FFF2-40B4-BE49-F238E27FC236}">
                    <a16:creationId xmlns:a16="http://schemas.microsoft.com/office/drawing/2014/main" id="{61C362AB-6F25-4FDD-9F2C-73EF3BD7C25B}"/>
                  </a:ext>
                </a:extLst>
              </p:cNvPr>
              <p:cNvSpPr txBox="1"/>
              <p:nvPr/>
            </p:nvSpPr>
            <p:spPr>
              <a:xfrm>
                <a:off x="8612534" y="1212998"/>
                <a:ext cx="2656874" cy="88155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defTabSz="685800">
                  <a:defRPr/>
                </a:pPr>
                <a:r>
                  <a:rPr lang="zh-CN" altLang="en-US" sz="2000" b="1" spc="130" dirty="0">
                    <a:solidFill>
                      <a:srgbClr val="992677"/>
                    </a:solidFill>
                    <a:cs typeface="+mn-ea"/>
                    <a:sym typeface="+mn-lt"/>
                  </a:rPr>
                  <a:t>标题</a:t>
                </a:r>
                <a:r>
                  <a:rPr lang="en-US" altLang="zh-CN" sz="2000" b="1" spc="130" dirty="0">
                    <a:solidFill>
                      <a:srgbClr val="992677"/>
                    </a:solidFill>
                    <a:cs typeface="+mn-ea"/>
                    <a:sym typeface="+mn-lt"/>
                  </a:rPr>
                  <a:t>2</a:t>
                </a:r>
              </a:p>
              <a:p>
                <a:pPr lvl="0" algn="just" defTabSz="685800">
                  <a:defRPr/>
                </a:pPr>
                <a:r>
                  <a:rPr lang="zh-CN" altLang="en-US" sz="1400" spc="130" dirty="0">
                    <a:solidFill>
                      <a:srgbClr val="992677"/>
                    </a:solidFill>
                    <a:cs typeface="+mn-ea"/>
                    <a:sym typeface="+mn-lt"/>
                  </a:rPr>
                  <a:t>内容</a:t>
                </a:r>
                <a:r>
                  <a:rPr lang="en-US" altLang="zh-CN" sz="1400" spc="130" dirty="0">
                    <a:solidFill>
                      <a:srgbClr val="992677"/>
                    </a:solidFill>
                    <a:cs typeface="+mn-ea"/>
                    <a:sym typeface="+mn-lt"/>
                  </a:rPr>
                  <a:t>2</a:t>
                </a:r>
                <a:endParaRPr lang="zh-CN" altLang="en-US" sz="1400" spc="130" dirty="0">
                  <a:solidFill>
                    <a:srgbClr val="992677"/>
                  </a:solidFill>
                  <a:cs typeface="+mn-ea"/>
                  <a:sym typeface="+mn-lt"/>
                </a:endParaRPr>
              </a:p>
            </p:txBody>
          </p:sp>
        </p:grpSp>
        <p:grpSp>
          <p:nvGrpSpPr>
            <p:cNvPr id="526" name="PA-组合 6">
              <a:extLst>
                <a:ext uri="{FF2B5EF4-FFF2-40B4-BE49-F238E27FC236}">
                  <a16:creationId xmlns:a16="http://schemas.microsoft.com/office/drawing/2014/main" id="{FBA05535-1400-49EB-B7F0-C2A9F86DC79A}"/>
                </a:ext>
              </a:extLst>
            </p:cNvPr>
            <p:cNvGrpSpPr/>
            <p:nvPr/>
          </p:nvGrpSpPr>
          <p:grpSpPr>
            <a:xfrm>
              <a:off x="3635460" y="1180983"/>
              <a:ext cx="2576184" cy="646729"/>
              <a:chOff x="2199837" y="1162143"/>
              <a:chExt cx="3699367" cy="926208"/>
            </a:xfrm>
          </p:grpSpPr>
          <p:sp>
            <p:nvSpPr>
              <p:cNvPr id="550" name="PA-椭圆 11">
                <a:extLst>
                  <a:ext uri="{FF2B5EF4-FFF2-40B4-BE49-F238E27FC236}">
                    <a16:creationId xmlns:a16="http://schemas.microsoft.com/office/drawing/2014/main" id="{BDCE3865-9C7A-4768-B900-E486DA6C83F6}"/>
                  </a:ext>
                </a:extLst>
              </p:cNvPr>
              <p:cNvSpPr/>
              <p:nvPr/>
            </p:nvSpPr>
            <p:spPr>
              <a:xfrm>
                <a:off x="2199837" y="1162143"/>
                <a:ext cx="854322" cy="854322"/>
              </a:xfrm>
              <a:prstGeom prst="ellipse">
                <a:avLst/>
              </a:prstGeom>
              <a:solidFill>
                <a:schemeClr val="bg1"/>
              </a:solidFill>
              <a:ln>
                <a:noFill/>
              </a:ln>
              <a:effectLst>
                <a:outerShdw blurRad="508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spcBef>
                    <a:spcPts val="0"/>
                  </a:spcBef>
                  <a:spcAft>
                    <a:spcPts val="0"/>
                  </a:spcAft>
                  <a:buClrTx/>
                  <a:buSzTx/>
                  <a:buFontTx/>
                  <a:buNone/>
                  <a:tabLst/>
                  <a:defRPr/>
                </a:pPr>
                <a:endParaRPr kumimoji="0" lang="zh-CN" altLang="en-US" sz="1400" b="0" i="0" u="none" strike="noStrike" kern="1200" cap="none" spc="130" normalizeH="0" baseline="0" noProof="0">
                  <a:ln>
                    <a:noFill/>
                  </a:ln>
                  <a:solidFill>
                    <a:srgbClr val="992677"/>
                  </a:solidFill>
                  <a:effectLst/>
                  <a:uLnTx/>
                  <a:uFillTx/>
                  <a:cs typeface="+mn-ea"/>
                  <a:sym typeface="+mn-lt"/>
                </a:endParaRPr>
              </a:p>
            </p:txBody>
          </p:sp>
          <p:sp>
            <p:nvSpPr>
              <p:cNvPr id="551" name="PA-文本框 3">
                <a:extLst>
                  <a:ext uri="{FF2B5EF4-FFF2-40B4-BE49-F238E27FC236}">
                    <a16:creationId xmlns:a16="http://schemas.microsoft.com/office/drawing/2014/main" id="{FBA77E8F-9F0E-4C82-A176-5EAB8AC5DC9E}"/>
                  </a:ext>
                </a:extLst>
              </p:cNvPr>
              <p:cNvSpPr txBox="1"/>
              <p:nvPr/>
            </p:nvSpPr>
            <p:spPr>
              <a:xfrm>
                <a:off x="3125091" y="1206792"/>
                <a:ext cx="2774113" cy="88155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685800" rtl="0" eaLnBrk="1" fontAlgn="auto" latinLnBrk="0" hangingPunct="1">
                  <a:spcBef>
                    <a:spcPts val="0"/>
                  </a:spcBef>
                  <a:spcAft>
                    <a:spcPts val="0"/>
                  </a:spcAft>
                  <a:buClrTx/>
                  <a:buSzTx/>
                  <a:buFontTx/>
                  <a:buNone/>
                  <a:tabLst/>
                  <a:defRPr/>
                </a:pPr>
                <a:r>
                  <a:rPr lang="zh-CN" altLang="en-US" sz="2000" b="1" spc="130" dirty="0">
                    <a:solidFill>
                      <a:srgbClr val="992677"/>
                    </a:solidFill>
                    <a:cs typeface="+mn-ea"/>
                    <a:sym typeface="+mn-lt"/>
                  </a:rPr>
                  <a:t>标题</a:t>
                </a:r>
                <a:r>
                  <a:rPr lang="en-US" altLang="zh-CN" sz="2000" b="1" spc="130" dirty="0">
                    <a:solidFill>
                      <a:srgbClr val="992677"/>
                    </a:solidFill>
                    <a:cs typeface="+mn-ea"/>
                    <a:sym typeface="+mn-lt"/>
                  </a:rPr>
                  <a:t>1</a:t>
                </a:r>
                <a:endParaRPr kumimoji="0" lang="en-US" altLang="zh-CN" sz="2000" b="1" i="0" u="none" strike="noStrike" kern="1200" cap="none" spc="130" normalizeH="0" baseline="0" noProof="0" dirty="0">
                  <a:ln>
                    <a:noFill/>
                  </a:ln>
                  <a:solidFill>
                    <a:srgbClr val="992677"/>
                  </a:solidFill>
                  <a:effectLst/>
                  <a:uLnTx/>
                  <a:uFillTx/>
                  <a:cs typeface="+mn-ea"/>
                  <a:sym typeface="+mn-lt"/>
                </a:endParaRPr>
              </a:p>
              <a:p>
                <a:pPr marL="0" marR="0" lvl="0" indent="0" algn="just" defTabSz="685800" rtl="0" eaLnBrk="1" fontAlgn="auto" latinLnBrk="0" hangingPunct="1">
                  <a:spcBef>
                    <a:spcPts val="0"/>
                  </a:spcBef>
                  <a:spcAft>
                    <a:spcPts val="0"/>
                  </a:spcAft>
                  <a:buClrTx/>
                  <a:buSzTx/>
                  <a:buFontTx/>
                  <a:buNone/>
                  <a:tabLst/>
                  <a:defRPr/>
                </a:pPr>
                <a:r>
                  <a:rPr kumimoji="0" lang="zh-CN" altLang="en-US" sz="1400" i="0" u="none" strike="noStrike" kern="1200" cap="none" spc="130" normalizeH="0" baseline="0" noProof="0" dirty="0">
                    <a:ln>
                      <a:noFill/>
                    </a:ln>
                    <a:solidFill>
                      <a:srgbClr val="992677"/>
                    </a:solidFill>
                    <a:effectLst/>
                    <a:uLnTx/>
                    <a:uFillTx/>
                    <a:cs typeface="+mn-ea"/>
                    <a:sym typeface="+mn-lt"/>
                  </a:rPr>
                  <a:t>内容</a:t>
                </a:r>
                <a:r>
                  <a:rPr kumimoji="0" lang="en-US" altLang="zh-CN" sz="1400" i="0" u="none" strike="noStrike" kern="1200" cap="none" spc="130" normalizeH="0" baseline="0" noProof="0" dirty="0">
                    <a:ln>
                      <a:noFill/>
                    </a:ln>
                    <a:solidFill>
                      <a:srgbClr val="992677"/>
                    </a:solidFill>
                    <a:effectLst/>
                    <a:uLnTx/>
                    <a:uFillTx/>
                    <a:cs typeface="+mn-ea"/>
                    <a:sym typeface="+mn-lt"/>
                  </a:rPr>
                  <a:t>1</a:t>
                </a:r>
                <a:endParaRPr kumimoji="0" lang="zh-CN" altLang="en-US" sz="1400" i="0" u="none" strike="noStrike" kern="1200" cap="none" spc="130" normalizeH="0" baseline="0" noProof="0" dirty="0">
                  <a:ln>
                    <a:noFill/>
                  </a:ln>
                  <a:solidFill>
                    <a:srgbClr val="992677"/>
                  </a:solidFill>
                  <a:effectLst/>
                  <a:uLnTx/>
                  <a:uFillTx/>
                  <a:cs typeface="+mn-ea"/>
                  <a:sym typeface="+mn-lt"/>
                </a:endParaRPr>
              </a:p>
            </p:txBody>
          </p:sp>
          <p:sp>
            <p:nvSpPr>
              <p:cNvPr id="552" name="PA-home-with-hearth_16705">
                <a:extLst>
                  <a:ext uri="{FF2B5EF4-FFF2-40B4-BE49-F238E27FC236}">
                    <a16:creationId xmlns:a16="http://schemas.microsoft.com/office/drawing/2014/main" id="{B5146E89-7E73-4A36-8549-A97F4D5D2AE9}"/>
                  </a:ext>
                </a:extLst>
              </p:cNvPr>
              <p:cNvSpPr>
                <a:spLocks noChangeAspect="1"/>
              </p:cNvSpPr>
              <p:nvPr/>
            </p:nvSpPr>
            <p:spPr bwMode="auto">
              <a:xfrm>
                <a:off x="2363892" y="1283258"/>
                <a:ext cx="529943" cy="609685"/>
              </a:xfrm>
              <a:custGeom>
                <a:avLst/>
                <a:gdLst>
                  <a:gd name="connsiteX0" fmla="*/ 380395 w 524301"/>
                  <a:gd name="connsiteY0" fmla="*/ 355932 h 603193"/>
                  <a:gd name="connsiteX1" fmla="*/ 393150 w 524301"/>
                  <a:gd name="connsiteY1" fmla="*/ 362826 h 603193"/>
                  <a:gd name="connsiteX2" fmla="*/ 418810 w 524301"/>
                  <a:gd name="connsiteY2" fmla="*/ 399394 h 603193"/>
                  <a:gd name="connsiteX3" fmla="*/ 420461 w 524301"/>
                  <a:gd name="connsiteY3" fmla="*/ 414231 h 603193"/>
                  <a:gd name="connsiteX4" fmla="*/ 407256 w 524301"/>
                  <a:gd name="connsiteY4" fmla="*/ 421424 h 603193"/>
                  <a:gd name="connsiteX5" fmla="*/ 402154 w 524301"/>
                  <a:gd name="connsiteY5" fmla="*/ 421424 h 603193"/>
                  <a:gd name="connsiteX6" fmla="*/ 402154 w 524301"/>
                  <a:gd name="connsiteY6" fmla="*/ 467284 h 603193"/>
                  <a:gd name="connsiteX7" fmla="*/ 506444 w 524301"/>
                  <a:gd name="connsiteY7" fmla="*/ 467284 h 603193"/>
                  <a:gd name="connsiteX8" fmla="*/ 524301 w 524301"/>
                  <a:gd name="connsiteY8" fmla="*/ 485568 h 603193"/>
                  <a:gd name="connsiteX9" fmla="*/ 524301 w 524301"/>
                  <a:gd name="connsiteY9" fmla="*/ 495009 h 603193"/>
                  <a:gd name="connsiteX10" fmla="*/ 506444 w 524301"/>
                  <a:gd name="connsiteY10" fmla="*/ 513293 h 603193"/>
                  <a:gd name="connsiteX11" fmla="*/ 375894 w 524301"/>
                  <a:gd name="connsiteY11" fmla="*/ 513293 h 603193"/>
                  <a:gd name="connsiteX12" fmla="*/ 356986 w 524301"/>
                  <a:gd name="connsiteY12" fmla="*/ 501304 h 603193"/>
                  <a:gd name="connsiteX13" fmla="*/ 356236 w 524301"/>
                  <a:gd name="connsiteY13" fmla="*/ 490663 h 603193"/>
                  <a:gd name="connsiteX14" fmla="*/ 356236 w 524301"/>
                  <a:gd name="connsiteY14" fmla="*/ 421424 h 603193"/>
                  <a:gd name="connsiteX15" fmla="*/ 353685 w 524301"/>
                  <a:gd name="connsiteY15" fmla="*/ 421424 h 603193"/>
                  <a:gd name="connsiteX16" fmla="*/ 340480 w 524301"/>
                  <a:gd name="connsiteY16" fmla="*/ 414231 h 603193"/>
                  <a:gd name="connsiteX17" fmla="*/ 341981 w 524301"/>
                  <a:gd name="connsiteY17" fmla="*/ 399394 h 603193"/>
                  <a:gd name="connsiteX18" fmla="*/ 367640 w 524301"/>
                  <a:gd name="connsiteY18" fmla="*/ 362976 h 603193"/>
                  <a:gd name="connsiteX19" fmla="*/ 380395 w 524301"/>
                  <a:gd name="connsiteY19" fmla="*/ 355932 h 603193"/>
                  <a:gd name="connsiteX20" fmla="*/ 262745 w 524301"/>
                  <a:gd name="connsiteY20" fmla="*/ 355932 h 603193"/>
                  <a:gd name="connsiteX21" fmla="*/ 275645 w 524301"/>
                  <a:gd name="connsiteY21" fmla="*/ 362975 h 603193"/>
                  <a:gd name="connsiteX22" fmla="*/ 301145 w 524301"/>
                  <a:gd name="connsiteY22" fmla="*/ 399390 h 603193"/>
                  <a:gd name="connsiteX23" fmla="*/ 302795 w 524301"/>
                  <a:gd name="connsiteY23" fmla="*/ 414226 h 603193"/>
                  <a:gd name="connsiteX24" fmla="*/ 289595 w 524301"/>
                  <a:gd name="connsiteY24" fmla="*/ 421419 h 603193"/>
                  <a:gd name="connsiteX25" fmla="*/ 284195 w 524301"/>
                  <a:gd name="connsiteY25" fmla="*/ 421419 h 603193"/>
                  <a:gd name="connsiteX26" fmla="*/ 284195 w 524301"/>
                  <a:gd name="connsiteY26" fmla="*/ 585061 h 603193"/>
                  <a:gd name="connsiteX27" fmla="*/ 267545 w 524301"/>
                  <a:gd name="connsiteY27" fmla="*/ 603193 h 603193"/>
                  <a:gd name="connsiteX28" fmla="*/ 258096 w 524301"/>
                  <a:gd name="connsiteY28" fmla="*/ 603193 h 603193"/>
                  <a:gd name="connsiteX29" fmla="*/ 240096 w 524301"/>
                  <a:gd name="connsiteY29" fmla="*/ 585061 h 603193"/>
                  <a:gd name="connsiteX30" fmla="*/ 240096 w 524301"/>
                  <a:gd name="connsiteY30" fmla="*/ 421419 h 603193"/>
                  <a:gd name="connsiteX31" fmla="*/ 236046 w 524301"/>
                  <a:gd name="connsiteY31" fmla="*/ 421419 h 603193"/>
                  <a:gd name="connsiteX32" fmla="*/ 222846 w 524301"/>
                  <a:gd name="connsiteY32" fmla="*/ 414226 h 603193"/>
                  <a:gd name="connsiteX33" fmla="*/ 224346 w 524301"/>
                  <a:gd name="connsiteY33" fmla="*/ 399390 h 603193"/>
                  <a:gd name="connsiteX34" fmla="*/ 249996 w 524301"/>
                  <a:gd name="connsiteY34" fmla="*/ 362975 h 603193"/>
                  <a:gd name="connsiteX35" fmla="*/ 262745 w 524301"/>
                  <a:gd name="connsiteY35" fmla="*/ 355932 h 603193"/>
                  <a:gd name="connsiteX36" fmla="*/ 145249 w 524301"/>
                  <a:gd name="connsiteY36" fmla="*/ 355932 h 603193"/>
                  <a:gd name="connsiteX37" fmla="*/ 158003 w 524301"/>
                  <a:gd name="connsiteY37" fmla="*/ 362976 h 603193"/>
                  <a:gd name="connsiteX38" fmla="*/ 183512 w 524301"/>
                  <a:gd name="connsiteY38" fmla="*/ 399394 h 603193"/>
                  <a:gd name="connsiteX39" fmla="*/ 185162 w 524301"/>
                  <a:gd name="connsiteY39" fmla="*/ 414231 h 603193"/>
                  <a:gd name="connsiteX40" fmla="*/ 171958 w 524301"/>
                  <a:gd name="connsiteY40" fmla="*/ 421424 h 603193"/>
                  <a:gd name="connsiteX41" fmla="*/ 168056 w 524301"/>
                  <a:gd name="connsiteY41" fmla="*/ 421424 h 603193"/>
                  <a:gd name="connsiteX42" fmla="*/ 168056 w 524301"/>
                  <a:gd name="connsiteY42" fmla="*/ 490663 h 603193"/>
                  <a:gd name="connsiteX43" fmla="*/ 167906 w 524301"/>
                  <a:gd name="connsiteY43" fmla="*/ 501304 h 603193"/>
                  <a:gd name="connsiteX44" fmla="*/ 149750 w 524301"/>
                  <a:gd name="connsiteY44" fmla="*/ 513293 h 603193"/>
                  <a:gd name="connsiteX45" fmla="*/ 19206 w 524301"/>
                  <a:gd name="connsiteY45" fmla="*/ 513293 h 603193"/>
                  <a:gd name="connsiteX46" fmla="*/ 0 w 524301"/>
                  <a:gd name="connsiteY46" fmla="*/ 495009 h 603193"/>
                  <a:gd name="connsiteX47" fmla="*/ 0 w 524301"/>
                  <a:gd name="connsiteY47" fmla="*/ 485568 h 603193"/>
                  <a:gd name="connsiteX48" fmla="*/ 19206 w 524301"/>
                  <a:gd name="connsiteY48" fmla="*/ 467284 h 603193"/>
                  <a:gd name="connsiteX49" fmla="*/ 122141 w 524301"/>
                  <a:gd name="connsiteY49" fmla="*/ 467284 h 603193"/>
                  <a:gd name="connsiteX50" fmla="*/ 122141 w 524301"/>
                  <a:gd name="connsiteY50" fmla="*/ 421424 h 603193"/>
                  <a:gd name="connsiteX51" fmla="*/ 118390 w 524301"/>
                  <a:gd name="connsiteY51" fmla="*/ 421424 h 603193"/>
                  <a:gd name="connsiteX52" fmla="*/ 105185 w 524301"/>
                  <a:gd name="connsiteY52" fmla="*/ 414231 h 603193"/>
                  <a:gd name="connsiteX53" fmla="*/ 106836 w 524301"/>
                  <a:gd name="connsiteY53" fmla="*/ 399394 h 603193"/>
                  <a:gd name="connsiteX54" fmla="*/ 132344 w 524301"/>
                  <a:gd name="connsiteY54" fmla="*/ 362976 h 603193"/>
                  <a:gd name="connsiteX55" fmla="*/ 145249 w 524301"/>
                  <a:gd name="connsiteY55" fmla="*/ 355932 h 603193"/>
                  <a:gd name="connsiteX56" fmla="*/ 336277 w 524301"/>
                  <a:gd name="connsiteY56" fmla="*/ 0 h 603193"/>
                  <a:gd name="connsiteX57" fmla="*/ 475087 w 524301"/>
                  <a:gd name="connsiteY57" fmla="*/ 138566 h 603193"/>
                  <a:gd name="connsiteX58" fmla="*/ 473586 w 524301"/>
                  <a:gd name="connsiteY58" fmla="*/ 159089 h 603193"/>
                  <a:gd name="connsiteX59" fmla="*/ 514704 w 524301"/>
                  <a:gd name="connsiteY59" fmla="*/ 234888 h 603193"/>
                  <a:gd name="connsiteX60" fmla="*/ 423915 w 524301"/>
                  <a:gd name="connsiteY60" fmla="*/ 325518 h 603193"/>
                  <a:gd name="connsiteX61" fmla="*/ 101577 w 524301"/>
                  <a:gd name="connsiteY61" fmla="*/ 325518 h 603193"/>
                  <a:gd name="connsiteX62" fmla="*/ 10938 w 524301"/>
                  <a:gd name="connsiteY62" fmla="*/ 234888 h 603193"/>
                  <a:gd name="connsiteX63" fmla="*/ 58658 w 524301"/>
                  <a:gd name="connsiteY63" fmla="*/ 155344 h 603193"/>
                  <a:gd name="connsiteX64" fmla="*/ 165204 w 524301"/>
                  <a:gd name="connsiteY64" fmla="*/ 61119 h 603193"/>
                  <a:gd name="connsiteX65" fmla="*/ 214125 w 524301"/>
                  <a:gd name="connsiteY65" fmla="*/ 72953 h 603193"/>
                  <a:gd name="connsiteX66" fmla="*/ 336277 w 524301"/>
                  <a:gd name="connsiteY66" fmla="*/ 0 h 60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24301" h="603193">
                    <a:moveTo>
                      <a:pt x="380395" y="355932"/>
                    </a:moveTo>
                    <a:cubicBezTo>
                      <a:pt x="385497" y="355932"/>
                      <a:pt x="390149" y="358480"/>
                      <a:pt x="393150" y="362826"/>
                    </a:cubicBezTo>
                    <a:lnTo>
                      <a:pt x="418810" y="399394"/>
                    </a:lnTo>
                    <a:cubicBezTo>
                      <a:pt x="422262" y="404190"/>
                      <a:pt x="422712" y="409585"/>
                      <a:pt x="420461" y="414231"/>
                    </a:cubicBezTo>
                    <a:cubicBezTo>
                      <a:pt x="418060" y="418727"/>
                      <a:pt x="413108" y="421424"/>
                      <a:pt x="407256" y="421424"/>
                    </a:cubicBezTo>
                    <a:lnTo>
                      <a:pt x="402154" y="421424"/>
                    </a:lnTo>
                    <a:lnTo>
                      <a:pt x="402154" y="467284"/>
                    </a:lnTo>
                    <a:lnTo>
                      <a:pt x="506444" y="467284"/>
                    </a:lnTo>
                    <a:cubicBezTo>
                      <a:pt x="516348" y="467284"/>
                      <a:pt x="524301" y="475676"/>
                      <a:pt x="524301" y="485568"/>
                    </a:cubicBezTo>
                    <a:lnTo>
                      <a:pt x="524301" y="495009"/>
                    </a:lnTo>
                    <a:cubicBezTo>
                      <a:pt x="524301" y="505051"/>
                      <a:pt x="516348" y="513293"/>
                      <a:pt x="506444" y="513293"/>
                    </a:cubicBezTo>
                    <a:lnTo>
                      <a:pt x="375894" y="513293"/>
                    </a:lnTo>
                    <a:cubicBezTo>
                      <a:pt x="359387" y="513293"/>
                      <a:pt x="357136" y="504001"/>
                      <a:pt x="356986" y="501304"/>
                    </a:cubicBezTo>
                    <a:cubicBezTo>
                      <a:pt x="356986" y="499805"/>
                      <a:pt x="356236" y="494560"/>
                      <a:pt x="356236" y="490663"/>
                    </a:cubicBezTo>
                    <a:lnTo>
                      <a:pt x="356236" y="421424"/>
                    </a:lnTo>
                    <a:lnTo>
                      <a:pt x="353685" y="421424"/>
                    </a:lnTo>
                    <a:cubicBezTo>
                      <a:pt x="347833" y="421424"/>
                      <a:pt x="342881" y="418727"/>
                      <a:pt x="340480" y="414231"/>
                    </a:cubicBezTo>
                    <a:cubicBezTo>
                      <a:pt x="338079" y="409585"/>
                      <a:pt x="338679" y="404190"/>
                      <a:pt x="341981" y="399394"/>
                    </a:cubicBezTo>
                    <a:lnTo>
                      <a:pt x="367640" y="362976"/>
                    </a:lnTo>
                    <a:cubicBezTo>
                      <a:pt x="370792" y="358480"/>
                      <a:pt x="375443" y="355932"/>
                      <a:pt x="380395" y="355932"/>
                    </a:cubicBezTo>
                    <a:close/>
                    <a:moveTo>
                      <a:pt x="262745" y="355932"/>
                    </a:moveTo>
                    <a:cubicBezTo>
                      <a:pt x="267845" y="355932"/>
                      <a:pt x="272495" y="358480"/>
                      <a:pt x="275645" y="362975"/>
                    </a:cubicBezTo>
                    <a:lnTo>
                      <a:pt x="301145" y="399390"/>
                    </a:lnTo>
                    <a:cubicBezTo>
                      <a:pt x="304595" y="404186"/>
                      <a:pt x="305195" y="409580"/>
                      <a:pt x="302795" y="414226"/>
                    </a:cubicBezTo>
                    <a:cubicBezTo>
                      <a:pt x="300395" y="418722"/>
                      <a:pt x="295445" y="421419"/>
                      <a:pt x="289595" y="421419"/>
                    </a:cubicBezTo>
                    <a:lnTo>
                      <a:pt x="284195" y="421419"/>
                    </a:lnTo>
                    <a:lnTo>
                      <a:pt x="284195" y="585061"/>
                    </a:lnTo>
                    <a:cubicBezTo>
                      <a:pt x="284195" y="594951"/>
                      <a:pt x="277445" y="603193"/>
                      <a:pt x="267545" y="603193"/>
                    </a:cubicBezTo>
                    <a:lnTo>
                      <a:pt x="258096" y="603193"/>
                    </a:lnTo>
                    <a:cubicBezTo>
                      <a:pt x="248196" y="603193"/>
                      <a:pt x="240096" y="594951"/>
                      <a:pt x="240096" y="585061"/>
                    </a:cubicBezTo>
                    <a:lnTo>
                      <a:pt x="240096" y="421419"/>
                    </a:lnTo>
                    <a:lnTo>
                      <a:pt x="236046" y="421419"/>
                    </a:lnTo>
                    <a:cubicBezTo>
                      <a:pt x="230196" y="421419"/>
                      <a:pt x="225246" y="418722"/>
                      <a:pt x="222846" y="414226"/>
                    </a:cubicBezTo>
                    <a:cubicBezTo>
                      <a:pt x="220446" y="409580"/>
                      <a:pt x="221046" y="404186"/>
                      <a:pt x="224346" y="399390"/>
                    </a:cubicBezTo>
                    <a:lnTo>
                      <a:pt x="249996" y="362975"/>
                    </a:lnTo>
                    <a:cubicBezTo>
                      <a:pt x="253146" y="358480"/>
                      <a:pt x="257796" y="355932"/>
                      <a:pt x="262745" y="355932"/>
                    </a:cubicBezTo>
                    <a:close/>
                    <a:moveTo>
                      <a:pt x="145249" y="355932"/>
                    </a:moveTo>
                    <a:cubicBezTo>
                      <a:pt x="150200" y="355932"/>
                      <a:pt x="154852" y="358480"/>
                      <a:pt x="158003" y="362976"/>
                    </a:cubicBezTo>
                    <a:lnTo>
                      <a:pt x="183512" y="399394"/>
                    </a:lnTo>
                    <a:cubicBezTo>
                      <a:pt x="186963" y="404190"/>
                      <a:pt x="187563" y="409585"/>
                      <a:pt x="185162" y="414231"/>
                    </a:cubicBezTo>
                    <a:cubicBezTo>
                      <a:pt x="182761" y="418727"/>
                      <a:pt x="177810" y="421424"/>
                      <a:pt x="171958" y="421424"/>
                    </a:cubicBezTo>
                    <a:lnTo>
                      <a:pt x="168056" y="421424"/>
                    </a:lnTo>
                    <a:lnTo>
                      <a:pt x="168056" y="490663"/>
                    </a:lnTo>
                    <a:cubicBezTo>
                      <a:pt x="168056" y="494710"/>
                      <a:pt x="168056" y="499805"/>
                      <a:pt x="167906" y="501304"/>
                    </a:cubicBezTo>
                    <a:cubicBezTo>
                      <a:pt x="167906" y="504001"/>
                      <a:pt x="166256" y="513293"/>
                      <a:pt x="149750" y="513293"/>
                    </a:cubicBezTo>
                    <a:lnTo>
                      <a:pt x="19206" y="513293"/>
                    </a:lnTo>
                    <a:cubicBezTo>
                      <a:pt x="9303" y="513293"/>
                      <a:pt x="0" y="504901"/>
                      <a:pt x="0" y="495009"/>
                    </a:cubicBezTo>
                    <a:lnTo>
                      <a:pt x="0" y="485568"/>
                    </a:lnTo>
                    <a:cubicBezTo>
                      <a:pt x="0" y="475676"/>
                      <a:pt x="9303" y="467284"/>
                      <a:pt x="19206" y="467284"/>
                    </a:cubicBezTo>
                    <a:lnTo>
                      <a:pt x="122141" y="467284"/>
                    </a:lnTo>
                    <a:lnTo>
                      <a:pt x="122141" y="421424"/>
                    </a:lnTo>
                    <a:lnTo>
                      <a:pt x="118390" y="421424"/>
                    </a:lnTo>
                    <a:cubicBezTo>
                      <a:pt x="112538" y="421424"/>
                      <a:pt x="107586" y="418727"/>
                      <a:pt x="105185" y="414231"/>
                    </a:cubicBezTo>
                    <a:cubicBezTo>
                      <a:pt x="102785" y="409585"/>
                      <a:pt x="103385" y="404190"/>
                      <a:pt x="106836" y="399394"/>
                    </a:cubicBezTo>
                    <a:lnTo>
                      <a:pt x="132344" y="362976"/>
                    </a:lnTo>
                    <a:cubicBezTo>
                      <a:pt x="135496" y="358480"/>
                      <a:pt x="140147" y="355932"/>
                      <a:pt x="145249" y="355932"/>
                    </a:cubicBezTo>
                    <a:close/>
                    <a:moveTo>
                      <a:pt x="336277" y="0"/>
                    </a:moveTo>
                    <a:cubicBezTo>
                      <a:pt x="412810" y="0"/>
                      <a:pt x="475087" y="62167"/>
                      <a:pt x="475087" y="138566"/>
                    </a:cubicBezTo>
                    <a:cubicBezTo>
                      <a:pt x="475087" y="145457"/>
                      <a:pt x="474637" y="152348"/>
                      <a:pt x="473586" y="159089"/>
                    </a:cubicBezTo>
                    <a:cubicBezTo>
                      <a:pt x="499097" y="175717"/>
                      <a:pt x="514704" y="204179"/>
                      <a:pt x="514704" y="234888"/>
                    </a:cubicBezTo>
                    <a:cubicBezTo>
                      <a:pt x="514704" y="284772"/>
                      <a:pt x="474037" y="325518"/>
                      <a:pt x="423915" y="325518"/>
                    </a:cubicBezTo>
                    <a:lnTo>
                      <a:pt x="101577" y="325518"/>
                    </a:lnTo>
                    <a:cubicBezTo>
                      <a:pt x="51605" y="325518"/>
                      <a:pt x="10938" y="284772"/>
                      <a:pt x="10938" y="234888"/>
                    </a:cubicBezTo>
                    <a:cubicBezTo>
                      <a:pt x="10938" y="201632"/>
                      <a:pt x="29546" y="170923"/>
                      <a:pt x="58658" y="155344"/>
                    </a:cubicBezTo>
                    <a:cubicBezTo>
                      <a:pt x="65261" y="102014"/>
                      <a:pt x="111031" y="61119"/>
                      <a:pt x="165204" y="61119"/>
                    </a:cubicBezTo>
                    <a:cubicBezTo>
                      <a:pt x="182311" y="61119"/>
                      <a:pt x="198969" y="65163"/>
                      <a:pt x="214125" y="72953"/>
                    </a:cubicBezTo>
                    <a:cubicBezTo>
                      <a:pt x="238135" y="28312"/>
                      <a:pt x="284955" y="0"/>
                      <a:pt x="336277" y="0"/>
                    </a:cubicBezTo>
                    <a:close/>
                  </a:path>
                </a:pathLst>
              </a:custGeom>
              <a:solidFill>
                <a:srgbClr val="992677"/>
              </a:solidFill>
              <a:ln w="28575" cap="flat" cmpd="sng" algn="ctr">
                <a:noFill/>
                <a:prstDash val="solid"/>
                <a:round/>
                <a:headEnd type="none" w="med" len="med"/>
                <a:tailEnd type="none" w="med" len="med"/>
              </a:ln>
              <a:effectLst>
                <a:glow rad="38100">
                  <a:schemeClr val="bg1"/>
                </a:glow>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spcBef>
                    <a:spcPts val="0"/>
                  </a:spcBef>
                  <a:spcAft>
                    <a:spcPts val="0"/>
                  </a:spcAft>
                  <a:buClrTx/>
                  <a:buSzTx/>
                  <a:buFontTx/>
                  <a:buNone/>
                  <a:tabLst/>
                  <a:defRPr/>
                </a:pPr>
                <a:endParaRPr kumimoji="0" lang="zh-CN" altLang="en-US" sz="1400" b="0" i="0" u="none" strike="noStrike" kern="1200" cap="none" spc="130" normalizeH="0" baseline="0" noProof="0">
                  <a:ln>
                    <a:noFill/>
                  </a:ln>
                  <a:solidFill>
                    <a:srgbClr val="992677"/>
                  </a:solidFill>
                  <a:effectLst/>
                  <a:uLnTx/>
                  <a:uFillTx/>
                  <a:cs typeface="+mn-ea"/>
                  <a:sym typeface="+mn-lt"/>
                </a:endParaRPr>
              </a:p>
            </p:txBody>
          </p:sp>
        </p:grpSp>
        <p:sp>
          <p:nvSpPr>
            <p:cNvPr id="527" name="PA-椭圆 69">
              <a:extLst>
                <a:ext uri="{FF2B5EF4-FFF2-40B4-BE49-F238E27FC236}">
                  <a16:creationId xmlns:a16="http://schemas.microsoft.com/office/drawing/2014/main" id="{57B6CF87-2B98-4395-9E2C-B6FC08D7893B}"/>
                </a:ext>
              </a:extLst>
            </p:cNvPr>
            <p:cNvSpPr>
              <a:spLocks noChangeArrowheads="1"/>
            </p:cNvSpPr>
            <p:nvPr/>
          </p:nvSpPr>
          <p:spPr bwMode="auto">
            <a:xfrm>
              <a:off x="3168708" y="1939574"/>
              <a:ext cx="139295" cy="139669"/>
            </a:xfrm>
            <a:prstGeom prst="ellipse">
              <a:avLst/>
            </a:pr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dirty="0">
                <a:ln>
                  <a:noFill/>
                </a:ln>
                <a:solidFill>
                  <a:prstClr val="black"/>
                </a:solidFill>
                <a:effectLst/>
                <a:uLnTx/>
                <a:uFillTx/>
                <a:cs typeface="+mn-ea"/>
                <a:sym typeface="+mn-lt"/>
              </a:endParaRPr>
            </a:p>
          </p:txBody>
        </p:sp>
        <p:sp>
          <p:nvSpPr>
            <p:cNvPr id="528" name="PA-任意多边形 71">
              <a:extLst>
                <a:ext uri="{FF2B5EF4-FFF2-40B4-BE49-F238E27FC236}">
                  <a16:creationId xmlns:a16="http://schemas.microsoft.com/office/drawing/2014/main" id="{D8725435-87E3-4C62-B007-6C32534D6BA8}"/>
                </a:ext>
              </a:extLst>
            </p:cNvPr>
            <p:cNvSpPr>
              <a:spLocks/>
            </p:cNvSpPr>
            <p:nvPr/>
          </p:nvSpPr>
          <p:spPr bwMode="auto">
            <a:xfrm>
              <a:off x="3099059" y="1870849"/>
              <a:ext cx="278589" cy="278229"/>
            </a:xfrm>
            <a:custGeom>
              <a:avLst/>
              <a:gdLst>
                <a:gd name="T0" fmla="*/ 133 w 140"/>
                <a:gd name="T1" fmla="*/ 70 h 140"/>
                <a:gd name="T2" fmla="*/ 126 w 140"/>
                <a:gd name="T3" fmla="*/ 70 h 140"/>
                <a:gd name="T4" fmla="*/ 110 w 140"/>
                <a:gd name="T5" fmla="*/ 110 h 140"/>
                <a:gd name="T6" fmla="*/ 70 w 140"/>
                <a:gd name="T7" fmla="*/ 126 h 140"/>
                <a:gd name="T8" fmla="*/ 30 w 140"/>
                <a:gd name="T9" fmla="*/ 110 h 140"/>
                <a:gd name="T10" fmla="*/ 14 w 140"/>
                <a:gd name="T11" fmla="*/ 70 h 140"/>
                <a:gd name="T12" fmla="*/ 30 w 140"/>
                <a:gd name="T13" fmla="*/ 30 h 140"/>
                <a:gd name="T14" fmla="*/ 70 w 140"/>
                <a:gd name="T15" fmla="*/ 14 h 140"/>
                <a:gd name="T16" fmla="*/ 110 w 140"/>
                <a:gd name="T17" fmla="*/ 30 h 140"/>
                <a:gd name="T18" fmla="*/ 126 w 140"/>
                <a:gd name="T19" fmla="*/ 70 h 140"/>
                <a:gd name="T20" fmla="*/ 133 w 140"/>
                <a:gd name="T21" fmla="*/ 70 h 140"/>
                <a:gd name="T22" fmla="*/ 140 w 140"/>
                <a:gd name="T23" fmla="*/ 70 h 140"/>
                <a:gd name="T24" fmla="*/ 70 w 140"/>
                <a:gd name="T25" fmla="*/ 0 h 140"/>
                <a:gd name="T26" fmla="*/ 0 w 140"/>
                <a:gd name="T27" fmla="*/ 70 h 140"/>
                <a:gd name="T28" fmla="*/ 70 w 140"/>
                <a:gd name="T29" fmla="*/ 140 h 140"/>
                <a:gd name="T30" fmla="*/ 140 w 140"/>
                <a:gd name="T31" fmla="*/ 70 h 140"/>
                <a:gd name="T32" fmla="*/ 133 w 140"/>
                <a:gd name="T33" fmla="*/ 7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0" h="140">
                  <a:moveTo>
                    <a:pt x="133" y="70"/>
                  </a:moveTo>
                  <a:cubicBezTo>
                    <a:pt x="126" y="70"/>
                    <a:pt x="126" y="70"/>
                    <a:pt x="126" y="70"/>
                  </a:cubicBezTo>
                  <a:cubicBezTo>
                    <a:pt x="126" y="85"/>
                    <a:pt x="120" y="100"/>
                    <a:pt x="110" y="110"/>
                  </a:cubicBezTo>
                  <a:cubicBezTo>
                    <a:pt x="100" y="120"/>
                    <a:pt x="85" y="126"/>
                    <a:pt x="70" y="126"/>
                  </a:cubicBezTo>
                  <a:cubicBezTo>
                    <a:pt x="54" y="126"/>
                    <a:pt x="40" y="120"/>
                    <a:pt x="30" y="110"/>
                  </a:cubicBezTo>
                  <a:cubicBezTo>
                    <a:pt x="20" y="100"/>
                    <a:pt x="14" y="85"/>
                    <a:pt x="14" y="70"/>
                  </a:cubicBezTo>
                  <a:cubicBezTo>
                    <a:pt x="14" y="54"/>
                    <a:pt x="20" y="40"/>
                    <a:pt x="30" y="30"/>
                  </a:cubicBezTo>
                  <a:cubicBezTo>
                    <a:pt x="40" y="20"/>
                    <a:pt x="54" y="14"/>
                    <a:pt x="70" y="14"/>
                  </a:cubicBezTo>
                  <a:cubicBezTo>
                    <a:pt x="85" y="14"/>
                    <a:pt x="100" y="20"/>
                    <a:pt x="110" y="30"/>
                  </a:cubicBezTo>
                  <a:cubicBezTo>
                    <a:pt x="120" y="40"/>
                    <a:pt x="126" y="54"/>
                    <a:pt x="126" y="70"/>
                  </a:cubicBezTo>
                  <a:cubicBezTo>
                    <a:pt x="133" y="70"/>
                    <a:pt x="133" y="70"/>
                    <a:pt x="133" y="70"/>
                  </a:cubicBezTo>
                  <a:cubicBezTo>
                    <a:pt x="140" y="70"/>
                    <a:pt x="140" y="70"/>
                    <a:pt x="140" y="70"/>
                  </a:cubicBezTo>
                  <a:cubicBezTo>
                    <a:pt x="140" y="31"/>
                    <a:pt x="108" y="0"/>
                    <a:pt x="70" y="0"/>
                  </a:cubicBezTo>
                  <a:cubicBezTo>
                    <a:pt x="31" y="0"/>
                    <a:pt x="0" y="31"/>
                    <a:pt x="0" y="70"/>
                  </a:cubicBezTo>
                  <a:cubicBezTo>
                    <a:pt x="0" y="108"/>
                    <a:pt x="31" y="140"/>
                    <a:pt x="70" y="140"/>
                  </a:cubicBezTo>
                  <a:cubicBezTo>
                    <a:pt x="108" y="140"/>
                    <a:pt x="140" y="108"/>
                    <a:pt x="140" y="70"/>
                  </a:cubicBezTo>
                  <a:lnTo>
                    <a:pt x="133" y="7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29" name="PA-任意多边形 74">
              <a:extLst>
                <a:ext uri="{FF2B5EF4-FFF2-40B4-BE49-F238E27FC236}">
                  <a16:creationId xmlns:a16="http://schemas.microsoft.com/office/drawing/2014/main" id="{651CAA98-7A31-4EAA-A358-EEC4302B715C}"/>
                </a:ext>
              </a:extLst>
            </p:cNvPr>
            <p:cNvSpPr>
              <a:spLocks/>
            </p:cNvSpPr>
            <p:nvPr/>
          </p:nvSpPr>
          <p:spPr bwMode="auto">
            <a:xfrm>
              <a:off x="3045995" y="1816533"/>
              <a:ext cx="384718" cy="385752"/>
            </a:xfrm>
            <a:custGeom>
              <a:avLst/>
              <a:gdLst>
                <a:gd name="T0" fmla="*/ 192 w 194"/>
                <a:gd name="T1" fmla="*/ 97 h 194"/>
                <a:gd name="T2" fmla="*/ 190 w 194"/>
                <a:gd name="T3" fmla="*/ 97 h 194"/>
                <a:gd name="T4" fmla="*/ 163 w 194"/>
                <a:gd name="T5" fmla="*/ 163 h 194"/>
                <a:gd name="T6" fmla="*/ 97 w 194"/>
                <a:gd name="T7" fmla="*/ 190 h 194"/>
                <a:gd name="T8" fmla="*/ 31 w 194"/>
                <a:gd name="T9" fmla="*/ 163 h 194"/>
                <a:gd name="T10" fmla="*/ 4 w 194"/>
                <a:gd name="T11" fmla="*/ 97 h 194"/>
                <a:gd name="T12" fmla="*/ 31 w 194"/>
                <a:gd name="T13" fmla="*/ 31 h 194"/>
                <a:gd name="T14" fmla="*/ 97 w 194"/>
                <a:gd name="T15" fmla="*/ 4 h 194"/>
                <a:gd name="T16" fmla="*/ 163 w 194"/>
                <a:gd name="T17" fmla="*/ 31 h 194"/>
                <a:gd name="T18" fmla="*/ 190 w 194"/>
                <a:gd name="T19" fmla="*/ 97 h 194"/>
                <a:gd name="T20" fmla="*/ 192 w 194"/>
                <a:gd name="T21" fmla="*/ 97 h 194"/>
                <a:gd name="T22" fmla="*/ 194 w 194"/>
                <a:gd name="T23" fmla="*/ 97 h 194"/>
                <a:gd name="T24" fmla="*/ 97 w 194"/>
                <a:gd name="T25" fmla="*/ 0 h 194"/>
                <a:gd name="T26" fmla="*/ 0 w 194"/>
                <a:gd name="T27" fmla="*/ 97 h 194"/>
                <a:gd name="T28" fmla="*/ 97 w 194"/>
                <a:gd name="T29" fmla="*/ 194 h 194"/>
                <a:gd name="T30" fmla="*/ 194 w 194"/>
                <a:gd name="T31" fmla="*/ 97 h 194"/>
                <a:gd name="T32" fmla="*/ 192 w 194"/>
                <a:gd name="T33" fmla="*/ 97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4" h="194">
                  <a:moveTo>
                    <a:pt x="192" y="97"/>
                  </a:moveTo>
                  <a:cubicBezTo>
                    <a:pt x="190" y="97"/>
                    <a:pt x="190" y="97"/>
                    <a:pt x="190" y="97"/>
                  </a:cubicBezTo>
                  <a:cubicBezTo>
                    <a:pt x="190" y="123"/>
                    <a:pt x="180" y="146"/>
                    <a:pt x="163" y="163"/>
                  </a:cubicBezTo>
                  <a:cubicBezTo>
                    <a:pt x="146" y="180"/>
                    <a:pt x="123" y="190"/>
                    <a:pt x="97" y="190"/>
                  </a:cubicBezTo>
                  <a:cubicBezTo>
                    <a:pt x="71" y="190"/>
                    <a:pt x="48" y="180"/>
                    <a:pt x="31" y="163"/>
                  </a:cubicBezTo>
                  <a:cubicBezTo>
                    <a:pt x="14" y="146"/>
                    <a:pt x="4" y="123"/>
                    <a:pt x="4" y="97"/>
                  </a:cubicBezTo>
                  <a:cubicBezTo>
                    <a:pt x="4" y="71"/>
                    <a:pt x="14" y="48"/>
                    <a:pt x="31" y="31"/>
                  </a:cubicBezTo>
                  <a:cubicBezTo>
                    <a:pt x="48" y="14"/>
                    <a:pt x="71" y="4"/>
                    <a:pt x="97" y="4"/>
                  </a:cubicBezTo>
                  <a:cubicBezTo>
                    <a:pt x="123" y="4"/>
                    <a:pt x="146" y="14"/>
                    <a:pt x="163" y="31"/>
                  </a:cubicBezTo>
                  <a:cubicBezTo>
                    <a:pt x="180" y="48"/>
                    <a:pt x="190" y="71"/>
                    <a:pt x="190" y="97"/>
                  </a:cubicBezTo>
                  <a:cubicBezTo>
                    <a:pt x="192" y="97"/>
                    <a:pt x="192" y="97"/>
                    <a:pt x="192" y="97"/>
                  </a:cubicBezTo>
                  <a:cubicBezTo>
                    <a:pt x="194" y="97"/>
                    <a:pt x="194" y="97"/>
                    <a:pt x="194" y="97"/>
                  </a:cubicBezTo>
                  <a:cubicBezTo>
                    <a:pt x="194" y="43"/>
                    <a:pt x="150" y="0"/>
                    <a:pt x="97" y="0"/>
                  </a:cubicBezTo>
                  <a:cubicBezTo>
                    <a:pt x="43" y="0"/>
                    <a:pt x="0" y="43"/>
                    <a:pt x="0" y="97"/>
                  </a:cubicBezTo>
                  <a:cubicBezTo>
                    <a:pt x="0" y="150"/>
                    <a:pt x="43" y="194"/>
                    <a:pt x="97" y="194"/>
                  </a:cubicBezTo>
                  <a:cubicBezTo>
                    <a:pt x="150" y="194"/>
                    <a:pt x="194" y="150"/>
                    <a:pt x="194" y="97"/>
                  </a:cubicBezTo>
                  <a:lnTo>
                    <a:pt x="192" y="9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grpSp>
          <p:nvGrpSpPr>
            <p:cNvPr id="530" name="PA-组合 5">
              <a:extLst>
                <a:ext uri="{FF2B5EF4-FFF2-40B4-BE49-F238E27FC236}">
                  <a16:creationId xmlns:a16="http://schemas.microsoft.com/office/drawing/2014/main" id="{86F20D55-DB9C-4ADE-A032-4B86E3941699}"/>
                </a:ext>
              </a:extLst>
            </p:cNvPr>
            <p:cNvGrpSpPr/>
            <p:nvPr/>
          </p:nvGrpSpPr>
          <p:grpSpPr>
            <a:xfrm>
              <a:off x="3223456" y="1451765"/>
              <a:ext cx="440552" cy="432385"/>
              <a:chOff x="1608200" y="1549938"/>
              <a:chExt cx="632627" cy="619236"/>
            </a:xfrm>
          </p:grpSpPr>
          <p:sp>
            <p:nvSpPr>
              <p:cNvPr id="546" name="PA-椭圆 70">
                <a:extLst>
                  <a:ext uri="{FF2B5EF4-FFF2-40B4-BE49-F238E27FC236}">
                    <a16:creationId xmlns:a16="http://schemas.microsoft.com/office/drawing/2014/main" id="{F057C388-FF3F-4A4C-BD30-468D8877A2E4}"/>
                  </a:ext>
                </a:extLst>
              </p:cNvPr>
              <p:cNvSpPr>
                <a:spLocks noChangeArrowheads="1"/>
              </p:cNvSpPr>
              <p:nvPr/>
            </p:nvSpPr>
            <p:spPr bwMode="auto">
              <a:xfrm>
                <a:off x="2088427" y="1549938"/>
                <a:ext cx="152400" cy="153988"/>
              </a:xfrm>
              <a:prstGeom prst="ellipse">
                <a:avLst/>
              </a:pr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47" name="PA-矩形 72">
                <a:extLst>
                  <a:ext uri="{FF2B5EF4-FFF2-40B4-BE49-F238E27FC236}">
                    <a16:creationId xmlns:a16="http://schemas.microsoft.com/office/drawing/2014/main" id="{D57386B4-B3A4-40B5-A840-7BAD1FB2D26B}"/>
                  </a:ext>
                </a:extLst>
              </p:cNvPr>
              <p:cNvSpPr>
                <a:spLocks noChangeArrowheads="1"/>
              </p:cNvSpPr>
              <p:nvPr/>
            </p:nvSpPr>
            <p:spPr bwMode="auto">
              <a:xfrm>
                <a:off x="1608962" y="1648474"/>
                <a:ext cx="41275" cy="520700"/>
              </a:xfrm>
              <a:prstGeom prst="rect">
                <a:avLst/>
              </a:prstGeom>
              <a:solidFill>
                <a:srgbClr val="E2383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48" name="PA-任意多边形 73">
                <a:extLst>
                  <a:ext uri="{FF2B5EF4-FFF2-40B4-BE49-F238E27FC236}">
                    <a16:creationId xmlns:a16="http://schemas.microsoft.com/office/drawing/2014/main" id="{CB14B3E3-9828-4CC5-BD8E-08013A83D121}"/>
                  </a:ext>
                </a:extLst>
              </p:cNvPr>
              <p:cNvSpPr>
                <a:spLocks/>
              </p:cNvSpPr>
              <p:nvPr/>
            </p:nvSpPr>
            <p:spPr bwMode="auto">
              <a:xfrm>
                <a:off x="1608200" y="1641598"/>
                <a:ext cx="41275" cy="520700"/>
              </a:xfrm>
              <a:custGeom>
                <a:avLst/>
                <a:gdLst>
                  <a:gd name="T0" fmla="*/ 26 w 26"/>
                  <a:gd name="T1" fmla="*/ 328 h 328"/>
                  <a:gd name="T2" fmla="*/ 26 w 26"/>
                  <a:gd name="T3" fmla="*/ 0 h 328"/>
                  <a:gd name="T4" fmla="*/ 0 w 26"/>
                  <a:gd name="T5" fmla="*/ 0 h 328"/>
                  <a:gd name="T6" fmla="*/ 0 w 26"/>
                  <a:gd name="T7" fmla="*/ 328 h 328"/>
                </a:gdLst>
                <a:ahLst/>
                <a:cxnLst>
                  <a:cxn ang="0">
                    <a:pos x="T0" y="T1"/>
                  </a:cxn>
                  <a:cxn ang="0">
                    <a:pos x="T2" y="T3"/>
                  </a:cxn>
                  <a:cxn ang="0">
                    <a:pos x="T4" y="T5"/>
                  </a:cxn>
                  <a:cxn ang="0">
                    <a:pos x="T6" y="T7"/>
                  </a:cxn>
                </a:cxnLst>
                <a:rect l="0" t="0" r="r" b="b"/>
                <a:pathLst>
                  <a:path w="26" h="328">
                    <a:moveTo>
                      <a:pt x="26" y="328"/>
                    </a:moveTo>
                    <a:lnTo>
                      <a:pt x="26" y="0"/>
                    </a:lnTo>
                    <a:lnTo>
                      <a:pt x="0" y="0"/>
                    </a:lnTo>
                    <a:lnTo>
                      <a:pt x="0" y="328"/>
                    </a:lnTo>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49" name="PA-任意多边形 73">
                <a:extLst>
                  <a:ext uri="{FF2B5EF4-FFF2-40B4-BE49-F238E27FC236}">
                    <a16:creationId xmlns:a16="http://schemas.microsoft.com/office/drawing/2014/main" id="{BDE7E601-DF37-4F0D-89F7-B316605A1679}"/>
                  </a:ext>
                </a:extLst>
              </p:cNvPr>
              <p:cNvSpPr>
                <a:spLocks/>
              </p:cNvSpPr>
              <p:nvPr/>
            </p:nvSpPr>
            <p:spPr bwMode="auto">
              <a:xfrm rot="16200000">
                <a:off x="1847913" y="1366582"/>
                <a:ext cx="41275" cy="520700"/>
              </a:xfrm>
              <a:custGeom>
                <a:avLst/>
                <a:gdLst>
                  <a:gd name="T0" fmla="*/ 26 w 26"/>
                  <a:gd name="T1" fmla="*/ 328 h 328"/>
                  <a:gd name="T2" fmla="*/ 26 w 26"/>
                  <a:gd name="T3" fmla="*/ 0 h 328"/>
                  <a:gd name="T4" fmla="*/ 0 w 26"/>
                  <a:gd name="T5" fmla="*/ 0 h 328"/>
                  <a:gd name="T6" fmla="*/ 0 w 26"/>
                  <a:gd name="T7" fmla="*/ 328 h 328"/>
                </a:gdLst>
                <a:ahLst/>
                <a:cxnLst>
                  <a:cxn ang="0">
                    <a:pos x="T0" y="T1"/>
                  </a:cxn>
                  <a:cxn ang="0">
                    <a:pos x="T2" y="T3"/>
                  </a:cxn>
                  <a:cxn ang="0">
                    <a:pos x="T4" y="T5"/>
                  </a:cxn>
                  <a:cxn ang="0">
                    <a:pos x="T6" y="T7"/>
                  </a:cxn>
                </a:cxnLst>
                <a:rect l="0" t="0" r="r" b="b"/>
                <a:pathLst>
                  <a:path w="26" h="328">
                    <a:moveTo>
                      <a:pt x="26" y="328"/>
                    </a:moveTo>
                    <a:lnTo>
                      <a:pt x="26" y="0"/>
                    </a:lnTo>
                    <a:lnTo>
                      <a:pt x="0" y="0"/>
                    </a:lnTo>
                    <a:lnTo>
                      <a:pt x="0" y="328"/>
                    </a:lnTo>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dirty="0">
                  <a:ln>
                    <a:noFill/>
                  </a:ln>
                  <a:solidFill>
                    <a:prstClr val="black"/>
                  </a:solidFill>
                  <a:effectLst/>
                  <a:uLnTx/>
                  <a:uFillTx/>
                  <a:cs typeface="+mn-ea"/>
                  <a:sym typeface="+mn-lt"/>
                </a:endParaRPr>
              </a:p>
            </p:txBody>
          </p:sp>
        </p:grpSp>
        <p:sp>
          <p:nvSpPr>
            <p:cNvPr id="531" name="PA-椭圆 14">
              <a:extLst>
                <a:ext uri="{FF2B5EF4-FFF2-40B4-BE49-F238E27FC236}">
                  <a16:creationId xmlns:a16="http://schemas.microsoft.com/office/drawing/2014/main" id="{7900AD6D-EE97-43C1-B07F-648283998038}"/>
                </a:ext>
              </a:extLst>
            </p:cNvPr>
            <p:cNvSpPr>
              <a:spLocks noChangeArrowheads="1"/>
            </p:cNvSpPr>
            <p:nvPr/>
          </p:nvSpPr>
          <p:spPr bwMode="auto">
            <a:xfrm>
              <a:off x="7000758" y="1939574"/>
              <a:ext cx="139295" cy="139669"/>
            </a:xfrm>
            <a:prstGeom prst="ellipse">
              <a:avLst/>
            </a:pr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endParaRPr lang="zh-CN" altLang="en-US" sz="1350" spc="130">
                <a:solidFill>
                  <a:prstClr val="black"/>
                </a:solidFill>
                <a:cs typeface="+mn-ea"/>
                <a:sym typeface="+mn-lt"/>
              </a:endParaRPr>
            </a:p>
          </p:txBody>
        </p:sp>
        <p:sp>
          <p:nvSpPr>
            <p:cNvPr id="532" name="PA-任意多边形 15">
              <a:extLst>
                <a:ext uri="{FF2B5EF4-FFF2-40B4-BE49-F238E27FC236}">
                  <a16:creationId xmlns:a16="http://schemas.microsoft.com/office/drawing/2014/main" id="{B46ED222-0AA4-439B-82E4-BB0A4964CA21}"/>
                </a:ext>
              </a:extLst>
            </p:cNvPr>
            <p:cNvSpPr>
              <a:spLocks/>
            </p:cNvSpPr>
            <p:nvPr/>
          </p:nvSpPr>
          <p:spPr bwMode="auto">
            <a:xfrm>
              <a:off x="6931111" y="1870849"/>
              <a:ext cx="276377" cy="278229"/>
            </a:xfrm>
            <a:custGeom>
              <a:avLst/>
              <a:gdLst>
                <a:gd name="T0" fmla="*/ 133 w 139"/>
                <a:gd name="T1" fmla="*/ 70 h 140"/>
                <a:gd name="T2" fmla="*/ 126 w 139"/>
                <a:gd name="T3" fmla="*/ 70 h 140"/>
                <a:gd name="T4" fmla="*/ 110 w 139"/>
                <a:gd name="T5" fmla="*/ 110 h 140"/>
                <a:gd name="T6" fmla="*/ 70 w 139"/>
                <a:gd name="T7" fmla="*/ 126 h 140"/>
                <a:gd name="T8" fmla="*/ 30 w 139"/>
                <a:gd name="T9" fmla="*/ 110 h 140"/>
                <a:gd name="T10" fmla="*/ 13 w 139"/>
                <a:gd name="T11" fmla="*/ 70 h 140"/>
                <a:gd name="T12" fmla="*/ 30 w 139"/>
                <a:gd name="T13" fmla="*/ 30 h 140"/>
                <a:gd name="T14" fmla="*/ 70 w 139"/>
                <a:gd name="T15" fmla="*/ 14 h 140"/>
                <a:gd name="T16" fmla="*/ 110 w 139"/>
                <a:gd name="T17" fmla="*/ 30 h 140"/>
                <a:gd name="T18" fmla="*/ 126 w 139"/>
                <a:gd name="T19" fmla="*/ 70 h 140"/>
                <a:gd name="T20" fmla="*/ 133 w 139"/>
                <a:gd name="T21" fmla="*/ 70 h 140"/>
                <a:gd name="T22" fmla="*/ 139 w 139"/>
                <a:gd name="T23" fmla="*/ 70 h 140"/>
                <a:gd name="T24" fmla="*/ 70 w 139"/>
                <a:gd name="T25" fmla="*/ 0 h 140"/>
                <a:gd name="T26" fmla="*/ 0 w 139"/>
                <a:gd name="T27" fmla="*/ 70 h 140"/>
                <a:gd name="T28" fmla="*/ 70 w 139"/>
                <a:gd name="T29" fmla="*/ 140 h 140"/>
                <a:gd name="T30" fmla="*/ 139 w 139"/>
                <a:gd name="T31" fmla="*/ 70 h 140"/>
                <a:gd name="T32" fmla="*/ 133 w 139"/>
                <a:gd name="T33" fmla="*/ 7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9" h="140">
                  <a:moveTo>
                    <a:pt x="133" y="70"/>
                  </a:moveTo>
                  <a:cubicBezTo>
                    <a:pt x="126" y="70"/>
                    <a:pt x="126" y="70"/>
                    <a:pt x="126" y="70"/>
                  </a:cubicBezTo>
                  <a:cubicBezTo>
                    <a:pt x="126" y="85"/>
                    <a:pt x="120" y="100"/>
                    <a:pt x="110" y="110"/>
                  </a:cubicBezTo>
                  <a:cubicBezTo>
                    <a:pt x="99" y="120"/>
                    <a:pt x="85" y="126"/>
                    <a:pt x="70" y="126"/>
                  </a:cubicBezTo>
                  <a:cubicBezTo>
                    <a:pt x="54" y="126"/>
                    <a:pt x="40" y="120"/>
                    <a:pt x="30" y="110"/>
                  </a:cubicBezTo>
                  <a:cubicBezTo>
                    <a:pt x="20" y="100"/>
                    <a:pt x="13" y="85"/>
                    <a:pt x="13" y="70"/>
                  </a:cubicBezTo>
                  <a:cubicBezTo>
                    <a:pt x="13" y="54"/>
                    <a:pt x="20" y="40"/>
                    <a:pt x="30" y="30"/>
                  </a:cubicBezTo>
                  <a:cubicBezTo>
                    <a:pt x="40" y="20"/>
                    <a:pt x="54" y="14"/>
                    <a:pt x="70" y="14"/>
                  </a:cubicBezTo>
                  <a:cubicBezTo>
                    <a:pt x="85" y="14"/>
                    <a:pt x="99" y="20"/>
                    <a:pt x="110" y="30"/>
                  </a:cubicBezTo>
                  <a:cubicBezTo>
                    <a:pt x="120" y="40"/>
                    <a:pt x="126" y="54"/>
                    <a:pt x="126" y="70"/>
                  </a:cubicBezTo>
                  <a:cubicBezTo>
                    <a:pt x="133" y="70"/>
                    <a:pt x="133" y="70"/>
                    <a:pt x="133" y="70"/>
                  </a:cubicBezTo>
                  <a:cubicBezTo>
                    <a:pt x="139" y="70"/>
                    <a:pt x="139" y="70"/>
                    <a:pt x="139" y="70"/>
                  </a:cubicBezTo>
                  <a:cubicBezTo>
                    <a:pt x="139" y="31"/>
                    <a:pt x="108" y="0"/>
                    <a:pt x="70" y="0"/>
                  </a:cubicBezTo>
                  <a:cubicBezTo>
                    <a:pt x="31" y="0"/>
                    <a:pt x="0" y="31"/>
                    <a:pt x="0" y="70"/>
                  </a:cubicBezTo>
                  <a:cubicBezTo>
                    <a:pt x="0" y="108"/>
                    <a:pt x="31" y="140"/>
                    <a:pt x="70" y="140"/>
                  </a:cubicBezTo>
                  <a:cubicBezTo>
                    <a:pt x="108" y="140"/>
                    <a:pt x="139" y="108"/>
                    <a:pt x="139" y="70"/>
                  </a:cubicBezTo>
                  <a:lnTo>
                    <a:pt x="133" y="7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endParaRPr lang="zh-CN" altLang="en-US" sz="1350" spc="130">
                <a:solidFill>
                  <a:prstClr val="black"/>
                </a:solidFill>
                <a:cs typeface="+mn-ea"/>
                <a:sym typeface="+mn-lt"/>
              </a:endParaRPr>
            </a:p>
          </p:txBody>
        </p:sp>
        <p:grpSp>
          <p:nvGrpSpPr>
            <p:cNvPr id="533" name="PA-组合 12">
              <a:extLst>
                <a:ext uri="{FF2B5EF4-FFF2-40B4-BE49-F238E27FC236}">
                  <a16:creationId xmlns:a16="http://schemas.microsoft.com/office/drawing/2014/main" id="{E0ACB52D-090E-492E-8A5B-5B6C3C9300D5}"/>
                </a:ext>
              </a:extLst>
            </p:cNvPr>
            <p:cNvGrpSpPr/>
            <p:nvPr/>
          </p:nvGrpSpPr>
          <p:grpSpPr>
            <a:xfrm>
              <a:off x="7050590" y="1484050"/>
              <a:ext cx="440552" cy="400100"/>
              <a:chOff x="1969606" y="1832967"/>
              <a:chExt cx="632627" cy="572999"/>
            </a:xfrm>
          </p:grpSpPr>
          <p:sp>
            <p:nvSpPr>
              <p:cNvPr id="543" name="PA-椭圆 70">
                <a:extLst>
                  <a:ext uri="{FF2B5EF4-FFF2-40B4-BE49-F238E27FC236}">
                    <a16:creationId xmlns:a16="http://schemas.microsoft.com/office/drawing/2014/main" id="{C4818F44-8A14-431B-9DDA-73E6F18469DA}"/>
                  </a:ext>
                </a:extLst>
              </p:cNvPr>
              <p:cNvSpPr>
                <a:spLocks noChangeArrowheads="1"/>
              </p:cNvSpPr>
              <p:nvPr/>
            </p:nvSpPr>
            <p:spPr bwMode="auto">
              <a:xfrm>
                <a:off x="2449833" y="1832967"/>
                <a:ext cx="152400" cy="153988"/>
              </a:xfrm>
              <a:prstGeom prst="ellipse">
                <a:avLst/>
              </a:pr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44" name="PA-任意多边形 73">
                <a:extLst>
                  <a:ext uri="{FF2B5EF4-FFF2-40B4-BE49-F238E27FC236}">
                    <a16:creationId xmlns:a16="http://schemas.microsoft.com/office/drawing/2014/main" id="{1482F2E0-DD4F-4741-B9FB-448CE3F9B999}"/>
                  </a:ext>
                </a:extLst>
              </p:cNvPr>
              <p:cNvSpPr>
                <a:spLocks/>
              </p:cNvSpPr>
              <p:nvPr/>
            </p:nvSpPr>
            <p:spPr bwMode="auto">
              <a:xfrm>
                <a:off x="1969606" y="1931503"/>
                <a:ext cx="50668" cy="474463"/>
              </a:xfrm>
              <a:custGeom>
                <a:avLst/>
                <a:gdLst>
                  <a:gd name="T0" fmla="*/ 26 w 26"/>
                  <a:gd name="T1" fmla="*/ 328 h 328"/>
                  <a:gd name="T2" fmla="*/ 26 w 26"/>
                  <a:gd name="T3" fmla="*/ 0 h 328"/>
                  <a:gd name="T4" fmla="*/ 0 w 26"/>
                  <a:gd name="T5" fmla="*/ 0 h 328"/>
                  <a:gd name="T6" fmla="*/ 0 w 26"/>
                  <a:gd name="T7" fmla="*/ 328 h 328"/>
                </a:gdLst>
                <a:ahLst/>
                <a:cxnLst>
                  <a:cxn ang="0">
                    <a:pos x="T0" y="T1"/>
                  </a:cxn>
                  <a:cxn ang="0">
                    <a:pos x="T2" y="T3"/>
                  </a:cxn>
                  <a:cxn ang="0">
                    <a:pos x="T4" y="T5"/>
                  </a:cxn>
                  <a:cxn ang="0">
                    <a:pos x="T6" y="T7"/>
                  </a:cxn>
                </a:cxnLst>
                <a:rect l="0" t="0" r="r" b="b"/>
                <a:pathLst>
                  <a:path w="26" h="328">
                    <a:moveTo>
                      <a:pt x="26" y="328"/>
                    </a:moveTo>
                    <a:lnTo>
                      <a:pt x="26" y="0"/>
                    </a:lnTo>
                    <a:lnTo>
                      <a:pt x="0" y="0"/>
                    </a:lnTo>
                    <a:lnTo>
                      <a:pt x="0" y="328"/>
                    </a:lnTo>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45" name="PA-任意多边形 73">
                <a:extLst>
                  <a:ext uri="{FF2B5EF4-FFF2-40B4-BE49-F238E27FC236}">
                    <a16:creationId xmlns:a16="http://schemas.microsoft.com/office/drawing/2014/main" id="{3B9DB0EE-BEFE-463D-A3E7-863B61124FC3}"/>
                  </a:ext>
                </a:extLst>
              </p:cNvPr>
              <p:cNvSpPr>
                <a:spLocks/>
              </p:cNvSpPr>
              <p:nvPr/>
            </p:nvSpPr>
            <p:spPr bwMode="auto">
              <a:xfrm rot="16200000">
                <a:off x="2209319" y="1649611"/>
                <a:ext cx="41275" cy="520700"/>
              </a:xfrm>
              <a:custGeom>
                <a:avLst/>
                <a:gdLst>
                  <a:gd name="T0" fmla="*/ 26 w 26"/>
                  <a:gd name="T1" fmla="*/ 328 h 328"/>
                  <a:gd name="T2" fmla="*/ 26 w 26"/>
                  <a:gd name="T3" fmla="*/ 0 h 328"/>
                  <a:gd name="T4" fmla="*/ 0 w 26"/>
                  <a:gd name="T5" fmla="*/ 0 h 328"/>
                  <a:gd name="T6" fmla="*/ 0 w 26"/>
                  <a:gd name="T7" fmla="*/ 328 h 328"/>
                </a:gdLst>
                <a:ahLst/>
                <a:cxnLst>
                  <a:cxn ang="0">
                    <a:pos x="T0" y="T1"/>
                  </a:cxn>
                  <a:cxn ang="0">
                    <a:pos x="T2" y="T3"/>
                  </a:cxn>
                  <a:cxn ang="0">
                    <a:pos x="T4" y="T5"/>
                  </a:cxn>
                  <a:cxn ang="0">
                    <a:pos x="T6" y="T7"/>
                  </a:cxn>
                </a:cxnLst>
                <a:rect l="0" t="0" r="r" b="b"/>
                <a:pathLst>
                  <a:path w="26" h="328">
                    <a:moveTo>
                      <a:pt x="26" y="328"/>
                    </a:moveTo>
                    <a:lnTo>
                      <a:pt x="26" y="0"/>
                    </a:lnTo>
                    <a:lnTo>
                      <a:pt x="0" y="0"/>
                    </a:lnTo>
                    <a:lnTo>
                      <a:pt x="0" y="328"/>
                    </a:lnTo>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dirty="0">
                  <a:ln>
                    <a:noFill/>
                  </a:ln>
                  <a:solidFill>
                    <a:prstClr val="black"/>
                  </a:solidFill>
                  <a:effectLst/>
                  <a:uLnTx/>
                  <a:uFillTx/>
                  <a:cs typeface="+mn-ea"/>
                  <a:sym typeface="+mn-lt"/>
                </a:endParaRPr>
              </a:p>
            </p:txBody>
          </p:sp>
        </p:grpSp>
        <p:sp>
          <p:nvSpPr>
            <p:cNvPr id="534" name="PA-椭圆 69">
              <a:extLst>
                <a:ext uri="{FF2B5EF4-FFF2-40B4-BE49-F238E27FC236}">
                  <a16:creationId xmlns:a16="http://schemas.microsoft.com/office/drawing/2014/main" id="{5CC770E7-B55F-4DDC-91A8-D64E3EADEF1C}"/>
                </a:ext>
              </a:extLst>
            </p:cNvPr>
            <p:cNvSpPr>
              <a:spLocks noChangeArrowheads="1"/>
            </p:cNvSpPr>
            <p:nvPr/>
          </p:nvSpPr>
          <p:spPr bwMode="auto">
            <a:xfrm>
              <a:off x="8222833" y="5899184"/>
              <a:ext cx="139295" cy="139669"/>
            </a:xfrm>
            <a:prstGeom prst="ellipse">
              <a:avLst/>
            </a:pr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dirty="0">
                <a:ln>
                  <a:noFill/>
                </a:ln>
                <a:solidFill>
                  <a:prstClr val="black"/>
                </a:solidFill>
                <a:effectLst/>
                <a:uLnTx/>
                <a:uFillTx/>
                <a:cs typeface="+mn-ea"/>
                <a:sym typeface="+mn-lt"/>
              </a:endParaRPr>
            </a:p>
          </p:txBody>
        </p:sp>
        <p:sp>
          <p:nvSpPr>
            <p:cNvPr id="535" name="PA-任意多边形 71">
              <a:extLst>
                <a:ext uri="{FF2B5EF4-FFF2-40B4-BE49-F238E27FC236}">
                  <a16:creationId xmlns:a16="http://schemas.microsoft.com/office/drawing/2014/main" id="{445FFB14-D1AC-4D19-BB0A-30A1A7E73D39}"/>
                </a:ext>
              </a:extLst>
            </p:cNvPr>
            <p:cNvSpPr>
              <a:spLocks/>
            </p:cNvSpPr>
            <p:nvPr/>
          </p:nvSpPr>
          <p:spPr bwMode="auto">
            <a:xfrm>
              <a:off x="8153184" y="5830459"/>
              <a:ext cx="278589" cy="278229"/>
            </a:xfrm>
            <a:custGeom>
              <a:avLst/>
              <a:gdLst>
                <a:gd name="T0" fmla="*/ 133 w 140"/>
                <a:gd name="T1" fmla="*/ 70 h 140"/>
                <a:gd name="T2" fmla="*/ 126 w 140"/>
                <a:gd name="T3" fmla="*/ 70 h 140"/>
                <a:gd name="T4" fmla="*/ 110 w 140"/>
                <a:gd name="T5" fmla="*/ 110 h 140"/>
                <a:gd name="T6" fmla="*/ 70 w 140"/>
                <a:gd name="T7" fmla="*/ 126 h 140"/>
                <a:gd name="T8" fmla="*/ 30 w 140"/>
                <a:gd name="T9" fmla="*/ 110 h 140"/>
                <a:gd name="T10" fmla="*/ 14 w 140"/>
                <a:gd name="T11" fmla="*/ 70 h 140"/>
                <a:gd name="T12" fmla="*/ 30 w 140"/>
                <a:gd name="T13" fmla="*/ 30 h 140"/>
                <a:gd name="T14" fmla="*/ 70 w 140"/>
                <a:gd name="T15" fmla="*/ 14 h 140"/>
                <a:gd name="T16" fmla="*/ 110 w 140"/>
                <a:gd name="T17" fmla="*/ 30 h 140"/>
                <a:gd name="T18" fmla="*/ 126 w 140"/>
                <a:gd name="T19" fmla="*/ 70 h 140"/>
                <a:gd name="T20" fmla="*/ 133 w 140"/>
                <a:gd name="T21" fmla="*/ 70 h 140"/>
                <a:gd name="T22" fmla="*/ 140 w 140"/>
                <a:gd name="T23" fmla="*/ 70 h 140"/>
                <a:gd name="T24" fmla="*/ 70 w 140"/>
                <a:gd name="T25" fmla="*/ 0 h 140"/>
                <a:gd name="T26" fmla="*/ 0 w 140"/>
                <a:gd name="T27" fmla="*/ 70 h 140"/>
                <a:gd name="T28" fmla="*/ 70 w 140"/>
                <a:gd name="T29" fmla="*/ 140 h 140"/>
                <a:gd name="T30" fmla="*/ 140 w 140"/>
                <a:gd name="T31" fmla="*/ 70 h 140"/>
                <a:gd name="T32" fmla="*/ 133 w 140"/>
                <a:gd name="T33" fmla="*/ 7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0" h="140">
                  <a:moveTo>
                    <a:pt x="133" y="70"/>
                  </a:moveTo>
                  <a:cubicBezTo>
                    <a:pt x="126" y="70"/>
                    <a:pt x="126" y="70"/>
                    <a:pt x="126" y="70"/>
                  </a:cubicBezTo>
                  <a:cubicBezTo>
                    <a:pt x="126" y="85"/>
                    <a:pt x="120" y="100"/>
                    <a:pt x="110" y="110"/>
                  </a:cubicBezTo>
                  <a:cubicBezTo>
                    <a:pt x="100" y="120"/>
                    <a:pt x="85" y="126"/>
                    <a:pt x="70" y="126"/>
                  </a:cubicBezTo>
                  <a:cubicBezTo>
                    <a:pt x="54" y="126"/>
                    <a:pt x="40" y="120"/>
                    <a:pt x="30" y="110"/>
                  </a:cubicBezTo>
                  <a:cubicBezTo>
                    <a:pt x="20" y="100"/>
                    <a:pt x="14" y="85"/>
                    <a:pt x="14" y="70"/>
                  </a:cubicBezTo>
                  <a:cubicBezTo>
                    <a:pt x="14" y="54"/>
                    <a:pt x="20" y="40"/>
                    <a:pt x="30" y="30"/>
                  </a:cubicBezTo>
                  <a:cubicBezTo>
                    <a:pt x="40" y="20"/>
                    <a:pt x="54" y="14"/>
                    <a:pt x="70" y="14"/>
                  </a:cubicBezTo>
                  <a:cubicBezTo>
                    <a:pt x="85" y="14"/>
                    <a:pt x="100" y="20"/>
                    <a:pt x="110" y="30"/>
                  </a:cubicBezTo>
                  <a:cubicBezTo>
                    <a:pt x="120" y="40"/>
                    <a:pt x="126" y="54"/>
                    <a:pt x="126" y="70"/>
                  </a:cubicBezTo>
                  <a:cubicBezTo>
                    <a:pt x="133" y="70"/>
                    <a:pt x="133" y="70"/>
                    <a:pt x="133" y="70"/>
                  </a:cubicBezTo>
                  <a:cubicBezTo>
                    <a:pt x="140" y="70"/>
                    <a:pt x="140" y="70"/>
                    <a:pt x="140" y="70"/>
                  </a:cubicBezTo>
                  <a:cubicBezTo>
                    <a:pt x="140" y="31"/>
                    <a:pt x="108" y="0"/>
                    <a:pt x="70" y="0"/>
                  </a:cubicBezTo>
                  <a:cubicBezTo>
                    <a:pt x="31" y="0"/>
                    <a:pt x="0" y="31"/>
                    <a:pt x="0" y="70"/>
                  </a:cubicBezTo>
                  <a:cubicBezTo>
                    <a:pt x="0" y="108"/>
                    <a:pt x="31" y="140"/>
                    <a:pt x="70" y="140"/>
                  </a:cubicBezTo>
                  <a:cubicBezTo>
                    <a:pt x="108" y="140"/>
                    <a:pt x="140" y="108"/>
                    <a:pt x="140" y="70"/>
                  </a:cubicBezTo>
                  <a:lnTo>
                    <a:pt x="133" y="7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36" name="PA-任意多边形 74">
              <a:extLst>
                <a:ext uri="{FF2B5EF4-FFF2-40B4-BE49-F238E27FC236}">
                  <a16:creationId xmlns:a16="http://schemas.microsoft.com/office/drawing/2014/main" id="{31DEE894-6054-4ADD-8E15-29EA95CC57B1}"/>
                </a:ext>
              </a:extLst>
            </p:cNvPr>
            <p:cNvSpPr>
              <a:spLocks/>
            </p:cNvSpPr>
            <p:nvPr/>
          </p:nvSpPr>
          <p:spPr bwMode="auto">
            <a:xfrm>
              <a:off x="8100120" y="5776143"/>
              <a:ext cx="384718" cy="385752"/>
            </a:xfrm>
            <a:custGeom>
              <a:avLst/>
              <a:gdLst>
                <a:gd name="T0" fmla="*/ 192 w 194"/>
                <a:gd name="T1" fmla="*/ 97 h 194"/>
                <a:gd name="T2" fmla="*/ 190 w 194"/>
                <a:gd name="T3" fmla="*/ 97 h 194"/>
                <a:gd name="T4" fmla="*/ 163 w 194"/>
                <a:gd name="T5" fmla="*/ 163 h 194"/>
                <a:gd name="T6" fmla="*/ 97 w 194"/>
                <a:gd name="T7" fmla="*/ 190 h 194"/>
                <a:gd name="T8" fmla="*/ 31 w 194"/>
                <a:gd name="T9" fmla="*/ 163 h 194"/>
                <a:gd name="T10" fmla="*/ 4 w 194"/>
                <a:gd name="T11" fmla="*/ 97 h 194"/>
                <a:gd name="T12" fmla="*/ 31 w 194"/>
                <a:gd name="T13" fmla="*/ 31 h 194"/>
                <a:gd name="T14" fmla="*/ 97 w 194"/>
                <a:gd name="T15" fmla="*/ 4 h 194"/>
                <a:gd name="T16" fmla="*/ 163 w 194"/>
                <a:gd name="T17" fmla="*/ 31 h 194"/>
                <a:gd name="T18" fmla="*/ 190 w 194"/>
                <a:gd name="T19" fmla="*/ 97 h 194"/>
                <a:gd name="T20" fmla="*/ 192 w 194"/>
                <a:gd name="T21" fmla="*/ 97 h 194"/>
                <a:gd name="T22" fmla="*/ 194 w 194"/>
                <a:gd name="T23" fmla="*/ 97 h 194"/>
                <a:gd name="T24" fmla="*/ 97 w 194"/>
                <a:gd name="T25" fmla="*/ 0 h 194"/>
                <a:gd name="T26" fmla="*/ 0 w 194"/>
                <a:gd name="T27" fmla="*/ 97 h 194"/>
                <a:gd name="T28" fmla="*/ 97 w 194"/>
                <a:gd name="T29" fmla="*/ 194 h 194"/>
                <a:gd name="T30" fmla="*/ 194 w 194"/>
                <a:gd name="T31" fmla="*/ 97 h 194"/>
                <a:gd name="T32" fmla="*/ 192 w 194"/>
                <a:gd name="T33" fmla="*/ 97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4" h="194">
                  <a:moveTo>
                    <a:pt x="192" y="97"/>
                  </a:moveTo>
                  <a:cubicBezTo>
                    <a:pt x="190" y="97"/>
                    <a:pt x="190" y="97"/>
                    <a:pt x="190" y="97"/>
                  </a:cubicBezTo>
                  <a:cubicBezTo>
                    <a:pt x="190" y="123"/>
                    <a:pt x="180" y="146"/>
                    <a:pt x="163" y="163"/>
                  </a:cubicBezTo>
                  <a:cubicBezTo>
                    <a:pt x="146" y="180"/>
                    <a:pt x="123" y="190"/>
                    <a:pt x="97" y="190"/>
                  </a:cubicBezTo>
                  <a:cubicBezTo>
                    <a:pt x="71" y="190"/>
                    <a:pt x="48" y="180"/>
                    <a:pt x="31" y="163"/>
                  </a:cubicBezTo>
                  <a:cubicBezTo>
                    <a:pt x="14" y="146"/>
                    <a:pt x="4" y="123"/>
                    <a:pt x="4" y="97"/>
                  </a:cubicBezTo>
                  <a:cubicBezTo>
                    <a:pt x="4" y="71"/>
                    <a:pt x="14" y="48"/>
                    <a:pt x="31" y="31"/>
                  </a:cubicBezTo>
                  <a:cubicBezTo>
                    <a:pt x="48" y="14"/>
                    <a:pt x="71" y="4"/>
                    <a:pt x="97" y="4"/>
                  </a:cubicBezTo>
                  <a:cubicBezTo>
                    <a:pt x="123" y="4"/>
                    <a:pt x="146" y="14"/>
                    <a:pt x="163" y="31"/>
                  </a:cubicBezTo>
                  <a:cubicBezTo>
                    <a:pt x="180" y="48"/>
                    <a:pt x="190" y="71"/>
                    <a:pt x="190" y="97"/>
                  </a:cubicBezTo>
                  <a:cubicBezTo>
                    <a:pt x="192" y="97"/>
                    <a:pt x="192" y="97"/>
                    <a:pt x="192" y="97"/>
                  </a:cubicBezTo>
                  <a:cubicBezTo>
                    <a:pt x="194" y="97"/>
                    <a:pt x="194" y="97"/>
                    <a:pt x="194" y="97"/>
                  </a:cubicBezTo>
                  <a:cubicBezTo>
                    <a:pt x="194" y="43"/>
                    <a:pt x="150" y="0"/>
                    <a:pt x="97" y="0"/>
                  </a:cubicBezTo>
                  <a:cubicBezTo>
                    <a:pt x="43" y="0"/>
                    <a:pt x="0" y="43"/>
                    <a:pt x="0" y="97"/>
                  </a:cubicBezTo>
                  <a:cubicBezTo>
                    <a:pt x="0" y="150"/>
                    <a:pt x="43" y="194"/>
                    <a:pt x="97" y="194"/>
                  </a:cubicBezTo>
                  <a:cubicBezTo>
                    <a:pt x="150" y="194"/>
                    <a:pt x="194" y="150"/>
                    <a:pt x="194" y="97"/>
                  </a:cubicBezTo>
                  <a:lnTo>
                    <a:pt x="192" y="9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37" name="PA-文本框 64">
              <a:extLst>
                <a:ext uri="{FF2B5EF4-FFF2-40B4-BE49-F238E27FC236}">
                  <a16:creationId xmlns:a16="http://schemas.microsoft.com/office/drawing/2014/main" id="{88CE51DA-375A-4AC1-9400-6E7A046C0323}"/>
                </a:ext>
              </a:extLst>
            </p:cNvPr>
            <p:cNvSpPr txBox="1"/>
            <p:nvPr/>
          </p:nvSpPr>
          <p:spPr>
            <a:xfrm>
              <a:off x="8659929" y="4699583"/>
              <a:ext cx="1962657" cy="61555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defTabSz="685800">
                <a:defRPr/>
              </a:pPr>
              <a:r>
                <a:rPr lang="zh-CN" altLang="en-US" sz="2000" b="1" spc="130" dirty="0">
                  <a:solidFill>
                    <a:srgbClr val="992677"/>
                  </a:solidFill>
                  <a:cs typeface="+mn-ea"/>
                  <a:sym typeface="+mn-lt"/>
                </a:rPr>
                <a:t>标题</a:t>
              </a:r>
              <a:r>
                <a:rPr lang="en-US" altLang="zh-CN" sz="2000" b="1" spc="130" dirty="0">
                  <a:solidFill>
                    <a:srgbClr val="992677"/>
                  </a:solidFill>
                  <a:cs typeface="+mn-ea"/>
                  <a:sym typeface="+mn-lt"/>
                </a:rPr>
                <a:t>6</a:t>
              </a:r>
            </a:p>
            <a:p>
              <a:pPr lvl="0" algn="just" defTabSz="685800">
                <a:defRPr/>
              </a:pPr>
              <a:r>
                <a:rPr lang="zh-CN" altLang="en-US" sz="1400" spc="130" dirty="0">
                  <a:solidFill>
                    <a:srgbClr val="992677"/>
                  </a:solidFill>
                  <a:cs typeface="+mn-ea"/>
                  <a:sym typeface="+mn-lt"/>
                </a:rPr>
                <a:t>内容</a:t>
              </a:r>
              <a:r>
                <a:rPr lang="en-US" altLang="zh-CN" sz="1400" spc="130" dirty="0">
                  <a:solidFill>
                    <a:srgbClr val="992677"/>
                  </a:solidFill>
                  <a:cs typeface="+mn-ea"/>
                  <a:sym typeface="+mn-lt"/>
                </a:rPr>
                <a:t>6</a:t>
              </a:r>
              <a:endParaRPr lang="zh-CN" altLang="en-US" sz="1400" spc="130" dirty="0">
                <a:solidFill>
                  <a:srgbClr val="992677"/>
                </a:solidFill>
                <a:cs typeface="+mn-ea"/>
                <a:sym typeface="+mn-lt"/>
              </a:endParaRPr>
            </a:p>
          </p:txBody>
        </p:sp>
        <p:sp>
          <p:nvSpPr>
            <p:cNvPr id="538" name="PA-椭圆 139">
              <a:extLst>
                <a:ext uri="{FF2B5EF4-FFF2-40B4-BE49-F238E27FC236}">
                  <a16:creationId xmlns:a16="http://schemas.microsoft.com/office/drawing/2014/main" id="{5B302DC1-D994-4D02-870F-0B514B24DC0D}"/>
                </a:ext>
              </a:extLst>
            </p:cNvPr>
            <p:cNvSpPr/>
            <p:nvPr/>
          </p:nvSpPr>
          <p:spPr>
            <a:xfrm>
              <a:off x="7986622" y="4699583"/>
              <a:ext cx="594937" cy="596536"/>
            </a:xfrm>
            <a:prstGeom prst="ellipse">
              <a:avLst/>
            </a:prstGeom>
            <a:solidFill>
              <a:schemeClr val="bg1"/>
            </a:solidFill>
            <a:ln>
              <a:noFill/>
            </a:ln>
            <a:effectLst>
              <a:outerShdw blurRad="508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spcBef>
                  <a:spcPts val="0"/>
                </a:spcBef>
                <a:spcAft>
                  <a:spcPts val="0"/>
                </a:spcAft>
                <a:buClrTx/>
                <a:buSzTx/>
                <a:buFontTx/>
                <a:buNone/>
                <a:tabLst/>
                <a:defRPr/>
              </a:pPr>
              <a:endParaRPr kumimoji="0" lang="zh-CN" altLang="en-US" sz="1400" b="0" i="0" u="none" strike="noStrike" kern="1200" cap="none" spc="130" normalizeH="0" baseline="0" noProof="0">
                <a:ln>
                  <a:noFill/>
                </a:ln>
                <a:solidFill>
                  <a:srgbClr val="992677"/>
                </a:solidFill>
                <a:effectLst/>
                <a:uLnTx/>
                <a:uFillTx/>
                <a:cs typeface="+mn-ea"/>
                <a:sym typeface="+mn-lt"/>
              </a:endParaRPr>
            </a:p>
          </p:txBody>
        </p:sp>
        <p:sp>
          <p:nvSpPr>
            <p:cNvPr id="539" name="PA-prohibition_64566">
              <a:extLst>
                <a:ext uri="{FF2B5EF4-FFF2-40B4-BE49-F238E27FC236}">
                  <a16:creationId xmlns:a16="http://schemas.microsoft.com/office/drawing/2014/main" id="{48463C9C-68A2-4166-82AF-14E73C483EDA}"/>
                </a:ext>
              </a:extLst>
            </p:cNvPr>
            <p:cNvSpPr>
              <a:spLocks noChangeAspect="1"/>
            </p:cNvSpPr>
            <p:nvPr/>
          </p:nvSpPr>
          <p:spPr bwMode="auto">
            <a:xfrm>
              <a:off x="8113484" y="4801012"/>
              <a:ext cx="341210" cy="380162"/>
            </a:xfrm>
            <a:custGeom>
              <a:avLst/>
              <a:gdLst>
                <a:gd name="T0" fmla="*/ 4288 w 6640"/>
                <a:gd name="T1" fmla="*/ 329 h 7409"/>
                <a:gd name="T2" fmla="*/ 200 w 6640"/>
                <a:gd name="T3" fmla="*/ 4625 h 7409"/>
                <a:gd name="T4" fmla="*/ 616 w 6640"/>
                <a:gd name="T5" fmla="*/ 5386 h 7409"/>
                <a:gd name="T6" fmla="*/ 734 w 6640"/>
                <a:gd name="T7" fmla="*/ 5779 h 7409"/>
                <a:gd name="T8" fmla="*/ 1734 w 6640"/>
                <a:gd name="T9" fmla="*/ 6847 h 7409"/>
                <a:gd name="T10" fmla="*/ 2683 w 6640"/>
                <a:gd name="T11" fmla="*/ 7409 h 7409"/>
                <a:gd name="T12" fmla="*/ 5101 w 6640"/>
                <a:gd name="T13" fmla="*/ 5672 h 7409"/>
                <a:gd name="T14" fmla="*/ 5423 w 6640"/>
                <a:gd name="T15" fmla="*/ 3446 h 7409"/>
                <a:gd name="T16" fmla="*/ 4414 w 6640"/>
                <a:gd name="T17" fmla="*/ 3324 h 7409"/>
                <a:gd name="T18" fmla="*/ 5423 w 6640"/>
                <a:gd name="T19" fmla="*/ 3045 h 7409"/>
                <a:gd name="T20" fmla="*/ 5391 w 6640"/>
                <a:gd name="T21" fmla="*/ 1033 h 7409"/>
                <a:gd name="T22" fmla="*/ 5391 w 6640"/>
                <a:gd name="T23" fmla="*/ 2015 h 7409"/>
                <a:gd name="T24" fmla="*/ 5102 w 6640"/>
                <a:gd name="T25" fmla="*/ 1736 h 7409"/>
                <a:gd name="T26" fmla="*/ 5246 w 6640"/>
                <a:gd name="T27" fmla="*/ 1170 h 7409"/>
                <a:gd name="T28" fmla="*/ 5102 w 6640"/>
                <a:gd name="T29" fmla="*/ 785 h 7409"/>
                <a:gd name="T30" fmla="*/ 4802 w 6640"/>
                <a:gd name="T31" fmla="*/ 1956 h 7409"/>
                <a:gd name="T32" fmla="*/ 4649 w 6640"/>
                <a:gd name="T33" fmla="*/ 1428 h 7409"/>
                <a:gd name="T34" fmla="*/ 4585 w 6640"/>
                <a:gd name="T35" fmla="*/ 702 h 7409"/>
                <a:gd name="T36" fmla="*/ 3354 w 6640"/>
                <a:gd name="T37" fmla="*/ 1315 h 7409"/>
                <a:gd name="T38" fmla="*/ 4028 w 6640"/>
                <a:gd name="T39" fmla="*/ 682 h 7409"/>
                <a:gd name="T40" fmla="*/ 4141 w 6640"/>
                <a:gd name="T41" fmla="*/ 1139 h 7409"/>
                <a:gd name="T42" fmla="*/ 4471 w 6640"/>
                <a:gd name="T43" fmla="*/ 1529 h 7409"/>
                <a:gd name="T44" fmla="*/ 4368 w 6640"/>
                <a:gd name="T45" fmla="*/ 2139 h 7409"/>
                <a:gd name="T46" fmla="*/ 3727 w 6640"/>
                <a:gd name="T47" fmla="*/ 2067 h 7409"/>
                <a:gd name="T48" fmla="*/ 3489 w 6640"/>
                <a:gd name="T49" fmla="*/ 2377 h 7409"/>
                <a:gd name="T50" fmla="*/ 2750 w 6640"/>
                <a:gd name="T51" fmla="*/ 2196 h 7409"/>
                <a:gd name="T52" fmla="*/ 3190 w 6640"/>
                <a:gd name="T53" fmla="*/ 1963 h 7409"/>
                <a:gd name="T54" fmla="*/ 3097 w 6640"/>
                <a:gd name="T55" fmla="*/ 1705 h 7409"/>
                <a:gd name="T56" fmla="*/ 3727 w 6640"/>
                <a:gd name="T57" fmla="*/ 1705 h 7409"/>
                <a:gd name="T58" fmla="*/ 3354 w 6640"/>
                <a:gd name="T59" fmla="*/ 1315 h 7409"/>
                <a:gd name="T60" fmla="*/ 2787 w 6640"/>
                <a:gd name="T61" fmla="*/ 1550 h 7409"/>
                <a:gd name="T62" fmla="*/ 2440 w 6640"/>
                <a:gd name="T63" fmla="*/ 1074 h 7409"/>
                <a:gd name="T64" fmla="*/ 3175 w 6640"/>
                <a:gd name="T65" fmla="*/ 1235 h 7409"/>
                <a:gd name="T66" fmla="*/ 3014 w 6640"/>
                <a:gd name="T67" fmla="*/ 1447 h 7409"/>
                <a:gd name="T68" fmla="*/ 2094 w 6640"/>
                <a:gd name="T69" fmla="*/ 2067 h 7409"/>
                <a:gd name="T70" fmla="*/ 2108 w 6640"/>
                <a:gd name="T71" fmla="*/ 2196 h 7409"/>
                <a:gd name="T72" fmla="*/ 3115 w 6640"/>
                <a:gd name="T73" fmla="*/ 2587 h 7409"/>
                <a:gd name="T74" fmla="*/ 2108 w 6640"/>
                <a:gd name="T75" fmla="*/ 2196 h 7409"/>
                <a:gd name="T76" fmla="*/ 2931 w 6640"/>
                <a:gd name="T77" fmla="*/ 2759 h 7409"/>
                <a:gd name="T78" fmla="*/ 3655 w 6640"/>
                <a:gd name="T79" fmla="*/ 2862 h 7409"/>
                <a:gd name="T80" fmla="*/ 4016 w 6640"/>
                <a:gd name="T81" fmla="*/ 2805 h 7409"/>
                <a:gd name="T82" fmla="*/ 3634 w 6640"/>
                <a:gd name="T83" fmla="*/ 2366 h 7409"/>
                <a:gd name="T84" fmla="*/ 4802 w 6640"/>
                <a:gd name="T85" fmla="*/ 2067 h 7409"/>
                <a:gd name="T86" fmla="*/ 5929 w 6640"/>
                <a:gd name="T87" fmla="*/ 1808 h 7409"/>
                <a:gd name="T88" fmla="*/ 5495 w 6640"/>
                <a:gd name="T89" fmla="*/ 2387 h 7409"/>
                <a:gd name="T90" fmla="*/ 5712 w 6640"/>
                <a:gd name="T91" fmla="*/ 2749 h 7409"/>
                <a:gd name="T92" fmla="*/ 5526 w 6640"/>
                <a:gd name="T93" fmla="*/ 2470 h 7409"/>
                <a:gd name="T94" fmla="*/ 6138 w 6640"/>
                <a:gd name="T95" fmla="*/ 3026 h 7409"/>
                <a:gd name="T96" fmla="*/ 5246 w 6640"/>
                <a:gd name="T97" fmla="*/ 2790 h 7409"/>
                <a:gd name="T98" fmla="*/ 4547 w 6640"/>
                <a:gd name="T99" fmla="*/ 2928 h 7409"/>
                <a:gd name="T100" fmla="*/ 4218 w 6640"/>
                <a:gd name="T101" fmla="*/ 2649 h 7409"/>
                <a:gd name="T102" fmla="*/ 4244 w 6640"/>
                <a:gd name="T103" fmla="*/ 3328 h 7409"/>
                <a:gd name="T104" fmla="*/ 2931 w 6640"/>
                <a:gd name="T105" fmla="*/ 3110 h 7409"/>
                <a:gd name="T106" fmla="*/ 3943 w 6640"/>
                <a:gd name="T107" fmla="*/ 3514 h 7409"/>
                <a:gd name="T108" fmla="*/ 4813 w 6640"/>
                <a:gd name="T109" fmla="*/ 3953 h 7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640" h="7409">
                  <a:moveTo>
                    <a:pt x="6399" y="2506"/>
                  </a:moveTo>
                  <a:cubicBezTo>
                    <a:pt x="6277" y="1909"/>
                    <a:pt x="6355" y="659"/>
                    <a:pt x="4288" y="329"/>
                  </a:cubicBezTo>
                  <a:cubicBezTo>
                    <a:pt x="2221" y="0"/>
                    <a:pt x="359" y="1048"/>
                    <a:pt x="827" y="3340"/>
                  </a:cubicBezTo>
                  <a:cubicBezTo>
                    <a:pt x="827" y="3758"/>
                    <a:pt x="0" y="4406"/>
                    <a:pt x="200" y="4625"/>
                  </a:cubicBezTo>
                  <a:cubicBezTo>
                    <a:pt x="399" y="4845"/>
                    <a:pt x="737" y="4853"/>
                    <a:pt x="737" y="4853"/>
                  </a:cubicBezTo>
                  <a:cubicBezTo>
                    <a:pt x="737" y="4853"/>
                    <a:pt x="517" y="5271"/>
                    <a:pt x="616" y="5386"/>
                  </a:cubicBezTo>
                  <a:cubicBezTo>
                    <a:pt x="715" y="5502"/>
                    <a:pt x="990" y="5452"/>
                    <a:pt x="990" y="5452"/>
                  </a:cubicBezTo>
                  <a:cubicBezTo>
                    <a:pt x="990" y="5452"/>
                    <a:pt x="734" y="5636"/>
                    <a:pt x="734" y="5779"/>
                  </a:cubicBezTo>
                  <a:cubicBezTo>
                    <a:pt x="734" y="5922"/>
                    <a:pt x="1166" y="6112"/>
                    <a:pt x="1166" y="6112"/>
                  </a:cubicBezTo>
                  <a:cubicBezTo>
                    <a:pt x="1166" y="6112"/>
                    <a:pt x="1086" y="6902"/>
                    <a:pt x="1734" y="6847"/>
                  </a:cubicBezTo>
                  <a:cubicBezTo>
                    <a:pt x="2382" y="6793"/>
                    <a:pt x="2491" y="6610"/>
                    <a:pt x="2491" y="6610"/>
                  </a:cubicBezTo>
                  <a:lnTo>
                    <a:pt x="2683" y="7409"/>
                  </a:lnTo>
                  <a:lnTo>
                    <a:pt x="5189" y="7409"/>
                  </a:lnTo>
                  <a:lnTo>
                    <a:pt x="5101" y="5672"/>
                  </a:lnTo>
                  <a:cubicBezTo>
                    <a:pt x="5101" y="5672"/>
                    <a:pt x="6640" y="4001"/>
                    <a:pt x="6399" y="2506"/>
                  </a:cubicBezTo>
                  <a:close/>
                  <a:moveTo>
                    <a:pt x="5423" y="3446"/>
                  </a:moveTo>
                  <a:lnTo>
                    <a:pt x="4725" y="3603"/>
                  </a:lnTo>
                  <a:lnTo>
                    <a:pt x="4414" y="3324"/>
                  </a:lnTo>
                  <a:lnTo>
                    <a:pt x="4524" y="3045"/>
                  </a:lnTo>
                  <a:lnTo>
                    <a:pt x="5423" y="3045"/>
                  </a:lnTo>
                  <a:lnTo>
                    <a:pt x="5423" y="3446"/>
                  </a:lnTo>
                  <a:close/>
                  <a:moveTo>
                    <a:pt x="5391" y="1033"/>
                  </a:moveTo>
                  <a:lnTo>
                    <a:pt x="5908" y="1581"/>
                  </a:lnTo>
                  <a:lnTo>
                    <a:pt x="5391" y="2015"/>
                  </a:lnTo>
                  <a:lnTo>
                    <a:pt x="5102" y="2015"/>
                  </a:lnTo>
                  <a:lnTo>
                    <a:pt x="5102" y="1736"/>
                  </a:lnTo>
                  <a:lnTo>
                    <a:pt x="5267" y="1524"/>
                  </a:lnTo>
                  <a:lnTo>
                    <a:pt x="5246" y="1170"/>
                  </a:lnTo>
                  <a:lnTo>
                    <a:pt x="5391" y="1033"/>
                  </a:lnTo>
                  <a:close/>
                  <a:moveTo>
                    <a:pt x="5102" y="785"/>
                  </a:moveTo>
                  <a:lnTo>
                    <a:pt x="5071" y="1553"/>
                  </a:lnTo>
                  <a:lnTo>
                    <a:pt x="4802" y="1956"/>
                  </a:lnTo>
                  <a:lnTo>
                    <a:pt x="4626" y="1891"/>
                  </a:lnTo>
                  <a:lnTo>
                    <a:pt x="4649" y="1428"/>
                  </a:lnTo>
                  <a:lnTo>
                    <a:pt x="4197" y="1286"/>
                  </a:lnTo>
                  <a:lnTo>
                    <a:pt x="4585" y="702"/>
                  </a:lnTo>
                  <a:lnTo>
                    <a:pt x="5102" y="785"/>
                  </a:lnTo>
                  <a:close/>
                  <a:moveTo>
                    <a:pt x="3354" y="1315"/>
                  </a:moveTo>
                  <a:lnTo>
                    <a:pt x="3362" y="676"/>
                  </a:lnTo>
                  <a:lnTo>
                    <a:pt x="4028" y="682"/>
                  </a:lnTo>
                  <a:lnTo>
                    <a:pt x="4342" y="821"/>
                  </a:lnTo>
                  <a:lnTo>
                    <a:pt x="4141" y="1139"/>
                  </a:lnTo>
                  <a:lnTo>
                    <a:pt x="3975" y="1374"/>
                  </a:lnTo>
                  <a:lnTo>
                    <a:pt x="4471" y="1529"/>
                  </a:lnTo>
                  <a:lnTo>
                    <a:pt x="4471" y="1850"/>
                  </a:lnTo>
                  <a:lnTo>
                    <a:pt x="4368" y="2139"/>
                  </a:lnTo>
                  <a:lnTo>
                    <a:pt x="3727" y="2180"/>
                  </a:lnTo>
                  <a:lnTo>
                    <a:pt x="3727" y="2067"/>
                  </a:lnTo>
                  <a:lnTo>
                    <a:pt x="3607" y="2015"/>
                  </a:lnTo>
                  <a:lnTo>
                    <a:pt x="3489" y="2377"/>
                  </a:lnTo>
                  <a:lnTo>
                    <a:pt x="3175" y="2501"/>
                  </a:lnTo>
                  <a:lnTo>
                    <a:pt x="2750" y="2196"/>
                  </a:lnTo>
                  <a:lnTo>
                    <a:pt x="2931" y="1876"/>
                  </a:lnTo>
                  <a:lnTo>
                    <a:pt x="3190" y="1963"/>
                  </a:lnTo>
                  <a:lnTo>
                    <a:pt x="3233" y="1808"/>
                  </a:lnTo>
                  <a:lnTo>
                    <a:pt x="3097" y="1705"/>
                  </a:lnTo>
                  <a:lnTo>
                    <a:pt x="3191" y="1524"/>
                  </a:lnTo>
                  <a:lnTo>
                    <a:pt x="3727" y="1705"/>
                  </a:lnTo>
                  <a:lnTo>
                    <a:pt x="3887" y="1632"/>
                  </a:lnTo>
                  <a:lnTo>
                    <a:pt x="3354" y="1315"/>
                  </a:lnTo>
                  <a:close/>
                  <a:moveTo>
                    <a:pt x="2156" y="1550"/>
                  </a:moveTo>
                  <a:lnTo>
                    <a:pt x="2787" y="1550"/>
                  </a:lnTo>
                  <a:lnTo>
                    <a:pt x="2291" y="1333"/>
                  </a:lnTo>
                  <a:lnTo>
                    <a:pt x="2440" y="1074"/>
                  </a:lnTo>
                  <a:lnTo>
                    <a:pt x="3175" y="789"/>
                  </a:lnTo>
                  <a:lnTo>
                    <a:pt x="3175" y="1235"/>
                  </a:lnTo>
                  <a:lnTo>
                    <a:pt x="2673" y="1241"/>
                  </a:lnTo>
                  <a:lnTo>
                    <a:pt x="3014" y="1447"/>
                  </a:lnTo>
                  <a:lnTo>
                    <a:pt x="2693" y="2067"/>
                  </a:lnTo>
                  <a:lnTo>
                    <a:pt x="2094" y="2067"/>
                  </a:lnTo>
                  <a:cubicBezTo>
                    <a:pt x="2094" y="2067"/>
                    <a:pt x="2125" y="1550"/>
                    <a:pt x="2156" y="1550"/>
                  </a:cubicBezTo>
                  <a:close/>
                  <a:moveTo>
                    <a:pt x="2108" y="2196"/>
                  </a:moveTo>
                  <a:lnTo>
                    <a:pt x="2547" y="2196"/>
                  </a:lnTo>
                  <a:lnTo>
                    <a:pt x="3115" y="2587"/>
                  </a:lnTo>
                  <a:lnTo>
                    <a:pt x="2753" y="2731"/>
                  </a:lnTo>
                  <a:lnTo>
                    <a:pt x="2108" y="2196"/>
                  </a:lnTo>
                  <a:close/>
                  <a:moveTo>
                    <a:pt x="2931" y="3110"/>
                  </a:moveTo>
                  <a:lnTo>
                    <a:pt x="2931" y="2759"/>
                  </a:lnTo>
                  <a:lnTo>
                    <a:pt x="3138" y="2645"/>
                  </a:lnTo>
                  <a:lnTo>
                    <a:pt x="3655" y="2862"/>
                  </a:lnTo>
                  <a:lnTo>
                    <a:pt x="3975" y="2966"/>
                  </a:lnTo>
                  <a:lnTo>
                    <a:pt x="4016" y="2805"/>
                  </a:lnTo>
                  <a:lnTo>
                    <a:pt x="3603" y="2645"/>
                  </a:lnTo>
                  <a:lnTo>
                    <a:pt x="3634" y="2366"/>
                  </a:lnTo>
                  <a:lnTo>
                    <a:pt x="4254" y="2387"/>
                  </a:lnTo>
                  <a:lnTo>
                    <a:pt x="4802" y="2067"/>
                  </a:lnTo>
                  <a:lnTo>
                    <a:pt x="5350" y="2232"/>
                  </a:lnTo>
                  <a:lnTo>
                    <a:pt x="5929" y="1808"/>
                  </a:lnTo>
                  <a:lnTo>
                    <a:pt x="6239" y="2335"/>
                  </a:lnTo>
                  <a:lnTo>
                    <a:pt x="5495" y="2387"/>
                  </a:lnTo>
                  <a:lnTo>
                    <a:pt x="5371" y="2707"/>
                  </a:lnTo>
                  <a:lnTo>
                    <a:pt x="5712" y="2749"/>
                  </a:lnTo>
                  <a:lnTo>
                    <a:pt x="5474" y="2635"/>
                  </a:lnTo>
                  <a:lnTo>
                    <a:pt x="5526" y="2470"/>
                  </a:lnTo>
                  <a:lnTo>
                    <a:pt x="6190" y="2448"/>
                  </a:lnTo>
                  <a:lnTo>
                    <a:pt x="6138" y="3026"/>
                  </a:lnTo>
                  <a:lnTo>
                    <a:pt x="5524" y="3029"/>
                  </a:lnTo>
                  <a:lnTo>
                    <a:pt x="5246" y="2790"/>
                  </a:lnTo>
                  <a:lnTo>
                    <a:pt x="4853" y="2940"/>
                  </a:lnTo>
                  <a:lnTo>
                    <a:pt x="4547" y="2928"/>
                  </a:lnTo>
                  <a:lnTo>
                    <a:pt x="4812" y="2676"/>
                  </a:lnTo>
                  <a:lnTo>
                    <a:pt x="4218" y="2649"/>
                  </a:lnTo>
                  <a:lnTo>
                    <a:pt x="4430" y="2914"/>
                  </a:lnTo>
                  <a:lnTo>
                    <a:pt x="4244" y="3328"/>
                  </a:lnTo>
                  <a:lnTo>
                    <a:pt x="3252" y="3328"/>
                  </a:lnTo>
                  <a:lnTo>
                    <a:pt x="2931" y="3110"/>
                  </a:lnTo>
                  <a:close/>
                  <a:moveTo>
                    <a:pt x="4503" y="4098"/>
                  </a:moveTo>
                  <a:lnTo>
                    <a:pt x="3943" y="3514"/>
                  </a:lnTo>
                  <a:cubicBezTo>
                    <a:pt x="4015" y="3514"/>
                    <a:pt x="4336" y="3420"/>
                    <a:pt x="4336" y="3420"/>
                  </a:cubicBezTo>
                  <a:lnTo>
                    <a:pt x="4813" y="3953"/>
                  </a:lnTo>
                  <a:lnTo>
                    <a:pt x="4503" y="4098"/>
                  </a:lnTo>
                  <a:close/>
                </a:path>
              </a:pathLst>
            </a:custGeom>
            <a:solidFill>
              <a:srgbClr val="992677"/>
            </a:solidFill>
            <a:ln w="28575" cap="flat" cmpd="sng" algn="ctr">
              <a:noFill/>
              <a:prstDash val="solid"/>
              <a:round/>
              <a:headEnd type="none" w="med" len="med"/>
              <a:tailEnd type="none" w="med" len="med"/>
            </a:ln>
            <a:effectLst>
              <a:glow rad="38100">
                <a:schemeClr val="bg1"/>
              </a:glow>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spcBef>
                  <a:spcPts val="0"/>
                </a:spcBef>
                <a:spcAft>
                  <a:spcPts val="0"/>
                </a:spcAft>
                <a:buClrTx/>
                <a:buSzTx/>
                <a:buFontTx/>
                <a:buNone/>
                <a:tabLst/>
                <a:defRPr/>
              </a:pPr>
              <a:endParaRPr kumimoji="0" lang="zh-CN" altLang="en-US" sz="1400" b="0" i="0" u="none" strike="noStrike" kern="1200" cap="none" spc="130" normalizeH="0" baseline="0" noProof="0">
                <a:ln>
                  <a:noFill/>
                </a:ln>
                <a:solidFill>
                  <a:srgbClr val="992677"/>
                </a:solidFill>
                <a:effectLst/>
                <a:uLnTx/>
                <a:uFillTx/>
                <a:cs typeface="+mn-ea"/>
                <a:sym typeface="+mn-lt"/>
              </a:endParaRPr>
            </a:p>
          </p:txBody>
        </p:sp>
        <p:grpSp>
          <p:nvGrpSpPr>
            <p:cNvPr id="540" name="PA-组合 14">
              <a:extLst>
                <a:ext uri="{FF2B5EF4-FFF2-40B4-BE49-F238E27FC236}">
                  <a16:creationId xmlns:a16="http://schemas.microsoft.com/office/drawing/2014/main" id="{7117F5DF-A828-4171-AE2E-C51BBD58A6E4}"/>
                </a:ext>
              </a:extLst>
            </p:cNvPr>
            <p:cNvGrpSpPr/>
            <p:nvPr/>
          </p:nvGrpSpPr>
          <p:grpSpPr>
            <a:xfrm>
              <a:off x="8238860" y="5276201"/>
              <a:ext cx="107235" cy="692817"/>
              <a:chOff x="2791237" y="3179855"/>
              <a:chExt cx="153988" cy="992211"/>
            </a:xfrm>
          </p:grpSpPr>
          <p:sp>
            <p:nvSpPr>
              <p:cNvPr id="541" name="PA-椭圆 16">
                <a:extLst>
                  <a:ext uri="{FF2B5EF4-FFF2-40B4-BE49-F238E27FC236}">
                    <a16:creationId xmlns:a16="http://schemas.microsoft.com/office/drawing/2014/main" id="{0E4024BF-D16A-4CF9-BA3F-AF36C0F76576}"/>
                  </a:ext>
                </a:extLst>
              </p:cNvPr>
              <p:cNvSpPr>
                <a:spLocks noChangeArrowheads="1"/>
              </p:cNvSpPr>
              <p:nvPr/>
            </p:nvSpPr>
            <p:spPr bwMode="auto">
              <a:xfrm>
                <a:off x="2791237" y="3179855"/>
                <a:ext cx="153988" cy="153988"/>
              </a:xfrm>
              <a:prstGeom prst="ellipse">
                <a:avLst/>
              </a:pr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sp>
            <p:nvSpPr>
              <p:cNvPr id="542" name="PA-矩形 17">
                <a:extLst>
                  <a:ext uri="{FF2B5EF4-FFF2-40B4-BE49-F238E27FC236}">
                    <a16:creationId xmlns:a16="http://schemas.microsoft.com/office/drawing/2014/main" id="{D0F61CF4-6906-4115-98C7-12A7B1BD7A59}"/>
                  </a:ext>
                </a:extLst>
              </p:cNvPr>
              <p:cNvSpPr>
                <a:spLocks noChangeArrowheads="1"/>
              </p:cNvSpPr>
              <p:nvPr/>
            </p:nvSpPr>
            <p:spPr bwMode="auto">
              <a:xfrm>
                <a:off x="2836389" y="3212068"/>
                <a:ext cx="51687" cy="95999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130" normalizeH="0" baseline="0" noProof="0">
                  <a:ln>
                    <a:noFill/>
                  </a:ln>
                  <a:solidFill>
                    <a:prstClr val="black"/>
                  </a:solidFill>
                  <a:effectLst/>
                  <a:uLnTx/>
                  <a:uFillTx/>
                  <a:cs typeface="+mn-ea"/>
                  <a:sym typeface="+mn-lt"/>
                </a:endParaRPr>
              </a:p>
            </p:txBody>
          </p:sp>
        </p:grpSp>
      </p:grpSp>
      <p:sp>
        <p:nvSpPr>
          <p:cNvPr id="450" name="标题 449">
            <a:extLst>
              <a:ext uri="{FF2B5EF4-FFF2-40B4-BE49-F238E27FC236}">
                <a16:creationId xmlns:a16="http://schemas.microsoft.com/office/drawing/2014/main" id="{CD863BB3-E959-4078-8A45-CBA6ADFAA865}"/>
              </a:ext>
            </a:extLst>
          </p:cNvPr>
          <p:cNvSpPr>
            <a:spLocks noGrp="1"/>
          </p:cNvSpPr>
          <p:nvPr>
            <p:ph type="title"/>
          </p:nvPr>
        </p:nvSpPr>
        <p:spPr>
          <a:xfrm>
            <a:off x="1605647" y="1300976"/>
            <a:ext cx="2412661" cy="227748"/>
          </a:xfrm>
        </p:spPr>
        <p:txBody>
          <a:bodyPr>
            <a:normAutofit fontScale="90000"/>
          </a:bodyPr>
          <a:lstStyle/>
          <a:p>
            <a:endParaRPr lang="zh-CN" altLang="en-US" dirty="0">
              <a:latin typeface="+mn-lt"/>
              <a:ea typeface="+mn-ea"/>
              <a:cs typeface="+mn-ea"/>
              <a:sym typeface="+mn-lt"/>
            </a:endParaRPr>
          </a:p>
        </p:txBody>
      </p:sp>
    </p:spTree>
    <p:extLst>
      <p:ext uri="{BB962C8B-B14F-4D97-AF65-F5344CB8AC3E}">
        <p14:creationId xmlns:p14="http://schemas.microsoft.com/office/powerpoint/2010/main" val="3862648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 name="组合 184">
            <a:extLst>
              <a:ext uri="{FF2B5EF4-FFF2-40B4-BE49-F238E27FC236}">
                <a16:creationId xmlns:a16="http://schemas.microsoft.com/office/drawing/2014/main" id="{90192553-862C-4309-9180-5BC8F9DBB048}"/>
              </a:ext>
            </a:extLst>
          </p:cNvPr>
          <p:cNvGrpSpPr>
            <a:grpSpLocks/>
          </p:cNvGrpSpPr>
          <p:nvPr/>
        </p:nvGrpSpPr>
        <p:grpSpPr bwMode="auto">
          <a:xfrm>
            <a:off x="1229938" y="1640108"/>
            <a:ext cx="5537158" cy="4309853"/>
            <a:chOff x="0" y="16944"/>
            <a:chExt cx="5398055" cy="4739623"/>
          </a:xfrm>
          <a:solidFill>
            <a:schemeClr val="bg1"/>
          </a:solidFill>
        </p:grpSpPr>
        <p:sp>
          <p:nvSpPr>
            <p:cNvPr id="216" name="Freeform 3">
              <a:extLst>
                <a:ext uri="{FF2B5EF4-FFF2-40B4-BE49-F238E27FC236}">
                  <a16:creationId xmlns:a16="http://schemas.microsoft.com/office/drawing/2014/main" id="{7073F3D3-A063-4721-86C9-A9CE26324A4F}"/>
                </a:ext>
              </a:extLst>
            </p:cNvPr>
            <p:cNvSpPr>
              <a:spLocks noChangeArrowheads="1"/>
            </p:cNvSpPr>
            <p:nvPr/>
          </p:nvSpPr>
          <p:spPr bwMode="auto">
            <a:xfrm>
              <a:off x="3148473" y="4482387"/>
              <a:ext cx="297052" cy="274180"/>
            </a:xfrm>
            <a:custGeom>
              <a:avLst/>
              <a:gdLst>
                <a:gd name="T0" fmla="*/ 116 w 177"/>
                <a:gd name="T1" fmla="*/ 27 h 161"/>
                <a:gd name="T2" fmla="*/ 158 w 177"/>
                <a:gd name="T3" fmla="*/ 27 h 161"/>
                <a:gd name="T4" fmla="*/ 198 w 177"/>
                <a:gd name="T5" fmla="*/ 13 h 161"/>
                <a:gd name="T6" fmla="*/ 237 w 177"/>
                <a:gd name="T7" fmla="*/ 27 h 161"/>
                <a:gd name="T8" fmla="*/ 296 w 177"/>
                <a:gd name="T9" fmla="*/ 0 h 161"/>
                <a:gd name="T10" fmla="*/ 375 w 177"/>
                <a:gd name="T11" fmla="*/ 13 h 161"/>
                <a:gd name="T12" fmla="*/ 414 w 177"/>
                <a:gd name="T13" fmla="*/ 0 h 161"/>
                <a:gd name="T14" fmla="*/ 435 w 177"/>
                <a:gd name="T15" fmla="*/ 53 h 161"/>
                <a:gd name="T16" fmla="*/ 375 w 177"/>
                <a:gd name="T17" fmla="*/ 80 h 161"/>
                <a:gd name="T18" fmla="*/ 355 w 177"/>
                <a:gd name="T19" fmla="*/ 171 h 161"/>
                <a:gd name="T20" fmla="*/ 314 w 177"/>
                <a:gd name="T21" fmla="*/ 199 h 161"/>
                <a:gd name="T22" fmla="*/ 314 w 177"/>
                <a:gd name="T23" fmla="*/ 239 h 161"/>
                <a:gd name="T24" fmla="*/ 259 w 177"/>
                <a:gd name="T25" fmla="*/ 224 h 161"/>
                <a:gd name="T26" fmla="*/ 237 w 177"/>
                <a:gd name="T27" fmla="*/ 239 h 161"/>
                <a:gd name="T28" fmla="*/ 237 w 177"/>
                <a:gd name="T29" fmla="*/ 265 h 161"/>
                <a:gd name="T30" fmla="*/ 198 w 177"/>
                <a:gd name="T31" fmla="*/ 265 h 161"/>
                <a:gd name="T32" fmla="*/ 116 w 177"/>
                <a:gd name="T33" fmla="*/ 239 h 161"/>
                <a:gd name="T34" fmla="*/ 20 w 177"/>
                <a:gd name="T35" fmla="*/ 224 h 161"/>
                <a:gd name="T36" fmla="*/ 0 w 177"/>
                <a:gd name="T37" fmla="*/ 144 h 161"/>
                <a:gd name="T38" fmla="*/ 0 w 177"/>
                <a:gd name="T39" fmla="*/ 105 h 161"/>
                <a:gd name="T40" fmla="*/ 97 w 177"/>
                <a:gd name="T41" fmla="*/ 53 h 161"/>
                <a:gd name="T42" fmla="*/ 116 w 177"/>
                <a:gd name="T43" fmla="*/ 27 h 1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7"/>
                <a:gd name="T67" fmla="*/ 0 h 161"/>
                <a:gd name="T68" fmla="*/ 177 w 177"/>
                <a:gd name="T69" fmla="*/ 161 h 1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7" h="161">
                  <a:moveTo>
                    <a:pt x="48" y="16"/>
                  </a:moveTo>
                  <a:lnTo>
                    <a:pt x="64" y="16"/>
                  </a:lnTo>
                  <a:lnTo>
                    <a:pt x="80" y="8"/>
                  </a:lnTo>
                  <a:lnTo>
                    <a:pt x="96" y="16"/>
                  </a:lnTo>
                  <a:lnTo>
                    <a:pt x="120" y="0"/>
                  </a:lnTo>
                  <a:lnTo>
                    <a:pt x="152" y="8"/>
                  </a:lnTo>
                  <a:lnTo>
                    <a:pt x="168" y="0"/>
                  </a:lnTo>
                  <a:lnTo>
                    <a:pt x="176" y="32"/>
                  </a:lnTo>
                  <a:lnTo>
                    <a:pt x="152" y="48"/>
                  </a:lnTo>
                  <a:lnTo>
                    <a:pt x="144" y="104"/>
                  </a:lnTo>
                  <a:lnTo>
                    <a:pt x="128" y="120"/>
                  </a:lnTo>
                  <a:lnTo>
                    <a:pt x="128" y="144"/>
                  </a:lnTo>
                  <a:lnTo>
                    <a:pt x="104" y="136"/>
                  </a:lnTo>
                  <a:lnTo>
                    <a:pt x="96" y="144"/>
                  </a:lnTo>
                  <a:lnTo>
                    <a:pt x="96" y="160"/>
                  </a:lnTo>
                  <a:lnTo>
                    <a:pt x="80" y="160"/>
                  </a:lnTo>
                  <a:lnTo>
                    <a:pt x="48" y="144"/>
                  </a:lnTo>
                  <a:lnTo>
                    <a:pt x="8" y="136"/>
                  </a:lnTo>
                  <a:lnTo>
                    <a:pt x="0" y="88"/>
                  </a:lnTo>
                  <a:lnTo>
                    <a:pt x="0" y="64"/>
                  </a:lnTo>
                  <a:lnTo>
                    <a:pt x="40" y="32"/>
                  </a:lnTo>
                  <a:lnTo>
                    <a:pt x="48" y="16"/>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17" name="Freeform 4">
              <a:extLst>
                <a:ext uri="{FF2B5EF4-FFF2-40B4-BE49-F238E27FC236}">
                  <a16:creationId xmlns:a16="http://schemas.microsoft.com/office/drawing/2014/main" id="{8BBABB61-D4C8-4E37-975F-DD83B9CA7015}"/>
                </a:ext>
              </a:extLst>
            </p:cNvPr>
            <p:cNvSpPr>
              <a:spLocks noChangeArrowheads="1"/>
            </p:cNvSpPr>
            <p:nvPr/>
          </p:nvSpPr>
          <p:spPr bwMode="auto">
            <a:xfrm>
              <a:off x="4212649" y="16944"/>
              <a:ext cx="1185406" cy="1190682"/>
            </a:xfrm>
            <a:custGeom>
              <a:avLst/>
              <a:gdLst>
                <a:gd name="T0" fmla="*/ 41 w 705"/>
                <a:gd name="T1" fmla="*/ 107 h 697"/>
                <a:gd name="T2" fmla="*/ 79 w 705"/>
                <a:gd name="T3" fmla="*/ 173 h 697"/>
                <a:gd name="T4" fmla="*/ 179 w 705"/>
                <a:gd name="T5" fmla="*/ 173 h 697"/>
                <a:gd name="T6" fmla="*/ 259 w 705"/>
                <a:gd name="T7" fmla="*/ 294 h 697"/>
                <a:gd name="T8" fmla="*/ 397 w 705"/>
                <a:gd name="T9" fmla="*/ 266 h 697"/>
                <a:gd name="T10" fmla="*/ 577 w 705"/>
                <a:gd name="T11" fmla="*/ 280 h 697"/>
                <a:gd name="T12" fmla="*/ 538 w 705"/>
                <a:gd name="T13" fmla="*/ 521 h 697"/>
                <a:gd name="T14" fmla="*/ 476 w 705"/>
                <a:gd name="T15" fmla="*/ 653 h 697"/>
                <a:gd name="T16" fmla="*/ 259 w 705"/>
                <a:gd name="T17" fmla="*/ 773 h 697"/>
                <a:gd name="T18" fmla="*/ 377 w 705"/>
                <a:gd name="T19" fmla="*/ 813 h 697"/>
                <a:gd name="T20" fmla="*/ 338 w 705"/>
                <a:gd name="T21" fmla="*/ 867 h 697"/>
                <a:gd name="T22" fmla="*/ 438 w 705"/>
                <a:gd name="T23" fmla="*/ 908 h 697"/>
                <a:gd name="T24" fmla="*/ 476 w 705"/>
                <a:gd name="T25" fmla="*/ 960 h 697"/>
                <a:gd name="T26" fmla="*/ 718 w 705"/>
                <a:gd name="T27" fmla="*/ 974 h 697"/>
                <a:gd name="T28" fmla="*/ 797 w 705"/>
                <a:gd name="T29" fmla="*/ 988 h 697"/>
                <a:gd name="T30" fmla="*/ 956 w 705"/>
                <a:gd name="T31" fmla="*/ 1067 h 697"/>
                <a:gd name="T32" fmla="*/ 1056 w 705"/>
                <a:gd name="T33" fmla="*/ 1106 h 697"/>
                <a:gd name="T34" fmla="*/ 1074 w 705"/>
                <a:gd name="T35" fmla="*/ 1039 h 697"/>
                <a:gd name="T36" fmla="*/ 1194 w 705"/>
                <a:gd name="T37" fmla="*/ 1161 h 697"/>
                <a:gd name="T38" fmla="*/ 1234 w 705"/>
                <a:gd name="T39" fmla="*/ 1133 h 697"/>
                <a:gd name="T40" fmla="*/ 1373 w 705"/>
                <a:gd name="T41" fmla="*/ 1133 h 697"/>
                <a:gd name="T42" fmla="*/ 1471 w 705"/>
                <a:gd name="T43" fmla="*/ 1052 h 697"/>
                <a:gd name="T44" fmla="*/ 1493 w 705"/>
                <a:gd name="T45" fmla="*/ 881 h 697"/>
                <a:gd name="T46" fmla="*/ 1651 w 705"/>
                <a:gd name="T47" fmla="*/ 894 h 697"/>
                <a:gd name="T48" fmla="*/ 1692 w 705"/>
                <a:gd name="T49" fmla="*/ 573 h 697"/>
                <a:gd name="T50" fmla="*/ 1730 w 705"/>
                <a:gd name="T51" fmla="*/ 493 h 697"/>
                <a:gd name="T52" fmla="*/ 1752 w 705"/>
                <a:gd name="T53" fmla="*/ 429 h 697"/>
                <a:gd name="T54" fmla="*/ 1513 w 705"/>
                <a:gd name="T55" fmla="*/ 533 h 697"/>
                <a:gd name="T56" fmla="*/ 1392 w 705"/>
                <a:gd name="T57" fmla="*/ 601 h 697"/>
                <a:gd name="T58" fmla="*/ 1216 w 705"/>
                <a:gd name="T59" fmla="*/ 506 h 697"/>
                <a:gd name="T60" fmla="*/ 1096 w 705"/>
                <a:gd name="T61" fmla="*/ 466 h 697"/>
                <a:gd name="T62" fmla="*/ 935 w 705"/>
                <a:gd name="T63" fmla="*/ 429 h 697"/>
                <a:gd name="T64" fmla="*/ 895 w 705"/>
                <a:gd name="T65" fmla="*/ 401 h 697"/>
                <a:gd name="T66" fmla="*/ 836 w 705"/>
                <a:gd name="T67" fmla="*/ 414 h 697"/>
                <a:gd name="T68" fmla="*/ 656 w 705"/>
                <a:gd name="T69" fmla="*/ 214 h 697"/>
                <a:gd name="T70" fmla="*/ 619 w 705"/>
                <a:gd name="T71" fmla="*/ 146 h 697"/>
                <a:gd name="T72" fmla="*/ 360 w 705"/>
                <a:gd name="T73" fmla="*/ 41 h 697"/>
                <a:gd name="T74" fmla="*/ 41 w 705"/>
                <a:gd name="T75" fmla="*/ 27 h 69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705"/>
                <a:gd name="T115" fmla="*/ 0 h 697"/>
                <a:gd name="T116" fmla="*/ 705 w 705"/>
                <a:gd name="T117" fmla="*/ 697 h 69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705" h="697">
                  <a:moveTo>
                    <a:pt x="8" y="32"/>
                  </a:moveTo>
                  <a:lnTo>
                    <a:pt x="16" y="64"/>
                  </a:lnTo>
                  <a:lnTo>
                    <a:pt x="0" y="96"/>
                  </a:lnTo>
                  <a:lnTo>
                    <a:pt x="32" y="104"/>
                  </a:lnTo>
                  <a:lnTo>
                    <a:pt x="48" y="88"/>
                  </a:lnTo>
                  <a:lnTo>
                    <a:pt x="72" y="104"/>
                  </a:lnTo>
                  <a:lnTo>
                    <a:pt x="88" y="152"/>
                  </a:lnTo>
                  <a:lnTo>
                    <a:pt x="104" y="176"/>
                  </a:lnTo>
                  <a:lnTo>
                    <a:pt x="144" y="160"/>
                  </a:lnTo>
                  <a:lnTo>
                    <a:pt x="160" y="160"/>
                  </a:lnTo>
                  <a:lnTo>
                    <a:pt x="192" y="128"/>
                  </a:lnTo>
                  <a:lnTo>
                    <a:pt x="232" y="168"/>
                  </a:lnTo>
                  <a:lnTo>
                    <a:pt x="208" y="248"/>
                  </a:lnTo>
                  <a:lnTo>
                    <a:pt x="216" y="312"/>
                  </a:lnTo>
                  <a:lnTo>
                    <a:pt x="192" y="336"/>
                  </a:lnTo>
                  <a:lnTo>
                    <a:pt x="192" y="392"/>
                  </a:lnTo>
                  <a:lnTo>
                    <a:pt x="176" y="368"/>
                  </a:lnTo>
                  <a:lnTo>
                    <a:pt x="104" y="464"/>
                  </a:lnTo>
                  <a:lnTo>
                    <a:pt x="128" y="504"/>
                  </a:lnTo>
                  <a:lnTo>
                    <a:pt x="152" y="488"/>
                  </a:lnTo>
                  <a:lnTo>
                    <a:pt x="160" y="504"/>
                  </a:lnTo>
                  <a:lnTo>
                    <a:pt x="136" y="520"/>
                  </a:lnTo>
                  <a:lnTo>
                    <a:pt x="136" y="544"/>
                  </a:lnTo>
                  <a:lnTo>
                    <a:pt x="176" y="544"/>
                  </a:lnTo>
                  <a:lnTo>
                    <a:pt x="192" y="536"/>
                  </a:lnTo>
                  <a:lnTo>
                    <a:pt x="192" y="576"/>
                  </a:lnTo>
                  <a:lnTo>
                    <a:pt x="232" y="600"/>
                  </a:lnTo>
                  <a:lnTo>
                    <a:pt x="288" y="584"/>
                  </a:lnTo>
                  <a:lnTo>
                    <a:pt x="288" y="608"/>
                  </a:lnTo>
                  <a:lnTo>
                    <a:pt x="320" y="592"/>
                  </a:lnTo>
                  <a:lnTo>
                    <a:pt x="368" y="640"/>
                  </a:lnTo>
                  <a:lnTo>
                    <a:pt x="384" y="640"/>
                  </a:lnTo>
                  <a:lnTo>
                    <a:pt x="400" y="672"/>
                  </a:lnTo>
                  <a:lnTo>
                    <a:pt x="424" y="664"/>
                  </a:lnTo>
                  <a:lnTo>
                    <a:pt x="424" y="632"/>
                  </a:lnTo>
                  <a:lnTo>
                    <a:pt x="432" y="624"/>
                  </a:lnTo>
                  <a:lnTo>
                    <a:pt x="432" y="664"/>
                  </a:lnTo>
                  <a:lnTo>
                    <a:pt x="480" y="696"/>
                  </a:lnTo>
                  <a:lnTo>
                    <a:pt x="488" y="672"/>
                  </a:lnTo>
                  <a:lnTo>
                    <a:pt x="496" y="680"/>
                  </a:lnTo>
                  <a:lnTo>
                    <a:pt x="528" y="648"/>
                  </a:lnTo>
                  <a:lnTo>
                    <a:pt x="552" y="680"/>
                  </a:lnTo>
                  <a:lnTo>
                    <a:pt x="600" y="680"/>
                  </a:lnTo>
                  <a:lnTo>
                    <a:pt x="592" y="632"/>
                  </a:lnTo>
                  <a:lnTo>
                    <a:pt x="568" y="576"/>
                  </a:lnTo>
                  <a:lnTo>
                    <a:pt x="600" y="528"/>
                  </a:lnTo>
                  <a:lnTo>
                    <a:pt x="632" y="520"/>
                  </a:lnTo>
                  <a:lnTo>
                    <a:pt x="664" y="536"/>
                  </a:lnTo>
                  <a:lnTo>
                    <a:pt x="688" y="424"/>
                  </a:lnTo>
                  <a:lnTo>
                    <a:pt x="680" y="344"/>
                  </a:lnTo>
                  <a:lnTo>
                    <a:pt x="696" y="328"/>
                  </a:lnTo>
                  <a:lnTo>
                    <a:pt x="696" y="296"/>
                  </a:lnTo>
                  <a:lnTo>
                    <a:pt x="680" y="288"/>
                  </a:lnTo>
                  <a:lnTo>
                    <a:pt x="704" y="256"/>
                  </a:lnTo>
                  <a:lnTo>
                    <a:pt x="680" y="256"/>
                  </a:lnTo>
                  <a:lnTo>
                    <a:pt x="608" y="320"/>
                  </a:lnTo>
                  <a:lnTo>
                    <a:pt x="608" y="336"/>
                  </a:lnTo>
                  <a:lnTo>
                    <a:pt x="560" y="360"/>
                  </a:lnTo>
                  <a:lnTo>
                    <a:pt x="520" y="360"/>
                  </a:lnTo>
                  <a:lnTo>
                    <a:pt x="488" y="304"/>
                  </a:lnTo>
                  <a:lnTo>
                    <a:pt x="488" y="280"/>
                  </a:lnTo>
                  <a:lnTo>
                    <a:pt x="440" y="280"/>
                  </a:lnTo>
                  <a:lnTo>
                    <a:pt x="416" y="256"/>
                  </a:lnTo>
                  <a:lnTo>
                    <a:pt x="376" y="256"/>
                  </a:lnTo>
                  <a:lnTo>
                    <a:pt x="376" y="240"/>
                  </a:lnTo>
                  <a:lnTo>
                    <a:pt x="360" y="240"/>
                  </a:lnTo>
                  <a:lnTo>
                    <a:pt x="360" y="256"/>
                  </a:lnTo>
                  <a:lnTo>
                    <a:pt x="336" y="248"/>
                  </a:lnTo>
                  <a:lnTo>
                    <a:pt x="296" y="176"/>
                  </a:lnTo>
                  <a:lnTo>
                    <a:pt x="264" y="128"/>
                  </a:lnTo>
                  <a:lnTo>
                    <a:pt x="248" y="104"/>
                  </a:lnTo>
                  <a:lnTo>
                    <a:pt x="248" y="88"/>
                  </a:lnTo>
                  <a:lnTo>
                    <a:pt x="200" y="24"/>
                  </a:lnTo>
                  <a:lnTo>
                    <a:pt x="144" y="24"/>
                  </a:lnTo>
                  <a:lnTo>
                    <a:pt x="104" y="0"/>
                  </a:lnTo>
                  <a:lnTo>
                    <a:pt x="16" y="16"/>
                  </a:lnTo>
                  <a:lnTo>
                    <a:pt x="8" y="32"/>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18" name="Freeform 5">
              <a:extLst>
                <a:ext uri="{FF2B5EF4-FFF2-40B4-BE49-F238E27FC236}">
                  <a16:creationId xmlns:a16="http://schemas.microsoft.com/office/drawing/2014/main" id="{A7EECBBF-DA1F-48D8-AA2F-8CFEA0D14143}"/>
                </a:ext>
              </a:extLst>
            </p:cNvPr>
            <p:cNvSpPr>
              <a:spLocks noChangeArrowheads="1"/>
            </p:cNvSpPr>
            <p:nvPr/>
          </p:nvSpPr>
          <p:spPr bwMode="auto">
            <a:xfrm>
              <a:off x="4335281" y="921123"/>
              <a:ext cx="889755" cy="685451"/>
            </a:xfrm>
            <a:custGeom>
              <a:avLst/>
              <a:gdLst>
                <a:gd name="T0" fmla="*/ 1316 w 529"/>
                <a:gd name="T1" fmla="*/ 244 h 401"/>
                <a:gd name="T2" fmla="*/ 1194 w 529"/>
                <a:gd name="T3" fmla="*/ 244 h 401"/>
                <a:gd name="T4" fmla="*/ 1137 w 529"/>
                <a:gd name="T5" fmla="*/ 202 h 401"/>
                <a:gd name="T6" fmla="*/ 1056 w 529"/>
                <a:gd name="T7" fmla="*/ 257 h 401"/>
                <a:gd name="T8" fmla="*/ 1036 w 529"/>
                <a:gd name="T9" fmla="*/ 229 h 401"/>
                <a:gd name="T10" fmla="*/ 1017 w 529"/>
                <a:gd name="T11" fmla="*/ 271 h 401"/>
                <a:gd name="T12" fmla="*/ 898 w 529"/>
                <a:gd name="T13" fmla="*/ 215 h 401"/>
                <a:gd name="T14" fmla="*/ 898 w 529"/>
                <a:gd name="T15" fmla="*/ 149 h 401"/>
                <a:gd name="T16" fmla="*/ 857 w 529"/>
                <a:gd name="T17" fmla="*/ 162 h 401"/>
                <a:gd name="T18" fmla="*/ 879 w 529"/>
                <a:gd name="T19" fmla="*/ 215 h 401"/>
                <a:gd name="T20" fmla="*/ 819 w 529"/>
                <a:gd name="T21" fmla="*/ 215 h 401"/>
                <a:gd name="T22" fmla="*/ 778 w 529"/>
                <a:gd name="T23" fmla="*/ 175 h 401"/>
                <a:gd name="T24" fmla="*/ 736 w 529"/>
                <a:gd name="T25" fmla="*/ 175 h 401"/>
                <a:gd name="T26" fmla="*/ 619 w 529"/>
                <a:gd name="T27" fmla="*/ 94 h 401"/>
                <a:gd name="T28" fmla="*/ 538 w 529"/>
                <a:gd name="T29" fmla="*/ 122 h 401"/>
                <a:gd name="T30" fmla="*/ 538 w 529"/>
                <a:gd name="T31" fmla="*/ 94 h 401"/>
                <a:gd name="T32" fmla="*/ 397 w 529"/>
                <a:gd name="T33" fmla="*/ 109 h 401"/>
                <a:gd name="T34" fmla="*/ 300 w 529"/>
                <a:gd name="T35" fmla="*/ 67 h 401"/>
                <a:gd name="T36" fmla="*/ 300 w 529"/>
                <a:gd name="T37" fmla="*/ 0 h 401"/>
                <a:gd name="T38" fmla="*/ 259 w 529"/>
                <a:gd name="T39" fmla="*/ 13 h 401"/>
                <a:gd name="T40" fmla="*/ 158 w 529"/>
                <a:gd name="T41" fmla="*/ 13 h 401"/>
                <a:gd name="T42" fmla="*/ 179 w 529"/>
                <a:gd name="T43" fmla="*/ 94 h 401"/>
                <a:gd name="T44" fmla="*/ 121 w 529"/>
                <a:gd name="T45" fmla="*/ 94 h 401"/>
                <a:gd name="T46" fmla="*/ 20 w 529"/>
                <a:gd name="T47" fmla="*/ 54 h 401"/>
                <a:gd name="T48" fmla="*/ 0 w 529"/>
                <a:gd name="T49" fmla="*/ 94 h 401"/>
                <a:gd name="T50" fmla="*/ 79 w 529"/>
                <a:gd name="T51" fmla="*/ 149 h 401"/>
                <a:gd name="T52" fmla="*/ 60 w 529"/>
                <a:gd name="T53" fmla="*/ 202 h 401"/>
                <a:gd name="T54" fmla="*/ 121 w 529"/>
                <a:gd name="T55" fmla="*/ 271 h 401"/>
                <a:gd name="T56" fmla="*/ 218 w 529"/>
                <a:gd name="T57" fmla="*/ 229 h 401"/>
                <a:gd name="T58" fmla="*/ 278 w 529"/>
                <a:gd name="T59" fmla="*/ 310 h 401"/>
                <a:gd name="T60" fmla="*/ 278 w 529"/>
                <a:gd name="T61" fmla="*/ 377 h 401"/>
                <a:gd name="T62" fmla="*/ 377 w 529"/>
                <a:gd name="T63" fmla="*/ 377 h 401"/>
                <a:gd name="T64" fmla="*/ 418 w 529"/>
                <a:gd name="T65" fmla="*/ 445 h 401"/>
                <a:gd name="T66" fmla="*/ 438 w 529"/>
                <a:gd name="T67" fmla="*/ 390 h 401"/>
                <a:gd name="T68" fmla="*/ 519 w 529"/>
                <a:gd name="T69" fmla="*/ 472 h 401"/>
                <a:gd name="T70" fmla="*/ 577 w 529"/>
                <a:gd name="T71" fmla="*/ 538 h 401"/>
                <a:gd name="T72" fmla="*/ 577 w 529"/>
                <a:gd name="T73" fmla="*/ 580 h 401"/>
                <a:gd name="T74" fmla="*/ 659 w 529"/>
                <a:gd name="T75" fmla="*/ 674 h 401"/>
                <a:gd name="T76" fmla="*/ 718 w 529"/>
                <a:gd name="T77" fmla="*/ 633 h 401"/>
                <a:gd name="T78" fmla="*/ 757 w 529"/>
                <a:gd name="T79" fmla="*/ 552 h 401"/>
                <a:gd name="T80" fmla="*/ 797 w 529"/>
                <a:gd name="T81" fmla="*/ 538 h 401"/>
                <a:gd name="T82" fmla="*/ 837 w 529"/>
                <a:gd name="T83" fmla="*/ 552 h 401"/>
                <a:gd name="T84" fmla="*/ 819 w 529"/>
                <a:gd name="T85" fmla="*/ 580 h 401"/>
                <a:gd name="T86" fmla="*/ 935 w 529"/>
                <a:gd name="T87" fmla="*/ 580 h 401"/>
                <a:gd name="T88" fmla="*/ 977 w 529"/>
                <a:gd name="T89" fmla="*/ 552 h 401"/>
                <a:gd name="T90" fmla="*/ 977 w 529"/>
                <a:gd name="T91" fmla="*/ 525 h 401"/>
                <a:gd name="T92" fmla="*/ 957 w 529"/>
                <a:gd name="T93" fmla="*/ 497 h 401"/>
                <a:gd name="T94" fmla="*/ 1078 w 529"/>
                <a:gd name="T95" fmla="*/ 458 h 401"/>
                <a:gd name="T96" fmla="*/ 1096 w 529"/>
                <a:gd name="T97" fmla="*/ 445 h 401"/>
                <a:gd name="T98" fmla="*/ 1096 w 529"/>
                <a:gd name="T99" fmla="*/ 416 h 401"/>
                <a:gd name="T100" fmla="*/ 1137 w 529"/>
                <a:gd name="T101" fmla="*/ 403 h 401"/>
                <a:gd name="T102" fmla="*/ 1137 w 529"/>
                <a:gd name="T103" fmla="*/ 323 h 401"/>
                <a:gd name="T104" fmla="*/ 1178 w 529"/>
                <a:gd name="T105" fmla="*/ 323 h 401"/>
                <a:gd name="T106" fmla="*/ 1194 w 529"/>
                <a:gd name="T107" fmla="*/ 363 h 401"/>
                <a:gd name="T108" fmla="*/ 1256 w 529"/>
                <a:gd name="T109" fmla="*/ 390 h 401"/>
                <a:gd name="T110" fmla="*/ 1277 w 529"/>
                <a:gd name="T111" fmla="*/ 377 h 401"/>
                <a:gd name="T112" fmla="*/ 1256 w 529"/>
                <a:gd name="T113" fmla="*/ 350 h 401"/>
                <a:gd name="T114" fmla="*/ 1256 w 529"/>
                <a:gd name="T115" fmla="*/ 323 h 401"/>
                <a:gd name="T116" fmla="*/ 1316 w 529"/>
                <a:gd name="T117" fmla="*/ 310 h 401"/>
                <a:gd name="T118" fmla="*/ 1316 w 529"/>
                <a:gd name="T119" fmla="*/ 244 h 40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529"/>
                <a:gd name="T181" fmla="*/ 0 h 401"/>
                <a:gd name="T182" fmla="*/ 529 w 529"/>
                <a:gd name="T183" fmla="*/ 401 h 40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529" h="401">
                  <a:moveTo>
                    <a:pt x="528" y="144"/>
                  </a:moveTo>
                  <a:lnTo>
                    <a:pt x="480" y="144"/>
                  </a:lnTo>
                  <a:lnTo>
                    <a:pt x="456" y="120"/>
                  </a:lnTo>
                  <a:lnTo>
                    <a:pt x="424" y="152"/>
                  </a:lnTo>
                  <a:lnTo>
                    <a:pt x="416" y="136"/>
                  </a:lnTo>
                  <a:lnTo>
                    <a:pt x="408" y="160"/>
                  </a:lnTo>
                  <a:lnTo>
                    <a:pt x="360" y="128"/>
                  </a:lnTo>
                  <a:lnTo>
                    <a:pt x="360" y="88"/>
                  </a:lnTo>
                  <a:lnTo>
                    <a:pt x="344" y="96"/>
                  </a:lnTo>
                  <a:lnTo>
                    <a:pt x="352" y="128"/>
                  </a:lnTo>
                  <a:lnTo>
                    <a:pt x="328" y="128"/>
                  </a:lnTo>
                  <a:lnTo>
                    <a:pt x="312" y="104"/>
                  </a:lnTo>
                  <a:lnTo>
                    <a:pt x="296" y="104"/>
                  </a:lnTo>
                  <a:lnTo>
                    <a:pt x="248" y="56"/>
                  </a:lnTo>
                  <a:lnTo>
                    <a:pt x="216" y="72"/>
                  </a:lnTo>
                  <a:lnTo>
                    <a:pt x="216" y="56"/>
                  </a:lnTo>
                  <a:lnTo>
                    <a:pt x="160" y="64"/>
                  </a:lnTo>
                  <a:lnTo>
                    <a:pt x="120" y="40"/>
                  </a:lnTo>
                  <a:lnTo>
                    <a:pt x="120" y="0"/>
                  </a:lnTo>
                  <a:lnTo>
                    <a:pt x="104" y="8"/>
                  </a:lnTo>
                  <a:lnTo>
                    <a:pt x="64" y="8"/>
                  </a:lnTo>
                  <a:lnTo>
                    <a:pt x="72" y="56"/>
                  </a:lnTo>
                  <a:lnTo>
                    <a:pt x="48" y="56"/>
                  </a:lnTo>
                  <a:lnTo>
                    <a:pt x="8" y="32"/>
                  </a:lnTo>
                  <a:lnTo>
                    <a:pt x="0" y="56"/>
                  </a:lnTo>
                  <a:lnTo>
                    <a:pt x="32" y="88"/>
                  </a:lnTo>
                  <a:lnTo>
                    <a:pt x="24" y="120"/>
                  </a:lnTo>
                  <a:lnTo>
                    <a:pt x="48" y="160"/>
                  </a:lnTo>
                  <a:lnTo>
                    <a:pt x="88" y="136"/>
                  </a:lnTo>
                  <a:lnTo>
                    <a:pt x="112" y="184"/>
                  </a:lnTo>
                  <a:lnTo>
                    <a:pt x="112" y="224"/>
                  </a:lnTo>
                  <a:lnTo>
                    <a:pt x="152" y="224"/>
                  </a:lnTo>
                  <a:lnTo>
                    <a:pt x="168" y="264"/>
                  </a:lnTo>
                  <a:lnTo>
                    <a:pt x="176" y="232"/>
                  </a:lnTo>
                  <a:lnTo>
                    <a:pt x="208" y="280"/>
                  </a:lnTo>
                  <a:lnTo>
                    <a:pt x="232" y="320"/>
                  </a:lnTo>
                  <a:lnTo>
                    <a:pt x="232" y="344"/>
                  </a:lnTo>
                  <a:lnTo>
                    <a:pt x="264" y="400"/>
                  </a:lnTo>
                  <a:lnTo>
                    <a:pt x="288" y="376"/>
                  </a:lnTo>
                  <a:lnTo>
                    <a:pt x="304" y="328"/>
                  </a:lnTo>
                  <a:lnTo>
                    <a:pt x="320" y="320"/>
                  </a:lnTo>
                  <a:lnTo>
                    <a:pt x="336" y="328"/>
                  </a:lnTo>
                  <a:lnTo>
                    <a:pt x="328" y="344"/>
                  </a:lnTo>
                  <a:lnTo>
                    <a:pt x="376" y="344"/>
                  </a:lnTo>
                  <a:lnTo>
                    <a:pt x="392" y="328"/>
                  </a:lnTo>
                  <a:lnTo>
                    <a:pt x="392" y="312"/>
                  </a:lnTo>
                  <a:lnTo>
                    <a:pt x="384" y="296"/>
                  </a:lnTo>
                  <a:lnTo>
                    <a:pt x="432" y="272"/>
                  </a:lnTo>
                  <a:lnTo>
                    <a:pt x="440" y="264"/>
                  </a:lnTo>
                  <a:lnTo>
                    <a:pt x="440" y="248"/>
                  </a:lnTo>
                  <a:lnTo>
                    <a:pt x="456" y="240"/>
                  </a:lnTo>
                  <a:lnTo>
                    <a:pt x="456" y="192"/>
                  </a:lnTo>
                  <a:lnTo>
                    <a:pt x="472" y="192"/>
                  </a:lnTo>
                  <a:lnTo>
                    <a:pt x="480" y="216"/>
                  </a:lnTo>
                  <a:lnTo>
                    <a:pt x="504" y="232"/>
                  </a:lnTo>
                  <a:lnTo>
                    <a:pt x="512" y="224"/>
                  </a:lnTo>
                  <a:lnTo>
                    <a:pt x="504" y="208"/>
                  </a:lnTo>
                  <a:lnTo>
                    <a:pt x="504" y="192"/>
                  </a:lnTo>
                  <a:lnTo>
                    <a:pt x="528" y="184"/>
                  </a:lnTo>
                  <a:lnTo>
                    <a:pt x="528" y="144"/>
                  </a:lnTo>
                </a:path>
              </a:pathLst>
            </a:custGeom>
            <a:grpFill/>
            <a:ln w="9525" cmpd="sng">
              <a:solidFill>
                <a:srgbClr val="992677"/>
              </a:solidFill>
              <a:bevel/>
              <a:headEnd/>
              <a:tailEnd/>
            </a:ln>
          </p:spPr>
          <p:txBody>
            <a:bodyPr/>
            <a:lstStyle/>
            <a:p>
              <a:pPr>
                <a:defRPr/>
              </a:pPr>
              <a:endParaRPr lang="zh-CN" altLang="zh-CN" sz="2000" b="1" dirty="0">
                <a:solidFill>
                  <a:srgbClr val="992677"/>
                </a:solidFill>
                <a:cs typeface="+mn-ea"/>
                <a:sym typeface="+mn-lt"/>
              </a:endParaRPr>
            </a:p>
          </p:txBody>
        </p:sp>
        <p:sp>
          <p:nvSpPr>
            <p:cNvPr id="219" name="Freeform 6">
              <a:extLst>
                <a:ext uri="{FF2B5EF4-FFF2-40B4-BE49-F238E27FC236}">
                  <a16:creationId xmlns:a16="http://schemas.microsoft.com/office/drawing/2014/main" id="{3B1984C1-9837-457D-ACC2-3066E31176F5}"/>
                </a:ext>
              </a:extLst>
            </p:cNvPr>
            <p:cNvSpPr>
              <a:spLocks noChangeArrowheads="1"/>
            </p:cNvSpPr>
            <p:nvPr/>
          </p:nvSpPr>
          <p:spPr bwMode="auto">
            <a:xfrm>
              <a:off x="4147521" y="1301587"/>
              <a:ext cx="634739" cy="673128"/>
            </a:xfrm>
            <a:custGeom>
              <a:avLst/>
              <a:gdLst>
                <a:gd name="T0" fmla="*/ 941 w 377"/>
                <a:gd name="T1" fmla="*/ 299 h 393"/>
                <a:gd name="T2" fmla="*/ 842 w 377"/>
                <a:gd name="T3" fmla="*/ 203 h 393"/>
                <a:gd name="T4" fmla="*/ 860 w 377"/>
                <a:gd name="T5" fmla="*/ 163 h 393"/>
                <a:gd name="T6" fmla="*/ 782 w 377"/>
                <a:gd name="T7" fmla="*/ 67 h 393"/>
                <a:gd name="T8" fmla="*/ 722 w 377"/>
                <a:gd name="T9" fmla="*/ 13 h 393"/>
                <a:gd name="T10" fmla="*/ 701 w 377"/>
                <a:gd name="T11" fmla="*/ 67 h 393"/>
                <a:gd name="T12" fmla="*/ 661 w 377"/>
                <a:gd name="T13" fmla="*/ 0 h 393"/>
                <a:gd name="T14" fmla="*/ 582 w 377"/>
                <a:gd name="T15" fmla="*/ 0 h 393"/>
                <a:gd name="T16" fmla="*/ 601 w 377"/>
                <a:gd name="T17" fmla="*/ 41 h 393"/>
                <a:gd name="T18" fmla="*/ 500 w 377"/>
                <a:gd name="T19" fmla="*/ 96 h 393"/>
                <a:gd name="T20" fmla="*/ 440 w 377"/>
                <a:gd name="T21" fmla="*/ 96 h 393"/>
                <a:gd name="T22" fmla="*/ 121 w 377"/>
                <a:gd name="T23" fmla="*/ 245 h 393"/>
                <a:gd name="T24" fmla="*/ 60 w 377"/>
                <a:gd name="T25" fmla="*/ 191 h 393"/>
                <a:gd name="T26" fmla="*/ 20 w 377"/>
                <a:gd name="T27" fmla="*/ 191 h 393"/>
                <a:gd name="T28" fmla="*/ 41 w 377"/>
                <a:gd name="T29" fmla="*/ 231 h 393"/>
                <a:gd name="T30" fmla="*/ 41 w 377"/>
                <a:gd name="T31" fmla="*/ 272 h 393"/>
                <a:gd name="T32" fmla="*/ 60 w 377"/>
                <a:gd name="T33" fmla="*/ 314 h 393"/>
                <a:gd name="T34" fmla="*/ 20 w 377"/>
                <a:gd name="T35" fmla="*/ 314 h 393"/>
                <a:gd name="T36" fmla="*/ 20 w 377"/>
                <a:gd name="T37" fmla="*/ 367 h 393"/>
                <a:gd name="T38" fmla="*/ 0 w 377"/>
                <a:gd name="T39" fmla="*/ 395 h 393"/>
                <a:gd name="T40" fmla="*/ 79 w 377"/>
                <a:gd name="T41" fmla="*/ 408 h 393"/>
                <a:gd name="T42" fmla="*/ 162 w 377"/>
                <a:gd name="T43" fmla="*/ 504 h 393"/>
                <a:gd name="T44" fmla="*/ 260 w 377"/>
                <a:gd name="T45" fmla="*/ 408 h 393"/>
                <a:gd name="T46" fmla="*/ 300 w 377"/>
                <a:gd name="T47" fmla="*/ 354 h 393"/>
                <a:gd name="T48" fmla="*/ 401 w 377"/>
                <a:gd name="T49" fmla="*/ 340 h 393"/>
                <a:gd name="T50" fmla="*/ 463 w 377"/>
                <a:gd name="T51" fmla="*/ 367 h 393"/>
                <a:gd name="T52" fmla="*/ 463 w 377"/>
                <a:gd name="T53" fmla="*/ 380 h 393"/>
                <a:gd name="T54" fmla="*/ 482 w 377"/>
                <a:gd name="T55" fmla="*/ 380 h 393"/>
                <a:gd name="T56" fmla="*/ 422 w 377"/>
                <a:gd name="T57" fmla="*/ 476 h 393"/>
                <a:gd name="T58" fmla="*/ 381 w 377"/>
                <a:gd name="T59" fmla="*/ 476 h 393"/>
                <a:gd name="T60" fmla="*/ 401 w 377"/>
                <a:gd name="T61" fmla="*/ 530 h 393"/>
                <a:gd name="T62" fmla="*/ 381 w 377"/>
                <a:gd name="T63" fmla="*/ 544 h 393"/>
                <a:gd name="T64" fmla="*/ 422 w 377"/>
                <a:gd name="T65" fmla="*/ 544 h 393"/>
                <a:gd name="T66" fmla="*/ 341 w 377"/>
                <a:gd name="T67" fmla="*/ 639 h 393"/>
                <a:gd name="T68" fmla="*/ 360 w 377"/>
                <a:gd name="T69" fmla="*/ 666 h 393"/>
                <a:gd name="T70" fmla="*/ 401 w 377"/>
                <a:gd name="T71" fmla="*/ 639 h 393"/>
                <a:gd name="T72" fmla="*/ 422 w 377"/>
                <a:gd name="T73" fmla="*/ 598 h 393"/>
                <a:gd name="T74" fmla="*/ 463 w 377"/>
                <a:gd name="T75" fmla="*/ 598 h 393"/>
                <a:gd name="T76" fmla="*/ 500 w 377"/>
                <a:gd name="T77" fmla="*/ 573 h 393"/>
                <a:gd name="T78" fmla="*/ 500 w 377"/>
                <a:gd name="T79" fmla="*/ 530 h 393"/>
                <a:gd name="T80" fmla="*/ 643 w 377"/>
                <a:gd name="T81" fmla="*/ 476 h 393"/>
                <a:gd name="T82" fmla="*/ 761 w 377"/>
                <a:gd name="T83" fmla="*/ 450 h 393"/>
                <a:gd name="T84" fmla="*/ 782 w 377"/>
                <a:gd name="T85" fmla="*/ 380 h 393"/>
                <a:gd name="T86" fmla="*/ 860 w 377"/>
                <a:gd name="T87" fmla="*/ 340 h 393"/>
                <a:gd name="T88" fmla="*/ 922 w 377"/>
                <a:gd name="T89" fmla="*/ 327 h 393"/>
                <a:gd name="T90" fmla="*/ 941 w 377"/>
                <a:gd name="T91" fmla="*/ 299 h 39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77"/>
                <a:gd name="T139" fmla="*/ 0 h 393"/>
                <a:gd name="T140" fmla="*/ 377 w 377"/>
                <a:gd name="T141" fmla="*/ 393 h 39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77" h="393">
                  <a:moveTo>
                    <a:pt x="376" y="176"/>
                  </a:moveTo>
                  <a:lnTo>
                    <a:pt x="336" y="120"/>
                  </a:lnTo>
                  <a:lnTo>
                    <a:pt x="344" y="96"/>
                  </a:lnTo>
                  <a:lnTo>
                    <a:pt x="312" y="40"/>
                  </a:lnTo>
                  <a:lnTo>
                    <a:pt x="288" y="8"/>
                  </a:lnTo>
                  <a:lnTo>
                    <a:pt x="280" y="40"/>
                  </a:lnTo>
                  <a:lnTo>
                    <a:pt x="264" y="0"/>
                  </a:lnTo>
                  <a:lnTo>
                    <a:pt x="232" y="0"/>
                  </a:lnTo>
                  <a:lnTo>
                    <a:pt x="240" y="24"/>
                  </a:lnTo>
                  <a:lnTo>
                    <a:pt x="200" y="56"/>
                  </a:lnTo>
                  <a:lnTo>
                    <a:pt x="176" y="56"/>
                  </a:lnTo>
                  <a:lnTo>
                    <a:pt x="48" y="144"/>
                  </a:lnTo>
                  <a:lnTo>
                    <a:pt x="24" y="112"/>
                  </a:lnTo>
                  <a:lnTo>
                    <a:pt x="8" y="112"/>
                  </a:lnTo>
                  <a:lnTo>
                    <a:pt x="16" y="136"/>
                  </a:lnTo>
                  <a:lnTo>
                    <a:pt x="16" y="160"/>
                  </a:lnTo>
                  <a:lnTo>
                    <a:pt x="24" y="184"/>
                  </a:lnTo>
                  <a:lnTo>
                    <a:pt x="8" y="184"/>
                  </a:lnTo>
                  <a:lnTo>
                    <a:pt x="8" y="216"/>
                  </a:lnTo>
                  <a:lnTo>
                    <a:pt x="0" y="232"/>
                  </a:lnTo>
                  <a:lnTo>
                    <a:pt x="32" y="240"/>
                  </a:lnTo>
                  <a:lnTo>
                    <a:pt x="64" y="296"/>
                  </a:lnTo>
                  <a:lnTo>
                    <a:pt x="104" y="240"/>
                  </a:lnTo>
                  <a:lnTo>
                    <a:pt x="120" y="208"/>
                  </a:lnTo>
                  <a:lnTo>
                    <a:pt x="160" y="200"/>
                  </a:lnTo>
                  <a:lnTo>
                    <a:pt x="184" y="216"/>
                  </a:lnTo>
                  <a:lnTo>
                    <a:pt x="184" y="224"/>
                  </a:lnTo>
                  <a:lnTo>
                    <a:pt x="192" y="224"/>
                  </a:lnTo>
                  <a:lnTo>
                    <a:pt x="168" y="280"/>
                  </a:lnTo>
                  <a:lnTo>
                    <a:pt x="152" y="280"/>
                  </a:lnTo>
                  <a:lnTo>
                    <a:pt x="160" y="312"/>
                  </a:lnTo>
                  <a:lnTo>
                    <a:pt x="152" y="320"/>
                  </a:lnTo>
                  <a:lnTo>
                    <a:pt x="168" y="320"/>
                  </a:lnTo>
                  <a:lnTo>
                    <a:pt x="136" y="376"/>
                  </a:lnTo>
                  <a:lnTo>
                    <a:pt x="144" y="392"/>
                  </a:lnTo>
                  <a:lnTo>
                    <a:pt x="160" y="376"/>
                  </a:lnTo>
                  <a:lnTo>
                    <a:pt x="168" y="352"/>
                  </a:lnTo>
                  <a:lnTo>
                    <a:pt x="184" y="352"/>
                  </a:lnTo>
                  <a:lnTo>
                    <a:pt x="200" y="336"/>
                  </a:lnTo>
                  <a:lnTo>
                    <a:pt x="200" y="312"/>
                  </a:lnTo>
                  <a:lnTo>
                    <a:pt x="256" y="280"/>
                  </a:lnTo>
                  <a:lnTo>
                    <a:pt x="304" y="264"/>
                  </a:lnTo>
                  <a:lnTo>
                    <a:pt x="312" y="224"/>
                  </a:lnTo>
                  <a:lnTo>
                    <a:pt x="344" y="200"/>
                  </a:lnTo>
                  <a:lnTo>
                    <a:pt x="368" y="192"/>
                  </a:lnTo>
                  <a:lnTo>
                    <a:pt x="376" y="176"/>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20" name="Freeform 7">
              <a:extLst>
                <a:ext uri="{FF2B5EF4-FFF2-40B4-BE49-F238E27FC236}">
                  <a16:creationId xmlns:a16="http://schemas.microsoft.com/office/drawing/2014/main" id="{BB194B5A-D216-49A2-B915-E759D297D1C2}"/>
                </a:ext>
              </a:extLst>
            </p:cNvPr>
            <p:cNvSpPr>
              <a:spLocks noChangeArrowheads="1"/>
            </p:cNvSpPr>
            <p:nvPr/>
          </p:nvSpPr>
          <p:spPr bwMode="auto">
            <a:xfrm>
              <a:off x="3664111" y="1454080"/>
              <a:ext cx="592703" cy="916502"/>
            </a:xfrm>
            <a:custGeom>
              <a:avLst/>
              <a:gdLst>
                <a:gd name="T0" fmla="*/ 790 w 353"/>
                <a:gd name="T1" fmla="*/ 266 h 537"/>
                <a:gd name="T2" fmla="*/ 731 w 353"/>
                <a:gd name="T3" fmla="*/ 160 h 537"/>
                <a:gd name="T4" fmla="*/ 614 w 353"/>
                <a:gd name="T5" fmla="*/ 148 h 537"/>
                <a:gd name="T6" fmla="*/ 552 w 353"/>
                <a:gd name="T7" fmla="*/ 0 h 537"/>
                <a:gd name="T8" fmla="*/ 435 w 353"/>
                <a:gd name="T9" fmla="*/ 109 h 537"/>
                <a:gd name="T10" fmla="*/ 336 w 353"/>
                <a:gd name="T11" fmla="*/ 135 h 537"/>
                <a:gd name="T12" fmla="*/ 198 w 353"/>
                <a:gd name="T13" fmla="*/ 173 h 537"/>
                <a:gd name="T14" fmla="*/ 79 w 353"/>
                <a:gd name="T15" fmla="*/ 122 h 537"/>
                <a:gd name="T16" fmla="*/ 20 w 353"/>
                <a:gd name="T17" fmla="*/ 201 h 537"/>
                <a:gd name="T18" fmla="*/ 138 w 353"/>
                <a:gd name="T19" fmla="*/ 335 h 537"/>
                <a:gd name="T20" fmla="*/ 60 w 353"/>
                <a:gd name="T21" fmla="*/ 388 h 537"/>
                <a:gd name="T22" fmla="*/ 158 w 353"/>
                <a:gd name="T23" fmla="*/ 454 h 537"/>
                <a:gd name="T24" fmla="*/ 79 w 353"/>
                <a:gd name="T25" fmla="*/ 480 h 537"/>
                <a:gd name="T26" fmla="*/ 41 w 353"/>
                <a:gd name="T27" fmla="*/ 546 h 537"/>
                <a:gd name="T28" fmla="*/ 79 w 353"/>
                <a:gd name="T29" fmla="*/ 668 h 537"/>
                <a:gd name="T30" fmla="*/ 60 w 353"/>
                <a:gd name="T31" fmla="*/ 854 h 537"/>
                <a:gd name="T32" fmla="*/ 217 w 353"/>
                <a:gd name="T33" fmla="*/ 882 h 537"/>
                <a:gd name="T34" fmla="*/ 277 w 353"/>
                <a:gd name="T35" fmla="*/ 854 h 537"/>
                <a:gd name="T36" fmla="*/ 375 w 353"/>
                <a:gd name="T37" fmla="*/ 708 h 537"/>
                <a:gd name="T38" fmla="*/ 573 w 353"/>
                <a:gd name="T39" fmla="*/ 628 h 537"/>
                <a:gd name="T40" fmla="*/ 593 w 353"/>
                <a:gd name="T41" fmla="*/ 575 h 537"/>
                <a:gd name="T42" fmla="*/ 476 w 353"/>
                <a:gd name="T43" fmla="*/ 534 h 537"/>
                <a:gd name="T44" fmla="*/ 454 w 353"/>
                <a:gd name="T45" fmla="*/ 480 h 537"/>
                <a:gd name="T46" fmla="*/ 397 w 353"/>
                <a:gd name="T47" fmla="*/ 442 h 537"/>
                <a:gd name="T48" fmla="*/ 259 w 353"/>
                <a:gd name="T49" fmla="*/ 429 h 537"/>
                <a:gd name="T50" fmla="*/ 336 w 353"/>
                <a:gd name="T51" fmla="*/ 280 h 537"/>
                <a:gd name="T52" fmla="*/ 397 w 353"/>
                <a:gd name="T53" fmla="*/ 227 h 537"/>
                <a:gd name="T54" fmla="*/ 476 w 353"/>
                <a:gd name="T55" fmla="*/ 253 h 537"/>
                <a:gd name="T56" fmla="*/ 513 w 353"/>
                <a:gd name="T57" fmla="*/ 307 h 537"/>
                <a:gd name="T58" fmla="*/ 552 w 353"/>
                <a:gd name="T59" fmla="*/ 335 h 537"/>
                <a:gd name="T60" fmla="*/ 633 w 353"/>
                <a:gd name="T61" fmla="*/ 429 h 537"/>
                <a:gd name="T62" fmla="*/ 673 w 353"/>
                <a:gd name="T63" fmla="*/ 480 h 537"/>
                <a:gd name="T64" fmla="*/ 810 w 353"/>
                <a:gd name="T65" fmla="*/ 361 h 5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3"/>
                <a:gd name="T100" fmla="*/ 0 h 537"/>
                <a:gd name="T101" fmla="*/ 353 w 353"/>
                <a:gd name="T102" fmla="*/ 537 h 53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3" h="537">
                  <a:moveTo>
                    <a:pt x="352" y="208"/>
                  </a:moveTo>
                  <a:lnTo>
                    <a:pt x="320" y="160"/>
                  </a:lnTo>
                  <a:lnTo>
                    <a:pt x="288" y="152"/>
                  </a:lnTo>
                  <a:lnTo>
                    <a:pt x="296" y="96"/>
                  </a:lnTo>
                  <a:lnTo>
                    <a:pt x="264" y="104"/>
                  </a:lnTo>
                  <a:lnTo>
                    <a:pt x="248" y="88"/>
                  </a:lnTo>
                  <a:lnTo>
                    <a:pt x="248" y="48"/>
                  </a:lnTo>
                  <a:lnTo>
                    <a:pt x="224" y="0"/>
                  </a:lnTo>
                  <a:lnTo>
                    <a:pt x="176" y="24"/>
                  </a:lnTo>
                  <a:lnTo>
                    <a:pt x="176" y="64"/>
                  </a:lnTo>
                  <a:lnTo>
                    <a:pt x="144" y="56"/>
                  </a:lnTo>
                  <a:lnTo>
                    <a:pt x="136" y="80"/>
                  </a:lnTo>
                  <a:lnTo>
                    <a:pt x="112" y="72"/>
                  </a:lnTo>
                  <a:lnTo>
                    <a:pt x="80" y="104"/>
                  </a:lnTo>
                  <a:lnTo>
                    <a:pt x="56" y="56"/>
                  </a:lnTo>
                  <a:lnTo>
                    <a:pt x="32" y="72"/>
                  </a:lnTo>
                  <a:lnTo>
                    <a:pt x="24" y="112"/>
                  </a:lnTo>
                  <a:lnTo>
                    <a:pt x="8" y="120"/>
                  </a:lnTo>
                  <a:lnTo>
                    <a:pt x="32" y="184"/>
                  </a:lnTo>
                  <a:lnTo>
                    <a:pt x="56" y="200"/>
                  </a:lnTo>
                  <a:lnTo>
                    <a:pt x="32" y="216"/>
                  </a:lnTo>
                  <a:lnTo>
                    <a:pt x="24" y="232"/>
                  </a:lnTo>
                  <a:lnTo>
                    <a:pt x="56" y="232"/>
                  </a:lnTo>
                  <a:lnTo>
                    <a:pt x="64" y="272"/>
                  </a:lnTo>
                  <a:lnTo>
                    <a:pt x="48" y="304"/>
                  </a:lnTo>
                  <a:lnTo>
                    <a:pt x="32" y="288"/>
                  </a:lnTo>
                  <a:lnTo>
                    <a:pt x="16" y="304"/>
                  </a:lnTo>
                  <a:lnTo>
                    <a:pt x="16" y="328"/>
                  </a:lnTo>
                  <a:lnTo>
                    <a:pt x="0" y="344"/>
                  </a:lnTo>
                  <a:lnTo>
                    <a:pt x="32" y="400"/>
                  </a:lnTo>
                  <a:lnTo>
                    <a:pt x="8" y="488"/>
                  </a:lnTo>
                  <a:lnTo>
                    <a:pt x="24" y="512"/>
                  </a:lnTo>
                  <a:lnTo>
                    <a:pt x="72" y="512"/>
                  </a:lnTo>
                  <a:lnTo>
                    <a:pt x="88" y="528"/>
                  </a:lnTo>
                  <a:lnTo>
                    <a:pt x="128" y="536"/>
                  </a:lnTo>
                  <a:lnTo>
                    <a:pt x="112" y="512"/>
                  </a:lnTo>
                  <a:lnTo>
                    <a:pt x="120" y="480"/>
                  </a:lnTo>
                  <a:lnTo>
                    <a:pt x="152" y="424"/>
                  </a:lnTo>
                  <a:lnTo>
                    <a:pt x="192" y="384"/>
                  </a:lnTo>
                  <a:lnTo>
                    <a:pt x="232" y="376"/>
                  </a:lnTo>
                  <a:lnTo>
                    <a:pt x="248" y="360"/>
                  </a:lnTo>
                  <a:lnTo>
                    <a:pt x="240" y="344"/>
                  </a:lnTo>
                  <a:lnTo>
                    <a:pt x="224" y="312"/>
                  </a:lnTo>
                  <a:lnTo>
                    <a:pt x="192" y="320"/>
                  </a:lnTo>
                  <a:lnTo>
                    <a:pt x="176" y="312"/>
                  </a:lnTo>
                  <a:lnTo>
                    <a:pt x="184" y="288"/>
                  </a:lnTo>
                  <a:lnTo>
                    <a:pt x="184" y="248"/>
                  </a:lnTo>
                  <a:lnTo>
                    <a:pt x="160" y="264"/>
                  </a:lnTo>
                  <a:lnTo>
                    <a:pt x="128" y="256"/>
                  </a:lnTo>
                  <a:lnTo>
                    <a:pt x="104" y="256"/>
                  </a:lnTo>
                  <a:lnTo>
                    <a:pt x="104" y="224"/>
                  </a:lnTo>
                  <a:lnTo>
                    <a:pt x="136" y="168"/>
                  </a:lnTo>
                  <a:lnTo>
                    <a:pt x="152" y="168"/>
                  </a:lnTo>
                  <a:lnTo>
                    <a:pt x="160" y="136"/>
                  </a:lnTo>
                  <a:lnTo>
                    <a:pt x="176" y="136"/>
                  </a:lnTo>
                  <a:lnTo>
                    <a:pt x="192" y="152"/>
                  </a:lnTo>
                  <a:lnTo>
                    <a:pt x="216" y="152"/>
                  </a:lnTo>
                  <a:lnTo>
                    <a:pt x="208" y="184"/>
                  </a:lnTo>
                  <a:lnTo>
                    <a:pt x="208" y="200"/>
                  </a:lnTo>
                  <a:lnTo>
                    <a:pt x="224" y="200"/>
                  </a:lnTo>
                  <a:lnTo>
                    <a:pt x="224" y="232"/>
                  </a:lnTo>
                  <a:lnTo>
                    <a:pt x="256" y="256"/>
                  </a:lnTo>
                  <a:lnTo>
                    <a:pt x="264" y="280"/>
                  </a:lnTo>
                  <a:lnTo>
                    <a:pt x="272" y="288"/>
                  </a:lnTo>
                  <a:lnTo>
                    <a:pt x="312" y="256"/>
                  </a:lnTo>
                  <a:lnTo>
                    <a:pt x="328" y="216"/>
                  </a:lnTo>
                  <a:lnTo>
                    <a:pt x="352" y="208"/>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21" name="Freeform 8">
              <a:extLst>
                <a:ext uri="{FF2B5EF4-FFF2-40B4-BE49-F238E27FC236}">
                  <a16:creationId xmlns:a16="http://schemas.microsoft.com/office/drawing/2014/main" id="{57920C49-377B-468E-AC62-ACC21077E4F9}"/>
                </a:ext>
              </a:extLst>
            </p:cNvPr>
            <p:cNvSpPr>
              <a:spLocks noChangeArrowheads="1"/>
            </p:cNvSpPr>
            <p:nvPr/>
          </p:nvSpPr>
          <p:spPr bwMode="auto">
            <a:xfrm>
              <a:off x="3836457" y="1686671"/>
              <a:ext cx="190562" cy="218728"/>
            </a:xfrm>
            <a:custGeom>
              <a:avLst/>
              <a:gdLst>
                <a:gd name="T0" fmla="*/ 283 w 113"/>
                <a:gd name="T1" fmla="*/ 103 h 129"/>
                <a:gd name="T2" fmla="*/ 243 w 113"/>
                <a:gd name="T3" fmla="*/ 64 h 129"/>
                <a:gd name="T4" fmla="*/ 283 w 113"/>
                <a:gd name="T5" fmla="*/ 26 h 129"/>
                <a:gd name="T6" fmla="*/ 202 w 113"/>
                <a:gd name="T7" fmla="*/ 26 h 129"/>
                <a:gd name="T8" fmla="*/ 183 w 113"/>
                <a:gd name="T9" fmla="*/ 0 h 129"/>
                <a:gd name="T10" fmla="*/ 141 w 113"/>
                <a:gd name="T11" fmla="*/ 0 h 129"/>
                <a:gd name="T12" fmla="*/ 122 w 113"/>
                <a:gd name="T13" fmla="*/ 52 h 129"/>
                <a:gd name="T14" fmla="*/ 83 w 113"/>
                <a:gd name="T15" fmla="*/ 52 h 129"/>
                <a:gd name="T16" fmla="*/ 0 w 113"/>
                <a:gd name="T17" fmla="*/ 143 h 129"/>
                <a:gd name="T18" fmla="*/ 0 w 113"/>
                <a:gd name="T19" fmla="*/ 194 h 129"/>
                <a:gd name="T20" fmla="*/ 83 w 113"/>
                <a:gd name="T21" fmla="*/ 194 h 129"/>
                <a:gd name="T22" fmla="*/ 122 w 113"/>
                <a:gd name="T23" fmla="*/ 207 h 129"/>
                <a:gd name="T24" fmla="*/ 202 w 113"/>
                <a:gd name="T25" fmla="*/ 181 h 129"/>
                <a:gd name="T26" fmla="*/ 202 w 113"/>
                <a:gd name="T27" fmla="*/ 156 h 129"/>
                <a:gd name="T28" fmla="*/ 183 w 113"/>
                <a:gd name="T29" fmla="*/ 130 h 129"/>
                <a:gd name="T30" fmla="*/ 243 w 113"/>
                <a:gd name="T31" fmla="*/ 130 h 129"/>
                <a:gd name="T32" fmla="*/ 283 w 113"/>
                <a:gd name="T33" fmla="*/ 103 h 1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3"/>
                <a:gd name="T52" fmla="*/ 0 h 129"/>
                <a:gd name="T53" fmla="*/ 113 w 113"/>
                <a:gd name="T54" fmla="*/ 129 h 12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3" h="129">
                  <a:moveTo>
                    <a:pt x="112" y="64"/>
                  </a:moveTo>
                  <a:lnTo>
                    <a:pt x="96" y="40"/>
                  </a:lnTo>
                  <a:lnTo>
                    <a:pt x="112" y="16"/>
                  </a:lnTo>
                  <a:lnTo>
                    <a:pt x="80" y="16"/>
                  </a:lnTo>
                  <a:lnTo>
                    <a:pt x="72" y="0"/>
                  </a:lnTo>
                  <a:lnTo>
                    <a:pt x="56" y="0"/>
                  </a:lnTo>
                  <a:lnTo>
                    <a:pt x="48" y="32"/>
                  </a:lnTo>
                  <a:lnTo>
                    <a:pt x="32" y="32"/>
                  </a:lnTo>
                  <a:lnTo>
                    <a:pt x="0" y="88"/>
                  </a:lnTo>
                  <a:lnTo>
                    <a:pt x="0" y="120"/>
                  </a:lnTo>
                  <a:lnTo>
                    <a:pt x="32" y="120"/>
                  </a:lnTo>
                  <a:lnTo>
                    <a:pt x="48" y="128"/>
                  </a:lnTo>
                  <a:lnTo>
                    <a:pt x="80" y="112"/>
                  </a:lnTo>
                  <a:lnTo>
                    <a:pt x="80" y="96"/>
                  </a:lnTo>
                  <a:lnTo>
                    <a:pt x="72" y="80"/>
                  </a:lnTo>
                  <a:lnTo>
                    <a:pt x="96" y="80"/>
                  </a:lnTo>
                  <a:lnTo>
                    <a:pt x="112" y="64"/>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22" name="Freeform 9">
              <a:extLst>
                <a:ext uri="{FF2B5EF4-FFF2-40B4-BE49-F238E27FC236}">
                  <a16:creationId xmlns:a16="http://schemas.microsoft.com/office/drawing/2014/main" id="{952ABC88-B569-4C13-BFDC-C99229760972}"/>
                </a:ext>
              </a:extLst>
            </p:cNvPr>
            <p:cNvSpPr>
              <a:spLocks noChangeArrowheads="1"/>
            </p:cNvSpPr>
            <p:nvPr/>
          </p:nvSpPr>
          <p:spPr bwMode="auto">
            <a:xfrm>
              <a:off x="3958361" y="1794495"/>
              <a:ext cx="149927" cy="206405"/>
            </a:xfrm>
            <a:custGeom>
              <a:avLst/>
              <a:gdLst>
                <a:gd name="T0" fmla="*/ 221 w 89"/>
                <a:gd name="T1" fmla="*/ 135 h 121"/>
                <a:gd name="T2" fmla="*/ 200 w 89"/>
                <a:gd name="T3" fmla="*/ 93 h 121"/>
                <a:gd name="T4" fmla="*/ 141 w 89"/>
                <a:gd name="T5" fmla="*/ 66 h 121"/>
                <a:gd name="T6" fmla="*/ 121 w 89"/>
                <a:gd name="T7" fmla="*/ 13 h 121"/>
                <a:gd name="T8" fmla="*/ 79 w 89"/>
                <a:gd name="T9" fmla="*/ 0 h 121"/>
                <a:gd name="T10" fmla="*/ 60 w 89"/>
                <a:gd name="T11" fmla="*/ 13 h 121"/>
                <a:gd name="T12" fmla="*/ 79 w 89"/>
                <a:gd name="T13" fmla="*/ 80 h 121"/>
                <a:gd name="T14" fmla="*/ 20 w 89"/>
                <a:gd name="T15" fmla="*/ 80 h 121"/>
                <a:gd name="T16" fmla="*/ 0 w 89"/>
                <a:gd name="T17" fmla="*/ 186 h 121"/>
                <a:gd name="T18" fmla="*/ 41 w 89"/>
                <a:gd name="T19" fmla="*/ 200 h 121"/>
                <a:gd name="T20" fmla="*/ 141 w 89"/>
                <a:gd name="T21" fmla="*/ 186 h 121"/>
                <a:gd name="T22" fmla="*/ 141 w 89"/>
                <a:gd name="T23" fmla="*/ 135 h 121"/>
                <a:gd name="T24" fmla="*/ 221 w 89"/>
                <a:gd name="T25" fmla="*/ 135 h 1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9"/>
                <a:gd name="T40" fmla="*/ 0 h 121"/>
                <a:gd name="T41" fmla="*/ 89 w 89"/>
                <a:gd name="T42" fmla="*/ 121 h 1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9" h="121">
                  <a:moveTo>
                    <a:pt x="88" y="80"/>
                  </a:moveTo>
                  <a:lnTo>
                    <a:pt x="80" y="56"/>
                  </a:lnTo>
                  <a:lnTo>
                    <a:pt x="56" y="40"/>
                  </a:lnTo>
                  <a:lnTo>
                    <a:pt x="48" y="8"/>
                  </a:lnTo>
                  <a:lnTo>
                    <a:pt x="32" y="0"/>
                  </a:lnTo>
                  <a:lnTo>
                    <a:pt x="24" y="8"/>
                  </a:lnTo>
                  <a:lnTo>
                    <a:pt x="32" y="48"/>
                  </a:lnTo>
                  <a:lnTo>
                    <a:pt x="8" y="48"/>
                  </a:lnTo>
                  <a:lnTo>
                    <a:pt x="0" y="112"/>
                  </a:lnTo>
                  <a:lnTo>
                    <a:pt x="16" y="120"/>
                  </a:lnTo>
                  <a:lnTo>
                    <a:pt x="56" y="112"/>
                  </a:lnTo>
                  <a:lnTo>
                    <a:pt x="56" y="80"/>
                  </a:lnTo>
                  <a:lnTo>
                    <a:pt x="88" y="80"/>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23" name="Freeform 10">
              <a:extLst>
                <a:ext uri="{FF2B5EF4-FFF2-40B4-BE49-F238E27FC236}">
                  <a16:creationId xmlns:a16="http://schemas.microsoft.com/office/drawing/2014/main" id="{8A0BC3FE-E943-446D-95E2-700DA55AD9A4}"/>
                </a:ext>
              </a:extLst>
            </p:cNvPr>
            <p:cNvSpPr>
              <a:spLocks noChangeArrowheads="1"/>
            </p:cNvSpPr>
            <p:nvPr/>
          </p:nvSpPr>
          <p:spPr bwMode="auto">
            <a:xfrm>
              <a:off x="3958361" y="1808358"/>
              <a:ext cx="57449" cy="69315"/>
            </a:xfrm>
            <a:custGeom>
              <a:avLst/>
              <a:gdLst>
                <a:gd name="T0" fmla="*/ 96 w 33"/>
                <a:gd name="T1" fmla="*/ 64 h 41"/>
                <a:gd name="T2" fmla="*/ 24 w 33"/>
                <a:gd name="T3" fmla="*/ 64 h 41"/>
                <a:gd name="T4" fmla="*/ 24 w 33"/>
                <a:gd name="T5" fmla="*/ 38 h 41"/>
                <a:gd name="T6" fmla="*/ 0 w 33"/>
                <a:gd name="T7" fmla="*/ 0 h 41"/>
                <a:gd name="T8" fmla="*/ 71 w 33"/>
                <a:gd name="T9" fmla="*/ 13 h 41"/>
                <a:gd name="T10" fmla="*/ 96 w 33"/>
                <a:gd name="T11" fmla="*/ 64 h 41"/>
                <a:gd name="T12" fmla="*/ 0 60000 65536"/>
                <a:gd name="T13" fmla="*/ 0 60000 65536"/>
                <a:gd name="T14" fmla="*/ 0 60000 65536"/>
                <a:gd name="T15" fmla="*/ 0 60000 65536"/>
                <a:gd name="T16" fmla="*/ 0 60000 65536"/>
                <a:gd name="T17" fmla="*/ 0 60000 65536"/>
                <a:gd name="T18" fmla="*/ 0 w 33"/>
                <a:gd name="T19" fmla="*/ 0 h 41"/>
                <a:gd name="T20" fmla="*/ 33 w 33"/>
                <a:gd name="T21" fmla="*/ 41 h 41"/>
              </a:gdLst>
              <a:ahLst/>
              <a:cxnLst>
                <a:cxn ang="T12">
                  <a:pos x="T0" y="T1"/>
                </a:cxn>
                <a:cxn ang="T13">
                  <a:pos x="T2" y="T3"/>
                </a:cxn>
                <a:cxn ang="T14">
                  <a:pos x="T4" y="T5"/>
                </a:cxn>
                <a:cxn ang="T15">
                  <a:pos x="T6" y="T7"/>
                </a:cxn>
                <a:cxn ang="T16">
                  <a:pos x="T8" y="T9"/>
                </a:cxn>
                <a:cxn ang="T17">
                  <a:pos x="T10" y="T11"/>
                </a:cxn>
              </a:cxnLst>
              <a:rect l="T18" t="T19" r="T20" b="T21"/>
              <a:pathLst>
                <a:path w="33" h="41">
                  <a:moveTo>
                    <a:pt x="32" y="40"/>
                  </a:moveTo>
                  <a:lnTo>
                    <a:pt x="8" y="40"/>
                  </a:lnTo>
                  <a:lnTo>
                    <a:pt x="8" y="24"/>
                  </a:lnTo>
                  <a:lnTo>
                    <a:pt x="0" y="0"/>
                  </a:lnTo>
                  <a:lnTo>
                    <a:pt x="24" y="8"/>
                  </a:lnTo>
                  <a:lnTo>
                    <a:pt x="32" y="40"/>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24" name="Freeform 11">
              <a:extLst>
                <a:ext uri="{FF2B5EF4-FFF2-40B4-BE49-F238E27FC236}">
                  <a16:creationId xmlns:a16="http://schemas.microsoft.com/office/drawing/2014/main" id="{164B34F1-C9F8-4A5E-ACD6-021E7F538EE8}"/>
                </a:ext>
              </a:extLst>
            </p:cNvPr>
            <p:cNvSpPr>
              <a:spLocks noChangeArrowheads="1"/>
            </p:cNvSpPr>
            <p:nvPr/>
          </p:nvSpPr>
          <p:spPr bwMode="auto">
            <a:xfrm>
              <a:off x="3823847" y="2054812"/>
              <a:ext cx="730020" cy="494449"/>
            </a:xfrm>
            <a:custGeom>
              <a:avLst/>
              <a:gdLst>
                <a:gd name="T0" fmla="*/ 384 w 433"/>
                <a:gd name="T1" fmla="*/ 13 h 289"/>
                <a:gd name="T2" fmla="*/ 343 w 433"/>
                <a:gd name="T3" fmla="*/ 41 h 289"/>
                <a:gd name="T4" fmla="*/ 243 w 433"/>
                <a:gd name="T5" fmla="*/ 54 h 289"/>
                <a:gd name="T6" fmla="*/ 141 w 433"/>
                <a:gd name="T7" fmla="*/ 122 h 289"/>
                <a:gd name="T8" fmla="*/ 41 w 433"/>
                <a:gd name="T9" fmla="*/ 215 h 289"/>
                <a:gd name="T10" fmla="*/ 41 w 433"/>
                <a:gd name="T11" fmla="*/ 271 h 289"/>
                <a:gd name="T12" fmla="*/ 83 w 433"/>
                <a:gd name="T13" fmla="*/ 311 h 289"/>
                <a:gd name="T14" fmla="*/ 122 w 433"/>
                <a:gd name="T15" fmla="*/ 298 h 289"/>
                <a:gd name="T16" fmla="*/ 162 w 433"/>
                <a:gd name="T17" fmla="*/ 298 h 289"/>
                <a:gd name="T18" fmla="*/ 20 w 433"/>
                <a:gd name="T19" fmla="*/ 380 h 289"/>
                <a:gd name="T20" fmla="*/ 0 w 433"/>
                <a:gd name="T21" fmla="*/ 419 h 289"/>
                <a:gd name="T22" fmla="*/ 41 w 433"/>
                <a:gd name="T23" fmla="*/ 432 h 289"/>
                <a:gd name="T24" fmla="*/ 122 w 433"/>
                <a:gd name="T25" fmla="*/ 486 h 289"/>
                <a:gd name="T26" fmla="*/ 202 w 433"/>
                <a:gd name="T27" fmla="*/ 486 h 289"/>
                <a:gd name="T28" fmla="*/ 243 w 433"/>
                <a:gd name="T29" fmla="*/ 459 h 289"/>
                <a:gd name="T30" fmla="*/ 243 w 433"/>
                <a:gd name="T31" fmla="*/ 432 h 289"/>
                <a:gd name="T32" fmla="*/ 283 w 433"/>
                <a:gd name="T33" fmla="*/ 445 h 289"/>
                <a:gd name="T34" fmla="*/ 301 w 433"/>
                <a:gd name="T35" fmla="*/ 459 h 289"/>
                <a:gd name="T36" fmla="*/ 384 w 433"/>
                <a:gd name="T37" fmla="*/ 486 h 289"/>
                <a:gd name="T38" fmla="*/ 422 w 433"/>
                <a:gd name="T39" fmla="*/ 459 h 289"/>
                <a:gd name="T40" fmla="*/ 484 w 433"/>
                <a:gd name="T41" fmla="*/ 459 h 289"/>
                <a:gd name="T42" fmla="*/ 484 w 433"/>
                <a:gd name="T43" fmla="*/ 486 h 289"/>
                <a:gd name="T44" fmla="*/ 525 w 433"/>
                <a:gd name="T45" fmla="*/ 472 h 289"/>
                <a:gd name="T46" fmla="*/ 606 w 433"/>
                <a:gd name="T47" fmla="*/ 393 h 289"/>
                <a:gd name="T48" fmla="*/ 646 w 433"/>
                <a:gd name="T49" fmla="*/ 393 h 289"/>
                <a:gd name="T50" fmla="*/ 746 w 433"/>
                <a:gd name="T51" fmla="*/ 285 h 289"/>
                <a:gd name="T52" fmla="*/ 746 w 433"/>
                <a:gd name="T53" fmla="*/ 244 h 289"/>
                <a:gd name="T54" fmla="*/ 766 w 433"/>
                <a:gd name="T55" fmla="*/ 231 h 289"/>
                <a:gd name="T56" fmla="*/ 786 w 433"/>
                <a:gd name="T57" fmla="*/ 258 h 289"/>
                <a:gd name="T58" fmla="*/ 868 w 433"/>
                <a:gd name="T59" fmla="*/ 163 h 289"/>
                <a:gd name="T60" fmla="*/ 948 w 433"/>
                <a:gd name="T61" fmla="*/ 136 h 289"/>
                <a:gd name="T62" fmla="*/ 948 w 433"/>
                <a:gd name="T63" fmla="*/ 149 h 289"/>
                <a:gd name="T64" fmla="*/ 1010 w 433"/>
                <a:gd name="T65" fmla="*/ 109 h 289"/>
                <a:gd name="T66" fmla="*/ 1052 w 433"/>
                <a:gd name="T67" fmla="*/ 122 h 289"/>
                <a:gd name="T68" fmla="*/ 1090 w 433"/>
                <a:gd name="T69" fmla="*/ 41 h 289"/>
                <a:gd name="T70" fmla="*/ 1070 w 433"/>
                <a:gd name="T71" fmla="*/ 27 h 289"/>
                <a:gd name="T72" fmla="*/ 1010 w 433"/>
                <a:gd name="T73" fmla="*/ 27 h 289"/>
                <a:gd name="T74" fmla="*/ 969 w 433"/>
                <a:gd name="T75" fmla="*/ 41 h 289"/>
                <a:gd name="T76" fmla="*/ 868 w 433"/>
                <a:gd name="T77" fmla="*/ 41 h 289"/>
                <a:gd name="T78" fmla="*/ 828 w 433"/>
                <a:gd name="T79" fmla="*/ 0 h 289"/>
                <a:gd name="T80" fmla="*/ 685 w 433"/>
                <a:gd name="T81" fmla="*/ 67 h 289"/>
                <a:gd name="T82" fmla="*/ 668 w 433"/>
                <a:gd name="T83" fmla="*/ 109 h 289"/>
                <a:gd name="T84" fmla="*/ 626 w 433"/>
                <a:gd name="T85" fmla="*/ 109 h 289"/>
                <a:gd name="T86" fmla="*/ 505 w 433"/>
                <a:gd name="T87" fmla="*/ 109 h 289"/>
                <a:gd name="T88" fmla="*/ 505 w 433"/>
                <a:gd name="T89" fmla="*/ 81 h 289"/>
                <a:gd name="T90" fmla="*/ 546 w 433"/>
                <a:gd name="T91" fmla="*/ 54 h 289"/>
                <a:gd name="T92" fmla="*/ 505 w 433"/>
                <a:gd name="T93" fmla="*/ 0 h 289"/>
                <a:gd name="T94" fmla="*/ 444 w 433"/>
                <a:gd name="T95" fmla="*/ 0 h 289"/>
                <a:gd name="T96" fmla="*/ 422 w 433"/>
                <a:gd name="T97" fmla="*/ 0 h 289"/>
                <a:gd name="T98" fmla="*/ 404 w 433"/>
                <a:gd name="T99" fmla="*/ 27 h 289"/>
                <a:gd name="T100" fmla="*/ 384 w 433"/>
                <a:gd name="T101" fmla="*/ 13 h 28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33"/>
                <a:gd name="T154" fmla="*/ 0 h 289"/>
                <a:gd name="T155" fmla="*/ 433 w 433"/>
                <a:gd name="T156" fmla="*/ 289 h 289"/>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33" h="289">
                  <a:moveTo>
                    <a:pt x="152" y="8"/>
                  </a:moveTo>
                  <a:lnTo>
                    <a:pt x="136" y="24"/>
                  </a:lnTo>
                  <a:lnTo>
                    <a:pt x="96" y="32"/>
                  </a:lnTo>
                  <a:lnTo>
                    <a:pt x="56" y="72"/>
                  </a:lnTo>
                  <a:lnTo>
                    <a:pt x="16" y="128"/>
                  </a:lnTo>
                  <a:lnTo>
                    <a:pt x="16" y="160"/>
                  </a:lnTo>
                  <a:lnTo>
                    <a:pt x="32" y="184"/>
                  </a:lnTo>
                  <a:lnTo>
                    <a:pt x="48" y="176"/>
                  </a:lnTo>
                  <a:lnTo>
                    <a:pt x="64" y="176"/>
                  </a:lnTo>
                  <a:lnTo>
                    <a:pt x="8" y="224"/>
                  </a:lnTo>
                  <a:lnTo>
                    <a:pt x="0" y="248"/>
                  </a:lnTo>
                  <a:lnTo>
                    <a:pt x="16" y="256"/>
                  </a:lnTo>
                  <a:lnTo>
                    <a:pt x="48" y="288"/>
                  </a:lnTo>
                  <a:lnTo>
                    <a:pt x="80" y="288"/>
                  </a:lnTo>
                  <a:lnTo>
                    <a:pt x="96" y="272"/>
                  </a:lnTo>
                  <a:lnTo>
                    <a:pt x="96" y="256"/>
                  </a:lnTo>
                  <a:lnTo>
                    <a:pt x="112" y="264"/>
                  </a:lnTo>
                  <a:lnTo>
                    <a:pt x="120" y="272"/>
                  </a:lnTo>
                  <a:lnTo>
                    <a:pt x="152" y="288"/>
                  </a:lnTo>
                  <a:lnTo>
                    <a:pt x="168" y="272"/>
                  </a:lnTo>
                  <a:lnTo>
                    <a:pt x="192" y="272"/>
                  </a:lnTo>
                  <a:lnTo>
                    <a:pt x="192" y="288"/>
                  </a:lnTo>
                  <a:lnTo>
                    <a:pt x="208" y="280"/>
                  </a:lnTo>
                  <a:lnTo>
                    <a:pt x="240" y="232"/>
                  </a:lnTo>
                  <a:lnTo>
                    <a:pt x="256" y="232"/>
                  </a:lnTo>
                  <a:lnTo>
                    <a:pt x="296" y="168"/>
                  </a:lnTo>
                  <a:lnTo>
                    <a:pt x="296" y="144"/>
                  </a:lnTo>
                  <a:lnTo>
                    <a:pt x="304" y="136"/>
                  </a:lnTo>
                  <a:lnTo>
                    <a:pt x="312" y="152"/>
                  </a:lnTo>
                  <a:lnTo>
                    <a:pt x="344" y="96"/>
                  </a:lnTo>
                  <a:lnTo>
                    <a:pt x="376" y="80"/>
                  </a:lnTo>
                  <a:lnTo>
                    <a:pt x="376" y="88"/>
                  </a:lnTo>
                  <a:lnTo>
                    <a:pt x="400" y="64"/>
                  </a:lnTo>
                  <a:lnTo>
                    <a:pt x="416" y="72"/>
                  </a:lnTo>
                  <a:lnTo>
                    <a:pt x="432" y="24"/>
                  </a:lnTo>
                  <a:lnTo>
                    <a:pt x="424" y="16"/>
                  </a:lnTo>
                  <a:lnTo>
                    <a:pt x="400" y="16"/>
                  </a:lnTo>
                  <a:lnTo>
                    <a:pt x="384" y="24"/>
                  </a:lnTo>
                  <a:lnTo>
                    <a:pt x="344" y="24"/>
                  </a:lnTo>
                  <a:lnTo>
                    <a:pt x="328" y="0"/>
                  </a:lnTo>
                  <a:lnTo>
                    <a:pt x="272" y="40"/>
                  </a:lnTo>
                  <a:lnTo>
                    <a:pt x="264" y="64"/>
                  </a:lnTo>
                  <a:lnTo>
                    <a:pt x="248" y="64"/>
                  </a:lnTo>
                  <a:lnTo>
                    <a:pt x="200" y="64"/>
                  </a:lnTo>
                  <a:lnTo>
                    <a:pt x="200" y="48"/>
                  </a:lnTo>
                  <a:lnTo>
                    <a:pt x="216" y="32"/>
                  </a:lnTo>
                  <a:lnTo>
                    <a:pt x="200" y="0"/>
                  </a:lnTo>
                  <a:lnTo>
                    <a:pt x="176" y="0"/>
                  </a:lnTo>
                  <a:lnTo>
                    <a:pt x="168" y="0"/>
                  </a:lnTo>
                  <a:lnTo>
                    <a:pt x="160" y="16"/>
                  </a:lnTo>
                  <a:lnTo>
                    <a:pt x="152" y="8"/>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25" name="Freeform 12">
              <a:extLst>
                <a:ext uri="{FF2B5EF4-FFF2-40B4-BE49-F238E27FC236}">
                  <a16:creationId xmlns:a16="http://schemas.microsoft.com/office/drawing/2014/main" id="{0166BAA8-AA10-4400-A235-FCB4EEA63580}"/>
                </a:ext>
              </a:extLst>
            </p:cNvPr>
            <p:cNvSpPr>
              <a:spLocks noChangeArrowheads="1"/>
            </p:cNvSpPr>
            <p:nvPr/>
          </p:nvSpPr>
          <p:spPr bwMode="auto">
            <a:xfrm>
              <a:off x="3973774" y="2450679"/>
              <a:ext cx="605314" cy="546820"/>
            </a:xfrm>
            <a:custGeom>
              <a:avLst/>
              <a:gdLst>
                <a:gd name="T0" fmla="*/ 413 w 361"/>
                <a:gd name="T1" fmla="*/ 0 h 321"/>
                <a:gd name="T2" fmla="*/ 373 w 361"/>
                <a:gd name="T3" fmla="*/ 0 h 321"/>
                <a:gd name="T4" fmla="*/ 296 w 361"/>
                <a:gd name="T5" fmla="*/ 80 h 321"/>
                <a:gd name="T6" fmla="*/ 236 w 361"/>
                <a:gd name="T7" fmla="*/ 93 h 321"/>
                <a:gd name="T8" fmla="*/ 236 w 361"/>
                <a:gd name="T9" fmla="*/ 66 h 321"/>
                <a:gd name="T10" fmla="*/ 197 w 361"/>
                <a:gd name="T11" fmla="*/ 66 h 321"/>
                <a:gd name="T12" fmla="*/ 158 w 361"/>
                <a:gd name="T13" fmla="*/ 93 h 321"/>
                <a:gd name="T14" fmla="*/ 78 w 361"/>
                <a:gd name="T15" fmla="*/ 66 h 321"/>
                <a:gd name="T16" fmla="*/ 60 w 361"/>
                <a:gd name="T17" fmla="*/ 53 h 321"/>
                <a:gd name="T18" fmla="*/ 20 w 361"/>
                <a:gd name="T19" fmla="*/ 40 h 321"/>
                <a:gd name="T20" fmla="*/ 20 w 361"/>
                <a:gd name="T21" fmla="*/ 66 h 321"/>
                <a:gd name="T22" fmla="*/ 0 w 361"/>
                <a:gd name="T23" fmla="*/ 80 h 321"/>
                <a:gd name="T24" fmla="*/ 78 w 361"/>
                <a:gd name="T25" fmla="*/ 93 h 321"/>
                <a:gd name="T26" fmla="*/ 97 w 361"/>
                <a:gd name="T27" fmla="*/ 130 h 321"/>
                <a:gd name="T28" fmla="*/ 138 w 361"/>
                <a:gd name="T29" fmla="*/ 130 h 321"/>
                <a:gd name="T30" fmla="*/ 197 w 361"/>
                <a:gd name="T31" fmla="*/ 186 h 321"/>
                <a:gd name="T32" fmla="*/ 254 w 361"/>
                <a:gd name="T33" fmla="*/ 171 h 321"/>
                <a:gd name="T34" fmla="*/ 254 w 361"/>
                <a:gd name="T35" fmla="*/ 239 h 321"/>
                <a:gd name="T36" fmla="*/ 334 w 361"/>
                <a:gd name="T37" fmla="*/ 304 h 321"/>
                <a:gd name="T38" fmla="*/ 373 w 361"/>
                <a:gd name="T39" fmla="*/ 304 h 321"/>
                <a:gd name="T40" fmla="*/ 393 w 361"/>
                <a:gd name="T41" fmla="*/ 279 h 321"/>
                <a:gd name="T42" fmla="*/ 451 w 361"/>
                <a:gd name="T43" fmla="*/ 316 h 321"/>
                <a:gd name="T44" fmla="*/ 413 w 361"/>
                <a:gd name="T45" fmla="*/ 344 h 321"/>
                <a:gd name="T46" fmla="*/ 393 w 361"/>
                <a:gd name="T47" fmla="*/ 331 h 321"/>
                <a:gd name="T48" fmla="*/ 354 w 361"/>
                <a:gd name="T49" fmla="*/ 316 h 321"/>
                <a:gd name="T50" fmla="*/ 354 w 361"/>
                <a:gd name="T51" fmla="*/ 370 h 321"/>
                <a:gd name="T52" fmla="*/ 334 w 361"/>
                <a:gd name="T53" fmla="*/ 396 h 321"/>
                <a:gd name="T54" fmla="*/ 393 w 361"/>
                <a:gd name="T55" fmla="*/ 450 h 321"/>
                <a:gd name="T56" fmla="*/ 393 w 361"/>
                <a:gd name="T57" fmla="*/ 489 h 321"/>
                <a:gd name="T58" fmla="*/ 489 w 361"/>
                <a:gd name="T59" fmla="*/ 489 h 321"/>
                <a:gd name="T60" fmla="*/ 530 w 361"/>
                <a:gd name="T61" fmla="*/ 516 h 321"/>
                <a:gd name="T62" fmla="*/ 588 w 361"/>
                <a:gd name="T63" fmla="*/ 503 h 321"/>
                <a:gd name="T64" fmla="*/ 668 w 361"/>
                <a:gd name="T65" fmla="*/ 529 h 321"/>
                <a:gd name="T66" fmla="*/ 726 w 361"/>
                <a:gd name="T67" fmla="*/ 489 h 321"/>
                <a:gd name="T68" fmla="*/ 785 w 361"/>
                <a:gd name="T69" fmla="*/ 424 h 321"/>
                <a:gd name="T70" fmla="*/ 707 w 361"/>
                <a:gd name="T71" fmla="*/ 396 h 321"/>
                <a:gd name="T72" fmla="*/ 785 w 361"/>
                <a:gd name="T73" fmla="*/ 384 h 321"/>
                <a:gd name="T74" fmla="*/ 805 w 361"/>
                <a:gd name="T75" fmla="*/ 396 h 321"/>
                <a:gd name="T76" fmla="*/ 883 w 361"/>
                <a:gd name="T77" fmla="*/ 384 h 321"/>
                <a:gd name="T78" fmla="*/ 883 w 361"/>
                <a:gd name="T79" fmla="*/ 370 h 321"/>
                <a:gd name="T80" fmla="*/ 785 w 361"/>
                <a:gd name="T81" fmla="*/ 331 h 321"/>
                <a:gd name="T82" fmla="*/ 785 w 361"/>
                <a:gd name="T83" fmla="*/ 304 h 321"/>
                <a:gd name="T84" fmla="*/ 748 w 361"/>
                <a:gd name="T85" fmla="*/ 292 h 321"/>
                <a:gd name="T86" fmla="*/ 707 w 361"/>
                <a:gd name="T87" fmla="*/ 279 h 321"/>
                <a:gd name="T88" fmla="*/ 668 w 361"/>
                <a:gd name="T89" fmla="*/ 212 h 321"/>
                <a:gd name="T90" fmla="*/ 570 w 361"/>
                <a:gd name="T91" fmla="*/ 106 h 321"/>
                <a:gd name="T92" fmla="*/ 570 w 361"/>
                <a:gd name="T93" fmla="*/ 66 h 321"/>
                <a:gd name="T94" fmla="*/ 471 w 361"/>
                <a:gd name="T95" fmla="*/ 53 h 321"/>
                <a:gd name="T96" fmla="*/ 432 w 361"/>
                <a:gd name="T97" fmla="*/ 40 h 321"/>
                <a:gd name="T98" fmla="*/ 413 w 361"/>
                <a:gd name="T99" fmla="*/ 0 h 32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61"/>
                <a:gd name="T151" fmla="*/ 0 h 321"/>
                <a:gd name="T152" fmla="*/ 361 w 361"/>
                <a:gd name="T153" fmla="*/ 321 h 32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61" h="321">
                  <a:moveTo>
                    <a:pt x="168" y="0"/>
                  </a:moveTo>
                  <a:lnTo>
                    <a:pt x="152" y="0"/>
                  </a:lnTo>
                  <a:lnTo>
                    <a:pt x="120" y="48"/>
                  </a:lnTo>
                  <a:lnTo>
                    <a:pt x="96" y="56"/>
                  </a:lnTo>
                  <a:lnTo>
                    <a:pt x="96" y="40"/>
                  </a:lnTo>
                  <a:lnTo>
                    <a:pt x="80" y="40"/>
                  </a:lnTo>
                  <a:lnTo>
                    <a:pt x="64" y="56"/>
                  </a:lnTo>
                  <a:lnTo>
                    <a:pt x="32" y="40"/>
                  </a:lnTo>
                  <a:lnTo>
                    <a:pt x="24" y="32"/>
                  </a:lnTo>
                  <a:lnTo>
                    <a:pt x="8" y="24"/>
                  </a:lnTo>
                  <a:lnTo>
                    <a:pt x="8" y="40"/>
                  </a:lnTo>
                  <a:lnTo>
                    <a:pt x="0" y="48"/>
                  </a:lnTo>
                  <a:lnTo>
                    <a:pt x="32" y="56"/>
                  </a:lnTo>
                  <a:lnTo>
                    <a:pt x="40" y="80"/>
                  </a:lnTo>
                  <a:lnTo>
                    <a:pt x="56" y="80"/>
                  </a:lnTo>
                  <a:lnTo>
                    <a:pt x="80" y="112"/>
                  </a:lnTo>
                  <a:lnTo>
                    <a:pt x="104" y="104"/>
                  </a:lnTo>
                  <a:lnTo>
                    <a:pt x="104" y="144"/>
                  </a:lnTo>
                  <a:lnTo>
                    <a:pt x="136" y="184"/>
                  </a:lnTo>
                  <a:lnTo>
                    <a:pt x="152" y="184"/>
                  </a:lnTo>
                  <a:lnTo>
                    <a:pt x="160" y="168"/>
                  </a:lnTo>
                  <a:lnTo>
                    <a:pt x="184" y="192"/>
                  </a:lnTo>
                  <a:lnTo>
                    <a:pt x="168" y="208"/>
                  </a:lnTo>
                  <a:lnTo>
                    <a:pt x="160" y="200"/>
                  </a:lnTo>
                  <a:lnTo>
                    <a:pt x="144" y="192"/>
                  </a:lnTo>
                  <a:lnTo>
                    <a:pt x="144" y="224"/>
                  </a:lnTo>
                  <a:lnTo>
                    <a:pt x="136" y="240"/>
                  </a:lnTo>
                  <a:lnTo>
                    <a:pt x="160" y="272"/>
                  </a:lnTo>
                  <a:lnTo>
                    <a:pt x="160" y="296"/>
                  </a:lnTo>
                  <a:lnTo>
                    <a:pt x="200" y="296"/>
                  </a:lnTo>
                  <a:lnTo>
                    <a:pt x="216" y="312"/>
                  </a:lnTo>
                  <a:lnTo>
                    <a:pt x="240" y="304"/>
                  </a:lnTo>
                  <a:lnTo>
                    <a:pt x="272" y="320"/>
                  </a:lnTo>
                  <a:lnTo>
                    <a:pt x="296" y="296"/>
                  </a:lnTo>
                  <a:lnTo>
                    <a:pt x="320" y="256"/>
                  </a:lnTo>
                  <a:lnTo>
                    <a:pt x="288" y="240"/>
                  </a:lnTo>
                  <a:lnTo>
                    <a:pt x="320" y="232"/>
                  </a:lnTo>
                  <a:lnTo>
                    <a:pt x="328" y="240"/>
                  </a:lnTo>
                  <a:lnTo>
                    <a:pt x="360" y="232"/>
                  </a:lnTo>
                  <a:lnTo>
                    <a:pt x="360" y="224"/>
                  </a:lnTo>
                  <a:lnTo>
                    <a:pt x="320" y="200"/>
                  </a:lnTo>
                  <a:lnTo>
                    <a:pt x="320" y="184"/>
                  </a:lnTo>
                  <a:lnTo>
                    <a:pt x="304" y="176"/>
                  </a:lnTo>
                  <a:lnTo>
                    <a:pt x="288" y="168"/>
                  </a:lnTo>
                  <a:lnTo>
                    <a:pt x="272" y="128"/>
                  </a:lnTo>
                  <a:lnTo>
                    <a:pt x="232" y="64"/>
                  </a:lnTo>
                  <a:lnTo>
                    <a:pt x="232" y="40"/>
                  </a:lnTo>
                  <a:lnTo>
                    <a:pt x="192" y="32"/>
                  </a:lnTo>
                  <a:lnTo>
                    <a:pt x="176" y="24"/>
                  </a:lnTo>
                  <a:lnTo>
                    <a:pt x="168" y="0"/>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26" name="Freeform 13">
              <a:extLst>
                <a:ext uri="{FF2B5EF4-FFF2-40B4-BE49-F238E27FC236}">
                  <a16:creationId xmlns:a16="http://schemas.microsoft.com/office/drawing/2014/main" id="{F9A1D536-1D8B-4F88-A902-FCD9753388CC}"/>
                </a:ext>
              </a:extLst>
            </p:cNvPr>
            <p:cNvSpPr>
              <a:spLocks noChangeArrowheads="1"/>
            </p:cNvSpPr>
            <p:nvPr/>
          </p:nvSpPr>
          <p:spPr bwMode="auto">
            <a:xfrm>
              <a:off x="4471196" y="2888136"/>
              <a:ext cx="107892" cy="93961"/>
            </a:xfrm>
            <a:custGeom>
              <a:avLst/>
              <a:gdLst>
                <a:gd name="T0" fmla="*/ 54 w 65"/>
                <a:gd name="T1" fmla="*/ 0 h 57"/>
                <a:gd name="T2" fmla="*/ 0 w 65"/>
                <a:gd name="T3" fmla="*/ 56 h 57"/>
                <a:gd name="T4" fmla="*/ 54 w 65"/>
                <a:gd name="T5" fmla="*/ 78 h 57"/>
                <a:gd name="T6" fmla="*/ 150 w 65"/>
                <a:gd name="T7" fmla="*/ 56 h 57"/>
                <a:gd name="T8" fmla="*/ 150 w 65"/>
                <a:gd name="T9" fmla="*/ 34 h 57"/>
                <a:gd name="T10" fmla="*/ 54 w 65"/>
                <a:gd name="T11" fmla="*/ 0 h 57"/>
                <a:gd name="T12" fmla="*/ 0 60000 65536"/>
                <a:gd name="T13" fmla="*/ 0 60000 65536"/>
                <a:gd name="T14" fmla="*/ 0 60000 65536"/>
                <a:gd name="T15" fmla="*/ 0 60000 65536"/>
                <a:gd name="T16" fmla="*/ 0 60000 65536"/>
                <a:gd name="T17" fmla="*/ 0 60000 65536"/>
                <a:gd name="T18" fmla="*/ 0 w 65"/>
                <a:gd name="T19" fmla="*/ 0 h 57"/>
                <a:gd name="T20" fmla="*/ 65 w 65"/>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65" h="57">
                  <a:moveTo>
                    <a:pt x="24" y="0"/>
                  </a:moveTo>
                  <a:lnTo>
                    <a:pt x="0" y="40"/>
                  </a:lnTo>
                  <a:lnTo>
                    <a:pt x="24" y="56"/>
                  </a:lnTo>
                  <a:lnTo>
                    <a:pt x="64" y="40"/>
                  </a:lnTo>
                  <a:lnTo>
                    <a:pt x="64" y="24"/>
                  </a:lnTo>
                  <a:lnTo>
                    <a:pt x="24" y="0"/>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27" name="Freeform 14">
              <a:extLst>
                <a:ext uri="{FF2B5EF4-FFF2-40B4-BE49-F238E27FC236}">
                  <a16:creationId xmlns:a16="http://schemas.microsoft.com/office/drawing/2014/main" id="{2FBD959D-AB50-476C-B682-AD5EF4273429}"/>
                </a:ext>
              </a:extLst>
            </p:cNvPr>
            <p:cNvSpPr>
              <a:spLocks noChangeArrowheads="1"/>
            </p:cNvSpPr>
            <p:nvPr/>
          </p:nvSpPr>
          <p:spPr bwMode="auto">
            <a:xfrm>
              <a:off x="4202168" y="2954370"/>
              <a:ext cx="403543" cy="506772"/>
            </a:xfrm>
            <a:custGeom>
              <a:avLst/>
              <a:gdLst>
                <a:gd name="T0" fmla="*/ 448 w 241"/>
                <a:gd name="T1" fmla="*/ 27 h 297"/>
                <a:gd name="T2" fmla="*/ 388 w 241"/>
                <a:gd name="T3" fmla="*/ 0 h 297"/>
                <a:gd name="T4" fmla="*/ 332 w 241"/>
                <a:gd name="T5" fmla="*/ 41 h 297"/>
                <a:gd name="T6" fmla="*/ 253 w 241"/>
                <a:gd name="T7" fmla="*/ 13 h 297"/>
                <a:gd name="T8" fmla="*/ 196 w 241"/>
                <a:gd name="T9" fmla="*/ 27 h 297"/>
                <a:gd name="T10" fmla="*/ 176 w 241"/>
                <a:gd name="T11" fmla="*/ 53 h 297"/>
                <a:gd name="T12" fmla="*/ 155 w 241"/>
                <a:gd name="T13" fmla="*/ 80 h 297"/>
                <a:gd name="T14" fmla="*/ 176 w 241"/>
                <a:gd name="T15" fmla="*/ 122 h 297"/>
                <a:gd name="T16" fmla="*/ 137 w 241"/>
                <a:gd name="T17" fmla="*/ 122 h 297"/>
                <a:gd name="T18" fmla="*/ 116 w 241"/>
                <a:gd name="T19" fmla="*/ 107 h 297"/>
                <a:gd name="T20" fmla="*/ 97 w 241"/>
                <a:gd name="T21" fmla="*/ 107 h 297"/>
                <a:gd name="T22" fmla="*/ 97 w 241"/>
                <a:gd name="T23" fmla="*/ 135 h 297"/>
                <a:gd name="T24" fmla="*/ 97 w 241"/>
                <a:gd name="T25" fmla="*/ 160 h 297"/>
                <a:gd name="T26" fmla="*/ 97 w 241"/>
                <a:gd name="T27" fmla="*/ 160 h 297"/>
                <a:gd name="T28" fmla="*/ 97 w 241"/>
                <a:gd name="T29" fmla="*/ 186 h 297"/>
                <a:gd name="T30" fmla="*/ 20 w 241"/>
                <a:gd name="T31" fmla="*/ 227 h 297"/>
                <a:gd name="T32" fmla="*/ 0 w 241"/>
                <a:gd name="T33" fmla="*/ 240 h 297"/>
                <a:gd name="T34" fmla="*/ 0 w 241"/>
                <a:gd name="T35" fmla="*/ 294 h 297"/>
                <a:gd name="T36" fmla="*/ 60 w 241"/>
                <a:gd name="T37" fmla="*/ 320 h 297"/>
                <a:gd name="T38" fmla="*/ 60 w 241"/>
                <a:gd name="T39" fmla="*/ 388 h 297"/>
                <a:gd name="T40" fmla="*/ 116 w 241"/>
                <a:gd name="T41" fmla="*/ 388 h 297"/>
                <a:gd name="T42" fmla="*/ 116 w 241"/>
                <a:gd name="T43" fmla="*/ 414 h 297"/>
                <a:gd name="T44" fmla="*/ 137 w 241"/>
                <a:gd name="T45" fmla="*/ 440 h 297"/>
                <a:gd name="T46" fmla="*/ 155 w 241"/>
                <a:gd name="T47" fmla="*/ 480 h 297"/>
                <a:gd name="T48" fmla="*/ 213 w 241"/>
                <a:gd name="T49" fmla="*/ 480 h 297"/>
                <a:gd name="T50" fmla="*/ 253 w 241"/>
                <a:gd name="T51" fmla="*/ 440 h 297"/>
                <a:gd name="T52" fmla="*/ 272 w 241"/>
                <a:gd name="T53" fmla="*/ 440 h 297"/>
                <a:gd name="T54" fmla="*/ 272 w 241"/>
                <a:gd name="T55" fmla="*/ 466 h 297"/>
                <a:gd name="T56" fmla="*/ 292 w 241"/>
                <a:gd name="T57" fmla="*/ 480 h 297"/>
                <a:gd name="T58" fmla="*/ 332 w 241"/>
                <a:gd name="T59" fmla="*/ 480 h 297"/>
                <a:gd name="T60" fmla="*/ 332 w 241"/>
                <a:gd name="T61" fmla="*/ 466 h 297"/>
                <a:gd name="T62" fmla="*/ 370 w 241"/>
                <a:gd name="T63" fmla="*/ 466 h 297"/>
                <a:gd name="T64" fmla="*/ 370 w 241"/>
                <a:gd name="T65" fmla="*/ 480 h 297"/>
                <a:gd name="T66" fmla="*/ 388 w 241"/>
                <a:gd name="T67" fmla="*/ 493 h 297"/>
                <a:gd name="T68" fmla="*/ 429 w 241"/>
                <a:gd name="T69" fmla="*/ 480 h 297"/>
                <a:gd name="T70" fmla="*/ 448 w 241"/>
                <a:gd name="T71" fmla="*/ 429 h 297"/>
                <a:gd name="T72" fmla="*/ 448 w 241"/>
                <a:gd name="T73" fmla="*/ 374 h 297"/>
                <a:gd name="T74" fmla="*/ 489 w 241"/>
                <a:gd name="T75" fmla="*/ 374 h 297"/>
                <a:gd name="T76" fmla="*/ 489 w 241"/>
                <a:gd name="T77" fmla="*/ 361 h 297"/>
                <a:gd name="T78" fmla="*/ 489 w 241"/>
                <a:gd name="T79" fmla="*/ 335 h 297"/>
                <a:gd name="T80" fmla="*/ 526 w 241"/>
                <a:gd name="T81" fmla="*/ 361 h 297"/>
                <a:gd name="T82" fmla="*/ 565 w 241"/>
                <a:gd name="T83" fmla="*/ 320 h 297"/>
                <a:gd name="T84" fmla="*/ 526 w 241"/>
                <a:gd name="T85" fmla="*/ 294 h 297"/>
                <a:gd name="T86" fmla="*/ 526 w 241"/>
                <a:gd name="T87" fmla="*/ 280 h 297"/>
                <a:gd name="T88" fmla="*/ 565 w 241"/>
                <a:gd name="T89" fmla="*/ 266 h 297"/>
                <a:gd name="T90" fmla="*/ 545 w 241"/>
                <a:gd name="T91" fmla="*/ 227 h 297"/>
                <a:gd name="T92" fmla="*/ 526 w 241"/>
                <a:gd name="T93" fmla="*/ 214 h 297"/>
                <a:gd name="T94" fmla="*/ 586 w 241"/>
                <a:gd name="T95" fmla="*/ 227 h 297"/>
                <a:gd name="T96" fmla="*/ 586 w 241"/>
                <a:gd name="T97" fmla="*/ 173 h 297"/>
                <a:gd name="T98" fmla="*/ 526 w 241"/>
                <a:gd name="T99" fmla="*/ 201 h 297"/>
                <a:gd name="T100" fmla="*/ 586 w 241"/>
                <a:gd name="T101" fmla="*/ 135 h 297"/>
                <a:gd name="T102" fmla="*/ 489 w 241"/>
                <a:gd name="T103" fmla="*/ 93 h 297"/>
                <a:gd name="T104" fmla="*/ 429 w 241"/>
                <a:gd name="T105" fmla="*/ 93 h 297"/>
                <a:gd name="T106" fmla="*/ 388 w 241"/>
                <a:gd name="T107" fmla="*/ 122 h 297"/>
                <a:gd name="T108" fmla="*/ 370 w 241"/>
                <a:gd name="T109" fmla="*/ 80 h 297"/>
                <a:gd name="T110" fmla="*/ 388 w 241"/>
                <a:gd name="T111" fmla="*/ 66 h 297"/>
                <a:gd name="T112" fmla="*/ 448 w 241"/>
                <a:gd name="T113" fmla="*/ 27 h 2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1"/>
                <a:gd name="T172" fmla="*/ 0 h 297"/>
                <a:gd name="T173" fmla="*/ 241 w 241"/>
                <a:gd name="T174" fmla="*/ 297 h 29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1" h="297">
                  <a:moveTo>
                    <a:pt x="184" y="16"/>
                  </a:moveTo>
                  <a:lnTo>
                    <a:pt x="160" y="0"/>
                  </a:lnTo>
                  <a:lnTo>
                    <a:pt x="136" y="24"/>
                  </a:lnTo>
                  <a:lnTo>
                    <a:pt x="104" y="8"/>
                  </a:lnTo>
                  <a:lnTo>
                    <a:pt x="80" y="16"/>
                  </a:lnTo>
                  <a:lnTo>
                    <a:pt x="72" y="32"/>
                  </a:lnTo>
                  <a:lnTo>
                    <a:pt x="64" y="48"/>
                  </a:lnTo>
                  <a:lnTo>
                    <a:pt x="72" y="72"/>
                  </a:lnTo>
                  <a:lnTo>
                    <a:pt x="56" y="72"/>
                  </a:lnTo>
                  <a:lnTo>
                    <a:pt x="48" y="64"/>
                  </a:lnTo>
                  <a:lnTo>
                    <a:pt x="40" y="64"/>
                  </a:lnTo>
                  <a:lnTo>
                    <a:pt x="40" y="80"/>
                  </a:lnTo>
                  <a:lnTo>
                    <a:pt x="40" y="96"/>
                  </a:lnTo>
                  <a:lnTo>
                    <a:pt x="40" y="112"/>
                  </a:lnTo>
                  <a:lnTo>
                    <a:pt x="8" y="136"/>
                  </a:lnTo>
                  <a:lnTo>
                    <a:pt x="0" y="144"/>
                  </a:lnTo>
                  <a:lnTo>
                    <a:pt x="0" y="176"/>
                  </a:lnTo>
                  <a:lnTo>
                    <a:pt x="24" y="192"/>
                  </a:lnTo>
                  <a:lnTo>
                    <a:pt x="24" y="232"/>
                  </a:lnTo>
                  <a:lnTo>
                    <a:pt x="48" y="232"/>
                  </a:lnTo>
                  <a:lnTo>
                    <a:pt x="48" y="248"/>
                  </a:lnTo>
                  <a:lnTo>
                    <a:pt x="56" y="264"/>
                  </a:lnTo>
                  <a:lnTo>
                    <a:pt x="64" y="288"/>
                  </a:lnTo>
                  <a:lnTo>
                    <a:pt x="88" y="288"/>
                  </a:lnTo>
                  <a:lnTo>
                    <a:pt x="104" y="264"/>
                  </a:lnTo>
                  <a:lnTo>
                    <a:pt x="112" y="264"/>
                  </a:lnTo>
                  <a:lnTo>
                    <a:pt x="112" y="280"/>
                  </a:lnTo>
                  <a:lnTo>
                    <a:pt x="120" y="288"/>
                  </a:lnTo>
                  <a:lnTo>
                    <a:pt x="136" y="288"/>
                  </a:lnTo>
                  <a:lnTo>
                    <a:pt x="136" y="280"/>
                  </a:lnTo>
                  <a:lnTo>
                    <a:pt x="152" y="280"/>
                  </a:lnTo>
                  <a:lnTo>
                    <a:pt x="152" y="288"/>
                  </a:lnTo>
                  <a:lnTo>
                    <a:pt x="160" y="296"/>
                  </a:lnTo>
                  <a:lnTo>
                    <a:pt x="176" y="288"/>
                  </a:lnTo>
                  <a:lnTo>
                    <a:pt x="184" y="256"/>
                  </a:lnTo>
                  <a:lnTo>
                    <a:pt x="184" y="224"/>
                  </a:lnTo>
                  <a:lnTo>
                    <a:pt x="200" y="224"/>
                  </a:lnTo>
                  <a:lnTo>
                    <a:pt x="200" y="216"/>
                  </a:lnTo>
                  <a:lnTo>
                    <a:pt x="200" y="200"/>
                  </a:lnTo>
                  <a:lnTo>
                    <a:pt x="216" y="216"/>
                  </a:lnTo>
                  <a:lnTo>
                    <a:pt x="232" y="192"/>
                  </a:lnTo>
                  <a:lnTo>
                    <a:pt x="216" y="176"/>
                  </a:lnTo>
                  <a:lnTo>
                    <a:pt x="216" y="168"/>
                  </a:lnTo>
                  <a:lnTo>
                    <a:pt x="232" y="160"/>
                  </a:lnTo>
                  <a:lnTo>
                    <a:pt x="224" y="136"/>
                  </a:lnTo>
                  <a:lnTo>
                    <a:pt x="216" y="128"/>
                  </a:lnTo>
                  <a:lnTo>
                    <a:pt x="240" y="136"/>
                  </a:lnTo>
                  <a:lnTo>
                    <a:pt x="240" y="104"/>
                  </a:lnTo>
                  <a:lnTo>
                    <a:pt x="216" y="120"/>
                  </a:lnTo>
                  <a:lnTo>
                    <a:pt x="240" y="80"/>
                  </a:lnTo>
                  <a:lnTo>
                    <a:pt x="200" y="56"/>
                  </a:lnTo>
                  <a:lnTo>
                    <a:pt x="176" y="56"/>
                  </a:lnTo>
                  <a:lnTo>
                    <a:pt x="160" y="72"/>
                  </a:lnTo>
                  <a:lnTo>
                    <a:pt x="152" y="48"/>
                  </a:lnTo>
                  <a:lnTo>
                    <a:pt x="160" y="40"/>
                  </a:lnTo>
                  <a:lnTo>
                    <a:pt x="184" y="16"/>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28" name="Freeform 15">
              <a:extLst>
                <a:ext uri="{FF2B5EF4-FFF2-40B4-BE49-F238E27FC236}">
                  <a16:creationId xmlns:a16="http://schemas.microsoft.com/office/drawing/2014/main" id="{63FB06A3-2679-4513-93D3-BD851C5CF25A}"/>
                </a:ext>
              </a:extLst>
            </p:cNvPr>
            <p:cNvSpPr>
              <a:spLocks noChangeArrowheads="1"/>
            </p:cNvSpPr>
            <p:nvPr/>
          </p:nvSpPr>
          <p:spPr bwMode="auto">
            <a:xfrm>
              <a:off x="3998995" y="3351778"/>
              <a:ext cx="459590" cy="629999"/>
            </a:xfrm>
            <a:custGeom>
              <a:avLst/>
              <a:gdLst>
                <a:gd name="T0" fmla="*/ 681 w 273"/>
                <a:gd name="T1" fmla="*/ 93 h 369"/>
                <a:gd name="T2" fmla="*/ 681 w 273"/>
                <a:gd name="T3" fmla="*/ 80 h 369"/>
                <a:gd name="T4" fmla="*/ 643 w 273"/>
                <a:gd name="T5" fmla="*/ 80 h 369"/>
                <a:gd name="T6" fmla="*/ 643 w 273"/>
                <a:gd name="T7" fmla="*/ 93 h 369"/>
                <a:gd name="T8" fmla="*/ 601 w 273"/>
                <a:gd name="T9" fmla="*/ 93 h 369"/>
                <a:gd name="T10" fmla="*/ 580 w 273"/>
                <a:gd name="T11" fmla="*/ 93 h 369"/>
                <a:gd name="T12" fmla="*/ 580 w 273"/>
                <a:gd name="T13" fmla="*/ 53 h 369"/>
                <a:gd name="T14" fmla="*/ 560 w 273"/>
                <a:gd name="T15" fmla="*/ 53 h 369"/>
                <a:gd name="T16" fmla="*/ 520 w 273"/>
                <a:gd name="T17" fmla="*/ 93 h 369"/>
                <a:gd name="T18" fmla="*/ 461 w 273"/>
                <a:gd name="T19" fmla="*/ 93 h 369"/>
                <a:gd name="T20" fmla="*/ 440 w 273"/>
                <a:gd name="T21" fmla="*/ 53 h 369"/>
                <a:gd name="T22" fmla="*/ 422 w 273"/>
                <a:gd name="T23" fmla="*/ 27 h 369"/>
                <a:gd name="T24" fmla="*/ 401 w 273"/>
                <a:gd name="T25" fmla="*/ 0 h 369"/>
                <a:gd name="T26" fmla="*/ 360 w 273"/>
                <a:gd name="T27" fmla="*/ 0 h 369"/>
                <a:gd name="T28" fmla="*/ 360 w 273"/>
                <a:gd name="T29" fmla="*/ 13 h 369"/>
                <a:gd name="T30" fmla="*/ 281 w 273"/>
                <a:gd name="T31" fmla="*/ 27 h 369"/>
                <a:gd name="T32" fmla="*/ 281 w 273"/>
                <a:gd name="T33" fmla="*/ 53 h 369"/>
                <a:gd name="T34" fmla="*/ 199 w 273"/>
                <a:gd name="T35" fmla="*/ 53 h 369"/>
                <a:gd name="T36" fmla="*/ 162 w 273"/>
                <a:gd name="T37" fmla="*/ 80 h 369"/>
                <a:gd name="T38" fmla="*/ 162 w 273"/>
                <a:gd name="T39" fmla="*/ 122 h 369"/>
                <a:gd name="T40" fmla="*/ 181 w 273"/>
                <a:gd name="T41" fmla="*/ 149 h 369"/>
                <a:gd name="T42" fmla="*/ 121 w 273"/>
                <a:gd name="T43" fmla="*/ 186 h 369"/>
                <a:gd name="T44" fmla="*/ 101 w 273"/>
                <a:gd name="T45" fmla="*/ 186 h 369"/>
                <a:gd name="T46" fmla="*/ 79 w 273"/>
                <a:gd name="T47" fmla="*/ 241 h 369"/>
                <a:gd name="T48" fmla="*/ 79 w 273"/>
                <a:gd name="T49" fmla="*/ 267 h 369"/>
                <a:gd name="T50" fmla="*/ 79 w 273"/>
                <a:gd name="T51" fmla="*/ 294 h 369"/>
                <a:gd name="T52" fmla="*/ 41 w 273"/>
                <a:gd name="T53" fmla="*/ 336 h 369"/>
                <a:gd name="T54" fmla="*/ 20 w 273"/>
                <a:gd name="T55" fmla="*/ 361 h 369"/>
                <a:gd name="T56" fmla="*/ 0 w 273"/>
                <a:gd name="T57" fmla="*/ 429 h 369"/>
                <a:gd name="T58" fmla="*/ 20 w 273"/>
                <a:gd name="T59" fmla="*/ 454 h 369"/>
                <a:gd name="T60" fmla="*/ 138 w 273"/>
                <a:gd name="T61" fmla="*/ 454 h 369"/>
                <a:gd name="T62" fmla="*/ 199 w 273"/>
                <a:gd name="T63" fmla="*/ 549 h 369"/>
                <a:gd name="T64" fmla="*/ 221 w 273"/>
                <a:gd name="T65" fmla="*/ 615 h 369"/>
                <a:gd name="T66" fmla="*/ 281 w 273"/>
                <a:gd name="T67" fmla="*/ 549 h 369"/>
                <a:gd name="T68" fmla="*/ 300 w 273"/>
                <a:gd name="T69" fmla="*/ 562 h 369"/>
                <a:gd name="T70" fmla="*/ 381 w 273"/>
                <a:gd name="T71" fmla="*/ 510 h 369"/>
                <a:gd name="T72" fmla="*/ 381 w 273"/>
                <a:gd name="T73" fmla="*/ 468 h 369"/>
                <a:gd name="T74" fmla="*/ 461 w 273"/>
                <a:gd name="T75" fmla="*/ 454 h 369"/>
                <a:gd name="T76" fmla="*/ 500 w 273"/>
                <a:gd name="T77" fmla="*/ 388 h 369"/>
                <a:gd name="T78" fmla="*/ 542 w 273"/>
                <a:gd name="T79" fmla="*/ 375 h 369"/>
                <a:gd name="T80" fmla="*/ 542 w 273"/>
                <a:gd name="T81" fmla="*/ 336 h 369"/>
                <a:gd name="T82" fmla="*/ 601 w 273"/>
                <a:gd name="T83" fmla="*/ 336 h 369"/>
                <a:gd name="T84" fmla="*/ 621 w 273"/>
                <a:gd name="T85" fmla="*/ 267 h 369"/>
                <a:gd name="T86" fmla="*/ 601 w 273"/>
                <a:gd name="T87" fmla="*/ 214 h 369"/>
                <a:gd name="T88" fmla="*/ 621 w 273"/>
                <a:gd name="T89" fmla="*/ 201 h 369"/>
                <a:gd name="T90" fmla="*/ 580 w 273"/>
                <a:gd name="T91" fmla="*/ 173 h 369"/>
                <a:gd name="T92" fmla="*/ 621 w 273"/>
                <a:gd name="T93" fmla="*/ 160 h 369"/>
                <a:gd name="T94" fmla="*/ 643 w 273"/>
                <a:gd name="T95" fmla="*/ 173 h 369"/>
                <a:gd name="T96" fmla="*/ 681 w 273"/>
                <a:gd name="T97" fmla="*/ 135 h 369"/>
                <a:gd name="T98" fmla="*/ 681 w 273"/>
                <a:gd name="T99" fmla="*/ 93 h 3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3"/>
                <a:gd name="T151" fmla="*/ 0 h 369"/>
                <a:gd name="T152" fmla="*/ 273 w 273"/>
                <a:gd name="T153" fmla="*/ 369 h 369"/>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3" h="369">
                  <a:moveTo>
                    <a:pt x="272" y="56"/>
                  </a:moveTo>
                  <a:lnTo>
                    <a:pt x="272" y="48"/>
                  </a:lnTo>
                  <a:lnTo>
                    <a:pt x="256" y="48"/>
                  </a:lnTo>
                  <a:lnTo>
                    <a:pt x="256" y="56"/>
                  </a:lnTo>
                  <a:lnTo>
                    <a:pt x="240" y="56"/>
                  </a:lnTo>
                  <a:lnTo>
                    <a:pt x="232" y="56"/>
                  </a:lnTo>
                  <a:lnTo>
                    <a:pt x="232" y="32"/>
                  </a:lnTo>
                  <a:lnTo>
                    <a:pt x="224" y="32"/>
                  </a:lnTo>
                  <a:lnTo>
                    <a:pt x="208" y="56"/>
                  </a:lnTo>
                  <a:lnTo>
                    <a:pt x="184" y="56"/>
                  </a:lnTo>
                  <a:lnTo>
                    <a:pt x="176" y="32"/>
                  </a:lnTo>
                  <a:lnTo>
                    <a:pt x="168" y="16"/>
                  </a:lnTo>
                  <a:lnTo>
                    <a:pt x="160" y="0"/>
                  </a:lnTo>
                  <a:lnTo>
                    <a:pt x="144" y="0"/>
                  </a:lnTo>
                  <a:lnTo>
                    <a:pt x="144" y="8"/>
                  </a:lnTo>
                  <a:lnTo>
                    <a:pt x="112" y="16"/>
                  </a:lnTo>
                  <a:lnTo>
                    <a:pt x="112" y="32"/>
                  </a:lnTo>
                  <a:lnTo>
                    <a:pt x="80" y="32"/>
                  </a:lnTo>
                  <a:lnTo>
                    <a:pt x="64" y="48"/>
                  </a:lnTo>
                  <a:lnTo>
                    <a:pt x="64" y="72"/>
                  </a:lnTo>
                  <a:lnTo>
                    <a:pt x="72" y="88"/>
                  </a:lnTo>
                  <a:lnTo>
                    <a:pt x="48" y="112"/>
                  </a:lnTo>
                  <a:lnTo>
                    <a:pt x="40" y="112"/>
                  </a:lnTo>
                  <a:lnTo>
                    <a:pt x="32" y="144"/>
                  </a:lnTo>
                  <a:lnTo>
                    <a:pt x="32" y="160"/>
                  </a:lnTo>
                  <a:lnTo>
                    <a:pt x="32" y="176"/>
                  </a:lnTo>
                  <a:lnTo>
                    <a:pt x="16" y="200"/>
                  </a:lnTo>
                  <a:lnTo>
                    <a:pt x="8" y="216"/>
                  </a:lnTo>
                  <a:lnTo>
                    <a:pt x="0" y="256"/>
                  </a:lnTo>
                  <a:lnTo>
                    <a:pt x="8" y="272"/>
                  </a:lnTo>
                  <a:lnTo>
                    <a:pt x="56" y="272"/>
                  </a:lnTo>
                  <a:lnTo>
                    <a:pt x="80" y="328"/>
                  </a:lnTo>
                  <a:lnTo>
                    <a:pt x="88" y="368"/>
                  </a:lnTo>
                  <a:lnTo>
                    <a:pt x="112" y="328"/>
                  </a:lnTo>
                  <a:lnTo>
                    <a:pt x="120" y="336"/>
                  </a:lnTo>
                  <a:lnTo>
                    <a:pt x="152" y="304"/>
                  </a:lnTo>
                  <a:lnTo>
                    <a:pt x="152" y="280"/>
                  </a:lnTo>
                  <a:lnTo>
                    <a:pt x="184" y="272"/>
                  </a:lnTo>
                  <a:lnTo>
                    <a:pt x="200" y="232"/>
                  </a:lnTo>
                  <a:lnTo>
                    <a:pt x="216" y="224"/>
                  </a:lnTo>
                  <a:lnTo>
                    <a:pt x="216" y="200"/>
                  </a:lnTo>
                  <a:lnTo>
                    <a:pt x="240" y="200"/>
                  </a:lnTo>
                  <a:lnTo>
                    <a:pt x="248" y="160"/>
                  </a:lnTo>
                  <a:lnTo>
                    <a:pt x="240" y="128"/>
                  </a:lnTo>
                  <a:lnTo>
                    <a:pt x="248" y="120"/>
                  </a:lnTo>
                  <a:lnTo>
                    <a:pt x="232" y="104"/>
                  </a:lnTo>
                  <a:lnTo>
                    <a:pt x="248" y="96"/>
                  </a:lnTo>
                  <a:lnTo>
                    <a:pt x="256" y="104"/>
                  </a:lnTo>
                  <a:lnTo>
                    <a:pt x="272" y="80"/>
                  </a:lnTo>
                  <a:lnTo>
                    <a:pt x="272" y="56"/>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29" name="Freeform 16">
              <a:extLst>
                <a:ext uri="{FF2B5EF4-FFF2-40B4-BE49-F238E27FC236}">
                  <a16:creationId xmlns:a16="http://schemas.microsoft.com/office/drawing/2014/main" id="{FFC265CE-1D5C-4E6E-871B-09CFAC8E0D16}"/>
                </a:ext>
              </a:extLst>
            </p:cNvPr>
            <p:cNvSpPr>
              <a:spLocks noChangeArrowheads="1"/>
            </p:cNvSpPr>
            <p:nvPr/>
          </p:nvSpPr>
          <p:spPr bwMode="auto">
            <a:xfrm>
              <a:off x="3298401" y="3747645"/>
              <a:ext cx="850522" cy="656184"/>
            </a:xfrm>
            <a:custGeom>
              <a:avLst/>
              <a:gdLst>
                <a:gd name="T0" fmla="*/ 1244 w 505"/>
                <a:gd name="T1" fmla="*/ 158 h 385"/>
                <a:gd name="T2" fmla="*/ 1065 w 505"/>
                <a:gd name="T3" fmla="*/ 66 h 385"/>
                <a:gd name="T4" fmla="*/ 1023 w 505"/>
                <a:gd name="T5" fmla="*/ 93 h 385"/>
                <a:gd name="T6" fmla="*/ 944 w 505"/>
                <a:gd name="T7" fmla="*/ 66 h 385"/>
                <a:gd name="T8" fmla="*/ 782 w 505"/>
                <a:gd name="T9" fmla="*/ 93 h 385"/>
                <a:gd name="T10" fmla="*/ 782 w 505"/>
                <a:gd name="T11" fmla="*/ 0 h 385"/>
                <a:gd name="T12" fmla="*/ 703 w 505"/>
                <a:gd name="T13" fmla="*/ 0 h 385"/>
                <a:gd name="T14" fmla="*/ 543 w 505"/>
                <a:gd name="T15" fmla="*/ 13 h 385"/>
                <a:gd name="T16" fmla="*/ 522 w 505"/>
                <a:gd name="T17" fmla="*/ 66 h 385"/>
                <a:gd name="T18" fmla="*/ 422 w 505"/>
                <a:gd name="T19" fmla="*/ 41 h 385"/>
                <a:gd name="T20" fmla="*/ 361 w 505"/>
                <a:gd name="T21" fmla="*/ 80 h 385"/>
                <a:gd name="T22" fmla="*/ 381 w 505"/>
                <a:gd name="T23" fmla="*/ 145 h 385"/>
                <a:gd name="T24" fmla="*/ 361 w 505"/>
                <a:gd name="T25" fmla="*/ 186 h 385"/>
                <a:gd name="T26" fmla="*/ 281 w 505"/>
                <a:gd name="T27" fmla="*/ 279 h 385"/>
                <a:gd name="T28" fmla="*/ 181 w 505"/>
                <a:gd name="T29" fmla="*/ 371 h 385"/>
                <a:gd name="T30" fmla="*/ 79 w 505"/>
                <a:gd name="T31" fmla="*/ 450 h 385"/>
                <a:gd name="T32" fmla="*/ 0 w 505"/>
                <a:gd name="T33" fmla="*/ 492 h 385"/>
                <a:gd name="T34" fmla="*/ 20 w 505"/>
                <a:gd name="T35" fmla="*/ 518 h 385"/>
                <a:gd name="T36" fmla="*/ 41 w 505"/>
                <a:gd name="T37" fmla="*/ 596 h 385"/>
                <a:gd name="T38" fmla="*/ 141 w 505"/>
                <a:gd name="T39" fmla="*/ 636 h 385"/>
                <a:gd name="T40" fmla="*/ 101 w 505"/>
                <a:gd name="T41" fmla="*/ 572 h 385"/>
                <a:gd name="T42" fmla="*/ 200 w 505"/>
                <a:gd name="T43" fmla="*/ 505 h 385"/>
                <a:gd name="T44" fmla="*/ 381 w 505"/>
                <a:gd name="T45" fmla="*/ 465 h 385"/>
                <a:gd name="T46" fmla="*/ 482 w 505"/>
                <a:gd name="T47" fmla="*/ 492 h 385"/>
                <a:gd name="T48" fmla="*/ 601 w 505"/>
                <a:gd name="T49" fmla="*/ 411 h 385"/>
                <a:gd name="T50" fmla="*/ 662 w 505"/>
                <a:gd name="T51" fmla="*/ 398 h 385"/>
                <a:gd name="T52" fmla="*/ 662 w 505"/>
                <a:gd name="T53" fmla="*/ 357 h 385"/>
                <a:gd name="T54" fmla="*/ 703 w 505"/>
                <a:gd name="T55" fmla="*/ 344 h 385"/>
                <a:gd name="T56" fmla="*/ 844 w 505"/>
                <a:gd name="T57" fmla="*/ 384 h 385"/>
                <a:gd name="T58" fmla="*/ 844 w 505"/>
                <a:gd name="T59" fmla="*/ 332 h 385"/>
                <a:gd name="T60" fmla="*/ 944 w 505"/>
                <a:gd name="T61" fmla="*/ 319 h 385"/>
                <a:gd name="T62" fmla="*/ 982 w 505"/>
                <a:gd name="T63" fmla="*/ 332 h 385"/>
                <a:gd name="T64" fmla="*/ 1004 w 505"/>
                <a:gd name="T65" fmla="*/ 306 h 385"/>
                <a:gd name="T66" fmla="*/ 1124 w 505"/>
                <a:gd name="T67" fmla="*/ 292 h 385"/>
                <a:gd name="T68" fmla="*/ 1204 w 505"/>
                <a:gd name="T69" fmla="*/ 226 h 38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05"/>
                <a:gd name="T106" fmla="*/ 0 h 385"/>
                <a:gd name="T107" fmla="*/ 505 w 505"/>
                <a:gd name="T108" fmla="*/ 385 h 38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05" h="385">
                  <a:moveTo>
                    <a:pt x="504" y="128"/>
                  </a:moveTo>
                  <a:lnTo>
                    <a:pt x="496" y="96"/>
                  </a:lnTo>
                  <a:lnTo>
                    <a:pt x="472" y="40"/>
                  </a:lnTo>
                  <a:lnTo>
                    <a:pt x="424" y="40"/>
                  </a:lnTo>
                  <a:lnTo>
                    <a:pt x="416" y="32"/>
                  </a:lnTo>
                  <a:lnTo>
                    <a:pt x="408" y="56"/>
                  </a:lnTo>
                  <a:lnTo>
                    <a:pt x="392" y="56"/>
                  </a:lnTo>
                  <a:lnTo>
                    <a:pt x="376" y="40"/>
                  </a:lnTo>
                  <a:lnTo>
                    <a:pt x="320" y="64"/>
                  </a:lnTo>
                  <a:lnTo>
                    <a:pt x="312" y="56"/>
                  </a:lnTo>
                  <a:lnTo>
                    <a:pt x="336" y="8"/>
                  </a:lnTo>
                  <a:lnTo>
                    <a:pt x="312" y="0"/>
                  </a:lnTo>
                  <a:lnTo>
                    <a:pt x="296" y="16"/>
                  </a:lnTo>
                  <a:lnTo>
                    <a:pt x="280" y="0"/>
                  </a:lnTo>
                  <a:lnTo>
                    <a:pt x="272" y="8"/>
                  </a:lnTo>
                  <a:lnTo>
                    <a:pt x="216" y="8"/>
                  </a:lnTo>
                  <a:lnTo>
                    <a:pt x="224" y="40"/>
                  </a:lnTo>
                  <a:lnTo>
                    <a:pt x="208" y="40"/>
                  </a:lnTo>
                  <a:lnTo>
                    <a:pt x="176" y="16"/>
                  </a:lnTo>
                  <a:lnTo>
                    <a:pt x="168" y="24"/>
                  </a:lnTo>
                  <a:lnTo>
                    <a:pt x="168" y="48"/>
                  </a:lnTo>
                  <a:lnTo>
                    <a:pt x="144" y="48"/>
                  </a:lnTo>
                  <a:lnTo>
                    <a:pt x="144" y="72"/>
                  </a:lnTo>
                  <a:lnTo>
                    <a:pt x="152" y="88"/>
                  </a:lnTo>
                  <a:lnTo>
                    <a:pt x="144" y="96"/>
                  </a:lnTo>
                  <a:lnTo>
                    <a:pt x="144" y="112"/>
                  </a:lnTo>
                  <a:lnTo>
                    <a:pt x="112" y="144"/>
                  </a:lnTo>
                  <a:lnTo>
                    <a:pt x="112" y="168"/>
                  </a:lnTo>
                  <a:lnTo>
                    <a:pt x="104" y="200"/>
                  </a:lnTo>
                  <a:lnTo>
                    <a:pt x="72" y="224"/>
                  </a:lnTo>
                  <a:lnTo>
                    <a:pt x="48" y="256"/>
                  </a:lnTo>
                  <a:lnTo>
                    <a:pt x="32" y="272"/>
                  </a:lnTo>
                  <a:lnTo>
                    <a:pt x="8" y="280"/>
                  </a:lnTo>
                  <a:lnTo>
                    <a:pt x="0" y="296"/>
                  </a:lnTo>
                  <a:lnTo>
                    <a:pt x="16" y="304"/>
                  </a:lnTo>
                  <a:lnTo>
                    <a:pt x="8" y="312"/>
                  </a:lnTo>
                  <a:lnTo>
                    <a:pt x="8" y="352"/>
                  </a:lnTo>
                  <a:lnTo>
                    <a:pt x="16" y="360"/>
                  </a:lnTo>
                  <a:lnTo>
                    <a:pt x="16" y="384"/>
                  </a:lnTo>
                  <a:lnTo>
                    <a:pt x="56" y="384"/>
                  </a:lnTo>
                  <a:lnTo>
                    <a:pt x="56" y="360"/>
                  </a:lnTo>
                  <a:lnTo>
                    <a:pt x="40" y="344"/>
                  </a:lnTo>
                  <a:lnTo>
                    <a:pt x="48" y="312"/>
                  </a:lnTo>
                  <a:lnTo>
                    <a:pt x="80" y="304"/>
                  </a:lnTo>
                  <a:lnTo>
                    <a:pt x="104" y="304"/>
                  </a:lnTo>
                  <a:lnTo>
                    <a:pt x="152" y="280"/>
                  </a:lnTo>
                  <a:lnTo>
                    <a:pt x="184" y="280"/>
                  </a:lnTo>
                  <a:lnTo>
                    <a:pt x="192" y="296"/>
                  </a:lnTo>
                  <a:lnTo>
                    <a:pt x="208" y="264"/>
                  </a:lnTo>
                  <a:lnTo>
                    <a:pt x="240" y="248"/>
                  </a:lnTo>
                  <a:lnTo>
                    <a:pt x="248" y="224"/>
                  </a:lnTo>
                  <a:lnTo>
                    <a:pt x="264" y="240"/>
                  </a:lnTo>
                  <a:lnTo>
                    <a:pt x="272" y="240"/>
                  </a:lnTo>
                  <a:lnTo>
                    <a:pt x="264" y="216"/>
                  </a:lnTo>
                  <a:lnTo>
                    <a:pt x="264" y="184"/>
                  </a:lnTo>
                  <a:lnTo>
                    <a:pt x="280" y="208"/>
                  </a:lnTo>
                  <a:lnTo>
                    <a:pt x="288" y="232"/>
                  </a:lnTo>
                  <a:lnTo>
                    <a:pt x="336" y="232"/>
                  </a:lnTo>
                  <a:lnTo>
                    <a:pt x="320" y="216"/>
                  </a:lnTo>
                  <a:lnTo>
                    <a:pt x="336" y="200"/>
                  </a:lnTo>
                  <a:lnTo>
                    <a:pt x="360" y="208"/>
                  </a:lnTo>
                  <a:lnTo>
                    <a:pt x="376" y="192"/>
                  </a:lnTo>
                  <a:lnTo>
                    <a:pt x="392" y="192"/>
                  </a:lnTo>
                  <a:lnTo>
                    <a:pt x="392" y="200"/>
                  </a:lnTo>
                  <a:lnTo>
                    <a:pt x="400" y="200"/>
                  </a:lnTo>
                  <a:lnTo>
                    <a:pt x="400" y="184"/>
                  </a:lnTo>
                  <a:lnTo>
                    <a:pt x="424" y="192"/>
                  </a:lnTo>
                  <a:lnTo>
                    <a:pt x="448" y="176"/>
                  </a:lnTo>
                  <a:lnTo>
                    <a:pt x="472" y="168"/>
                  </a:lnTo>
                  <a:lnTo>
                    <a:pt x="480" y="136"/>
                  </a:lnTo>
                  <a:lnTo>
                    <a:pt x="504" y="128"/>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30" name="Freeform 17">
              <a:extLst>
                <a:ext uri="{FF2B5EF4-FFF2-40B4-BE49-F238E27FC236}">
                  <a16:creationId xmlns:a16="http://schemas.microsoft.com/office/drawing/2014/main" id="{5002E002-024F-4B4A-9881-9BD22521A6CC}"/>
                </a:ext>
              </a:extLst>
            </p:cNvPr>
            <p:cNvSpPr>
              <a:spLocks noChangeArrowheads="1"/>
            </p:cNvSpPr>
            <p:nvPr/>
          </p:nvSpPr>
          <p:spPr bwMode="auto">
            <a:xfrm>
              <a:off x="2732320" y="3624418"/>
              <a:ext cx="837911" cy="656184"/>
            </a:xfrm>
            <a:custGeom>
              <a:avLst/>
              <a:gdLst>
                <a:gd name="T0" fmla="*/ 868 w 497"/>
                <a:gd name="T1" fmla="*/ 572 h 385"/>
                <a:gd name="T2" fmla="*/ 1052 w 497"/>
                <a:gd name="T3" fmla="*/ 492 h 385"/>
                <a:gd name="T4" fmla="*/ 1131 w 497"/>
                <a:gd name="T5" fmla="*/ 398 h 385"/>
                <a:gd name="T6" fmla="*/ 1210 w 497"/>
                <a:gd name="T7" fmla="*/ 306 h 385"/>
                <a:gd name="T8" fmla="*/ 1251 w 497"/>
                <a:gd name="T9" fmla="*/ 266 h 385"/>
                <a:gd name="T10" fmla="*/ 1210 w 497"/>
                <a:gd name="T11" fmla="*/ 214 h 385"/>
                <a:gd name="T12" fmla="*/ 1151 w 497"/>
                <a:gd name="T13" fmla="*/ 158 h 385"/>
                <a:gd name="T14" fmla="*/ 1109 w 497"/>
                <a:gd name="T15" fmla="*/ 186 h 385"/>
                <a:gd name="T16" fmla="*/ 1070 w 497"/>
                <a:gd name="T17" fmla="*/ 173 h 385"/>
                <a:gd name="T18" fmla="*/ 1109 w 497"/>
                <a:gd name="T19" fmla="*/ 93 h 385"/>
                <a:gd name="T20" fmla="*/ 1109 w 497"/>
                <a:gd name="T21" fmla="*/ 27 h 385"/>
                <a:gd name="T22" fmla="*/ 1029 w 497"/>
                <a:gd name="T23" fmla="*/ 13 h 385"/>
                <a:gd name="T24" fmla="*/ 948 w 497"/>
                <a:gd name="T25" fmla="*/ 41 h 385"/>
                <a:gd name="T26" fmla="*/ 907 w 497"/>
                <a:gd name="T27" fmla="*/ 41 h 385"/>
                <a:gd name="T28" fmla="*/ 806 w 497"/>
                <a:gd name="T29" fmla="*/ 53 h 385"/>
                <a:gd name="T30" fmla="*/ 728 w 497"/>
                <a:gd name="T31" fmla="*/ 106 h 385"/>
                <a:gd name="T32" fmla="*/ 668 w 497"/>
                <a:gd name="T33" fmla="*/ 120 h 385"/>
                <a:gd name="T34" fmla="*/ 566 w 497"/>
                <a:gd name="T35" fmla="*/ 158 h 385"/>
                <a:gd name="T36" fmla="*/ 463 w 497"/>
                <a:gd name="T37" fmla="*/ 145 h 385"/>
                <a:gd name="T38" fmla="*/ 404 w 497"/>
                <a:gd name="T39" fmla="*/ 120 h 385"/>
                <a:gd name="T40" fmla="*/ 362 w 497"/>
                <a:gd name="T41" fmla="*/ 145 h 385"/>
                <a:gd name="T42" fmla="*/ 243 w 497"/>
                <a:gd name="T43" fmla="*/ 214 h 385"/>
                <a:gd name="T44" fmla="*/ 83 w 497"/>
                <a:gd name="T45" fmla="*/ 186 h 385"/>
                <a:gd name="T46" fmla="*/ 0 w 497"/>
                <a:gd name="T47" fmla="*/ 214 h 385"/>
                <a:gd name="T48" fmla="*/ 83 w 497"/>
                <a:gd name="T49" fmla="*/ 239 h 385"/>
                <a:gd name="T50" fmla="*/ 223 w 497"/>
                <a:gd name="T51" fmla="*/ 279 h 385"/>
                <a:gd name="T52" fmla="*/ 261 w 497"/>
                <a:gd name="T53" fmla="*/ 344 h 385"/>
                <a:gd name="T54" fmla="*/ 141 w 497"/>
                <a:gd name="T55" fmla="*/ 371 h 385"/>
                <a:gd name="T56" fmla="*/ 223 w 497"/>
                <a:gd name="T57" fmla="*/ 411 h 385"/>
                <a:gd name="T58" fmla="*/ 343 w 497"/>
                <a:gd name="T59" fmla="*/ 465 h 385"/>
                <a:gd name="T60" fmla="*/ 343 w 497"/>
                <a:gd name="T61" fmla="*/ 505 h 385"/>
                <a:gd name="T62" fmla="*/ 525 w 497"/>
                <a:gd name="T63" fmla="*/ 596 h 385"/>
                <a:gd name="T64" fmla="*/ 626 w 497"/>
                <a:gd name="T65" fmla="*/ 596 h 385"/>
                <a:gd name="T66" fmla="*/ 646 w 497"/>
                <a:gd name="T67" fmla="*/ 572 h 385"/>
                <a:gd name="T68" fmla="*/ 746 w 497"/>
                <a:gd name="T69" fmla="*/ 623 h 385"/>
                <a:gd name="T70" fmla="*/ 847 w 497"/>
                <a:gd name="T71" fmla="*/ 610 h 38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97"/>
                <a:gd name="T109" fmla="*/ 0 h 385"/>
                <a:gd name="T110" fmla="*/ 497 w 497"/>
                <a:gd name="T111" fmla="*/ 385 h 38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97" h="385">
                  <a:moveTo>
                    <a:pt x="336" y="368"/>
                  </a:moveTo>
                  <a:lnTo>
                    <a:pt x="344" y="344"/>
                  </a:lnTo>
                  <a:lnTo>
                    <a:pt x="368" y="344"/>
                  </a:lnTo>
                  <a:lnTo>
                    <a:pt x="416" y="296"/>
                  </a:lnTo>
                  <a:lnTo>
                    <a:pt x="440" y="272"/>
                  </a:lnTo>
                  <a:lnTo>
                    <a:pt x="448" y="240"/>
                  </a:lnTo>
                  <a:lnTo>
                    <a:pt x="448" y="216"/>
                  </a:lnTo>
                  <a:lnTo>
                    <a:pt x="480" y="184"/>
                  </a:lnTo>
                  <a:lnTo>
                    <a:pt x="480" y="168"/>
                  </a:lnTo>
                  <a:lnTo>
                    <a:pt x="496" y="160"/>
                  </a:lnTo>
                  <a:lnTo>
                    <a:pt x="480" y="152"/>
                  </a:lnTo>
                  <a:lnTo>
                    <a:pt x="480" y="128"/>
                  </a:lnTo>
                  <a:lnTo>
                    <a:pt x="456" y="128"/>
                  </a:lnTo>
                  <a:lnTo>
                    <a:pt x="456" y="96"/>
                  </a:lnTo>
                  <a:lnTo>
                    <a:pt x="440" y="96"/>
                  </a:lnTo>
                  <a:lnTo>
                    <a:pt x="440" y="112"/>
                  </a:lnTo>
                  <a:lnTo>
                    <a:pt x="424" y="112"/>
                  </a:lnTo>
                  <a:lnTo>
                    <a:pt x="424" y="104"/>
                  </a:lnTo>
                  <a:lnTo>
                    <a:pt x="432" y="64"/>
                  </a:lnTo>
                  <a:lnTo>
                    <a:pt x="440" y="56"/>
                  </a:lnTo>
                  <a:lnTo>
                    <a:pt x="440" y="40"/>
                  </a:lnTo>
                  <a:lnTo>
                    <a:pt x="440" y="16"/>
                  </a:lnTo>
                  <a:lnTo>
                    <a:pt x="432" y="0"/>
                  </a:lnTo>
                  <a:lnTo>
                    <a:pt x="408" y="8"/>
                  </a:lnTo>
                  <a:lnTo>
                    <a:pt x="392" y="8"/>
                  </a:lnTo>
                  <a:lnTo>
                    <a:pt x="376" y="24"/>
                  </a:lnTo>
                  <a:lnTo>
                    <a:pt x="360" y="32"/>
                  </a:lnTo>
                  <a:lnTo>
                    <a:pt x="360" y="24"/>
                  </a:lnTo>
                  <a:lnTo>
                    <a:pt x="344" y="32"/>
                  </a:lnTo>
                  <a:lnTo>
                    <a:pt x="320" y="32"/>
                  </a:lnTo>
                  <a:lnTo>
                    <a:pt x="304" y="40"/>
                  </a:lnTo>
                  <a:lnTo>
                    <a:pt x="288" y="64"/>
                  </a:lnTo>
                  <a:lnTo>
                    <a:pt x="272" y="56"/>
                  </a:lnTo>
                  <a:lnTo>
                    <a:pt x="264" y="72"/>
                  </a:lnTo>
                  <a:lnTo>
                    <a:pt x="232" y="72"/>
                  </a:lnTo>
                  <a:lnTo>
                    <a:pt x="224" y="96"/>
                  </a:lnTo>
                  <a:lnTo>
                    <a:pt x="200" y="104"/>
                  </a:lnTo>
                  <a:lnTo>
                    <a:pt x="184" y="88"/>
                  </a:lnTo>
                  <a:lnTo>
                    <a:pt x="176" y="64"/>
                  </a:lnTo>
                  <a:lnTo>
                    <a:pt x="160" y="72"/>
                  </a:lnTo>
                  <a:lnTo>
                    <a:pt x="160" y="88"/>
                  </a:lnTo>
                  <a:lnTo>
                    <a:pt x="144" y="88"/>
                  </a:lnTo>
                  <a:lnTo>
                    <a:pt x="104" y="112"/>
                  </a:lnTo>
                  <a:lnTo>
                    <a:pt x="96" y="128"/>
                  </a:lnTo>
                  <a:lnTo>
                    <a:pt x="48" y="112"/>
                  </a:lnTo>
                  <a:lnTo>
                    <a:pt x="32" y="112"/>
                  </a:lnTo>
                  <a:lnTo>
                    <a:pt x="24" y="120"/>
                  </a:lnTo>
                  <a:lnTo>
                    <a:pt x="0" y="128"/>
                  </a:lnTo>
                  <a:lnTo>
                    <a:pt x="0" y="144"/>
                  </a:lnTo>
                  <a:lnTo>
                    <a:pt x="32" y="144"/>
                  </a:lnTo>
                  <a:lnTo>
                    <a:pt x="40" y="160"/>
                  </a:lnTo>
                  <a:lnTo>
                    <a:pt x="88" y="168"/>
                  </a:lnTo>
                  <a:lnTo>
                    <a:pt x="96" y="176"/>
                  </a:lnTo>
                  <a:lnTo>
                    <a:pt x="104" y="208"/>
                  </a:lnTo>
                  <a:lnTo>
                    <a:pt x="64" y="208"/>
                  </a:lnTo>
                  <a:lnTo>
                    <a:pt x="56" y="224"/>
                  </a:lnTo>
                  <a:lnTo>
                    <a:pt x="64" y="240"/>
                  </a:lnTo>
                  <a:lnTo>
                    <a:pt x="88" y="248"/>
                  </a:lnTo>
                  <a:lnTo>
                    <a:pt x="136" y="264"/>
                  </a:lnTo>
                  <a:lnTo>
                    <a:pt x="136" y="280"/>
                  </a:lnTo>
                  <a:lnTo>
                    <a:pt x="120" y="288"/>
                  </a:lnTo>
                  <a:lnTo>
                    <a:pt x="136" y="304"/>
                  </a:lnTo>
                  <a:lnTo>
                    <a:pt x="136" y="328"/>
                  </a:lnTo>
                  <a:lnTo>
                    <a:pt x="208" y="360"/>
                  </a:lnTo>
                  <a:lnTo>
                    <a:pt x="224" y="360"/>
                  </a:lnTo>
                  <a:lnTo>
                    <a:pt x="248" y="360"/>
                  </a:lnTo>
                  <a:lnTo>
                    <a:pt x="256" y="368"/>
                  </a:lnTo>
                  <a:lnTo>
                    <a:pt x="256" y="344"/>
                  </a:lnTo>
                  <a:lnTo>
                    <a:pt x="288" y="352"/>
                  </a:lnTo>
                  <a:lnTo>
                    <a:pt x="296" y="376"/>
                  </a:lnTo>
                  <a:lnTo>
                    <a:pt x="312" y="384"/>
                  </a:lnTo>
                  <a:lnTo>
                    <a:pt x="336" y="368"/>
                  </a:lnTo>
                </a:path>
              </a:pathLst>
            </a:custGeom>
            <a:solidFill>
              <a:srgbClr val="AD5192"/>
            </a:solidFill>
            <a:ln w="9525" cmpd="sng">
              <a:solidFill>
                <a:srgbClr val="992677"/>
              </a:solidFill>
              <a:bevel/>
              <a:headEnd/>
              <a:tailEnd/>
            </a:ln>
          </p:spPr>
          <p:txBody>
            <a:bodyPr/>
            <a:lstStyle/>
            <a:p>
              <a:pPr>
                <a:defRPr/>
              </a:pPr>
              <a:endParaRPr lang="zh-CN" altLang="zh-CN" sz="2000" b="1" dirty="0">
                <a:solidFill>
                  <a:srgbClr val="992677"/>
                </a:solidFill>
                <a:cs typeface="+mn-ea"/>
                <a:sym typeface="+mn-lt"/>
              </a:endParaRPr>
            </a:p>
          </p:txBody>
        </p:sp>
        <p:sp>
          <p:nvSpPr>
            <p:cNvPr id="231" name="Freeform 18">
              <a:extLst>
                <a:ext uri="{FF2B5EF4-FFF2-40B4-BE49-F238E27FC236}">
                  <a16:creationId xmlns:a16="http://schemas.microsoft.com/office/drawing/2014/main" id="{CD5C652A-9775-4324-92B9-23DF67D248D8}"/>
                </a:ext>
              </a:extLst>
            </p:cNvPr>
            <p:cNvSpPr>
              <a:spLocks noChangeArrowheads="1"/>
            </p:cNvSpPr>
            <p:nvPr/>
          </p:nvSpPr>
          <p:spPr bwMode="auto">
            <a:xfrm>
              <a:off x="2652452" y="3256277"/>
              <a:ext cx="622128" cy="603813"/>
            </a:xfrm>
            <a:custGeom>
              <a:avLst/>
              <a:gdLst>
                <a:gd name="T0" fmla="*/ 122 w 369"/>
                <a:gd name="T1" fmla="*/ 540 h 353"/>
                <a:gd name="T2" fmla="*/ 83 w 369"/>
                <a:gd name="T3" fmla="*/ 445 h 353"/>
                <a:gd name="T4" fmla="*/ 141 w 369"/>
                <a:gd name="T5" fmla="*/ 324 h 353"/>
                <a:gd name="T6" fmla="*/ 20 w 369"/>
                <a:gd name="T7" fmla="*/ 271 h 353"/>
                <a:gd name="T8" fmla="*/ 41 w 369"/>
                <a:gd name="T9" fmla="*/ 231 h 353"/>
                <a:gd name="T10" fmla="*/ 122 w 369"/>
                <a:gd name="T11" fmla="*/ 231 h 353"/>
                <a:gd name="T12" fmla="*/ 261 w 369"/>
                <a:gd name="T13" fmla="*/ 202 h 353"/>
                <a:gd name="T14" fmla="*/ 422 w 369"/>
                <a:gd name="T15" fmla="*/ 189 h 353"/>
                <a:gd name="T16" fmla="*/ 343 w 369"/>
                <a:gd name="T17" fmla="*/ 135 h 353"/>
                <a:gd name="T18" fmla="*/ 362 w 369"/>
                <a:gd name="T19" fmla="*/ 67 h 353"/>
                <a:gd name="T20" fmla="*/ 463 w 369"/>
                <a:gd name="T21" fmla="*/ 67 h 353"/>
                <a:gd name="T22" fmla="*/ 525 w 369"/>
                <a:gd name="T23" fmla="*/ 81 h 353"/>
                <a:gd name="T24" fmla="*/ 585 w 369"/>
                <a:gd name="T25" fmla="*/ 67 h 353"/>
                <a:gd name="T26" fmla="*/ 626 w 369"/>
                <a:gd name="T27" fmla="*/ 0 h 353"/>
                <a:gd name="T28" fmla="*/ 728 w 369"/>
                <a:gd name="T29" fmla="*/ 27 h 353"/>
                <a:gd name="T30" fmla="*/ 806 w 369"/>
                <a:gd name="T31" fmla="*/ 122 h 353"/>
                <a:gd name="T32" fmla="*/ 868 w 369"/>
                <a:gd name="T33" fmla="*/ 149 h 353"/>
                <a:gd name="T34" fmla="*/ 907 w 369"/>
                <a:gd name="T35" fmla="*/ 109 h 353"/>
                <a:gd name="T36" fmla="*/ 907 w 369"/>
                <a:gd name="T37" fmla="*/ 163 h 353"/>
                <a:gd name="T38" fmla="*/ 907 w 369"/>
                <a:gd name="T39" fmla="*/ 215 h 353"/>
                <a:gd name="T40" fmla="*/ 847 w 369"/>
                <a:gd name="T41" fmla="*/ 285 h 353"/>
                <a:gd name="T42" fmla="*/ 928 w 369"/>
                <a:gd name="T43" fmla="*/ 311 h 353"/>
                <a:gd name="T44" fmla="*/ 907 w 369"/>
                <a:gd name="T45" fmla="*/ 351 h 353"/>
                <a:gd name="T46" fmla="*/ 928 w 369"/>
                <a:gd name="T47" fmla="*/ 393 h 353"/>
                <a:gd name="T48" fmla="*/ 868 w 369"/>
                <a:gd name="T49" fmla="*/ 432 h 353"/>
                <a:gd name="T50" fmla="*/ 868 w 369"/>
                <a:gd name="T51" fmla="*/ 472 h 353"/>
                <a:gd name="T52" fmla="*/ 786 w 369"/>
                <a:gd name="T53" fmla="*/ 486 h 353"/>
                <a:gd name="T54" fmla="*/ 685 w 369"/>
                <a:gd name="T55" fmla="*/ 525 h 353"/>
                <a:gd name="T56" fmla="*/ 585 w 369"/>
                <a:gd name="T57" fmla="*/ 513 h 353"/>
                <a:gd name="T58" fmla="*/ 525 w 369"/>
                <a:gd name="T59" fmla="*/ 486 h 353"/>
                <a:gd name="T60" fmla="*/ 485 w 369"/>
                <a:gd name="T61" fmla="*/ 513 h 353"/>
                <a:gd name="T62" fmla="*/ 362 w 369"/>
                <a:gd name="T63" fmla="*/ 594 h 353"/>
                <a:gd name="T64" fmla="*/ 202 w 369"/>
                <a:gd name="T65" fmla="*/ 554 h 3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9"/>
                <a:gd name="T100" fmla="*/ 0 h 353"/>
                <a:gd name="T101" fmla="*/ 369 w 369"/>
                <a:gd name="T102" fmla="*/ 353 h 3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9" h="353">
                  <a:moveTo>
                    <a:pt x="48" y="344"/>
                  </a:moveTo>
                  <a:lnTo>
                    <a:pt x="48" y="320"/>
                  </a:lnTo>
                  <a:lnTo>
                    <a:pt x="64" y="296"/>
                  </a:lnTo>
                  <a:lnTo>
                    <a:pt x="32" y="264"/>
                  </a:lnTo>
                  <a:lnTo>
                    <a:pt x="56" y="224"/>
                  </a:lnTo>
                  <a:lnTo>
                    <a:pt x="56" y="192"/>
                  </a:lnTo>
                  <a:lnTo>
                    <a:pt x="8" y="200"/>
                  </a:lnTo>
                  <a:lnTo>
                    <a:pt x="8" y="160"/>
                  </a:lnTo>
                  <a:lnTo>
                    <a:pt x="0" y="152"/>
                  </a:lnTo>
                  <a:lnTo>
                    <a:pt x="16" y="136"/>
                  </a:lnTo>
                  <a:lnTo>
                    <a:pt x="32" y="144"/>
                  </a:lnTo>
                  <a:lnTo>
                    <a:pt x="48" y="136"/>
                  </a:lnTo>
                  <a:lnTo>
                    <a:pt x="96" y="136"/>
                  </a:lnTo>
                  <a:lnTo>
                    <a:pt x="104" y="120"/>
                  </a:lnTo>
                  <a:lnTo>
                    <a:pt x="112" y="112"/>
                  </a:lnTo>
                  <a:lnTo>
                    <a:pt x="168" y="112"/>
                  </a:lnTo>
                  <a:lnTo>
                    <a:pt x="160" y="80"/>
                  </a:lnTo>
                  <a:lnTo>
                    <a:pt x="136" y="80"/>
                  </a:lnTo>
                  <a:lnTo>
                    <a:pt x="128" y="56"/>
                  </a:lnTo>
                  <a:lnTo>
                    <a:pt x="144" y="40"/>
                  </a:lnTo>
                  <a:lnTo>
                    <a:pt x="168" y="48"/>
                  </a:lnTo>
                  <a:lnTo>
                    <a:pt x="184" y="40"/>
                  </a:lnTo>
                  <a:lnTo>
                    <a:pt x="192" y="56"/>
                  </a:lnTo>
                  <a:lnTo>
                    <a:pt x="208" y="48"/>
                  </a:lnTo>
                  <a:lnTo>
                    <a:pt x="208" y="24"/>
                  </a:lnTo>
                  <a:lnTo>
                    <a:pt x="232" y="40"/>
                  </a:lnTo>
                  <a:lnTo>
                    <a:pt x="240" y="8"/>
                  </a:lnTo>
                  <a:lnTo>
                    <a:pt x="248" y="0"/>
                  </a:lnTo>
                  <a:lnTo>
                    <a:pt x="264" y="16"/>
                  </a:lnTo>
                  <a:lnTo>
                    <a:pt x="288" y="16"/>
                  </a:lnTo>
                  <a:lnTo>
                    <a:pt x="312" y="72"/>
                  </a:lnTo>
                  <a:lnTo>
                    <a:pt x="320" y="72"/>
                  </a:lnTo>
                  <a:lnTo>
                    <a:pt x="328" y="88"/>
                  </a:lnTo>
                  <a:lnTo>
                    <a:pt x="344" y="88"/>
                  </a:lnTo>
                  <a:lnTo>
                    <a:pt x="352" y="72"/>
                  </a:lnTo>
                  <a:lnTo>
                    <a:pt x="360" y="64"/>
                  </a:lnTo>
                  <a:lnTo>
                    <a:pt x="368" y="88"/>
                  </a:lnTo>
                  <a:lnTo>
                    <a:pt x="360" y="96"/>
                  </a:lnTo>
                  <a:lnTo>
                    <a:pt x="360" y="112"/>
                  </a:lnTo>
                  <a:lnTo>
                    <a:pt x="360" y="128"/>
                  </a:lnTo>
                  <a:lnTo>
                    <a:pt x="336" y="152"/>
                  </a:lnTo>
                  <a:lnTo>
                    <a:pt x="336" y="168"/>
                  </a:lnTo>
                  <a:lnTo>
                    <a:pt x="360" y="168"/>
                  </a:lnTo>
                  <a:lnTo>
                    <a:pt x="368" y="184"/>
                  </a:lnTo>
                  <a:lnTo>
                    <a:pt x="360" y="192"/>
                  </a:lnTo>
                  <a:lnTo>
                    <a:pt x="360" y="208"/>
                  </a:lnTo>
                  <a:lnTo>
                    <a:pt x="360" y="232"/>
                  </a:lnTo>
                  <a:lnTo>
                    <a:pt x="368" y="232"/>
                  </a:lnTo>
                  <a:lnTo>
                    <a:pt x="368" y="248"/>
                  </a:lnTo>
                  <a:lnTo>
                    <a:pt x="344" y="256"/>
                  </a:lnTo>
                  <a:lnTo>
                    <a:pt x="344" y="272"/>
                  </a:lnTo>
                  <a:lnTo>
                    <a:pt x="344" y="280"/>
                  </a:lnTo>
                  <a:lnTo>
                    <a:pt x="320" y="272"/>
                  </a:lnTo>
                  <a:lnTo>
                    <a:pt x="312" y="288"/>
                  </a:lnTo>
                  <a:lnTo>
                    <a:pt x="280" y="288"/>
                  </a:lnTo>
                  <a:lnTo>
                    <a:pt x="272" y="312"/>
                  </a:lnTo>
                  <a:lnTo>
                    <a:pt x="248" y="320"/>
                  </a:lnTo>
                  <a:lnTo>
                    <a:pt x="232" y="304"/>
                  </a:lnTo>
                  <a:lnTo>
                    <a:pt x="224" y="280"/>
                  </a:lnTo>
                  <a:lnTo>
                    <a:pt x="208" y="288"/>
                  </a:lnTo>
                  <a:lnTo>
                    <a:pt x="208" y="304"/>
                  </a:lnTo>
                  <a:lnTo>
                    <a:pt x="192" y="304"/>
                  </a:lnTo>
                  <a:lnTo>
                    <a:pt x="152" y="328"/>
                  </a:lnTo>
                  <a:lnTo>
                    <a:pt x="144" y="352"/>
                  </a:lnTo>
                  <a:lnTo>
                    <a:pt x="96" y="328"/>
                  </a:lnTo>
                  <a:lnTo>
                    <a:pt x="80" y="328"/>
                  </a:lnTo>
                  <a:lnTo>
                    <a:pt x="48" y="344"/>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32" name="Freeform 19">
              <a:extLst>
                <a:ext uri="{FF2B5EF4-FFF2-40B4-BE49-F238E27FC236}">
                  <a16:creationId xmlns:a16="http://schemas.microsoft.com/office/drawing/2014/main" id="{9FF2113A-008C-4804-A2C2-DBADFA703A07}"/>
                </a:ext>
              </a:extLst>
            </p:cNvPr>
            <p:cNvSpPr>
              <a:spLocks noChangeArrowheads="1"/>
            </p:cNvSpPr>
            <p:nvPr/>
          </p:nvSpPr>
          <p:spPr bwMode="auto">
            <a:xfrm>
              <a:off x="1950456" y="3214688"/>
              <a:ext cx="958414" cy="1052052"/>
            </a:xfrm>
            <a:custGeom>
              <a:avLst/>
              <a:gdLst>
                <a:gd name="T0" fmla="*/ 1325 w 569"/>
                <a:gd name="T1" fmla="*/ 745 h 617"/>
                <a:gd name="T2" fmla="*/ 1406 w 569"/>
                <a:gd name="T3" fmla="*/ 690 h 617"/>
                <a:gd name="T4" fmla="*/ 1325 w 569"/>
                <a:gd name="T5" fmla="*/ 677 h 617"/>
                <a:gd name="T6" fmla="*/ 1244 w 569"/>
                <a:gd name="T7" fmla="*/ 638 h 617"/>
                <a:gd name="T8" fmla="*/ 1166 w 569"/>
                <a:gd name="T9" fmla="*/ 599 h 617"/>
                <a:gd name="T10" fmla="*/ 1206 w 569"/>
                <a:gd name="T11" fmla="*/ 531 h 617"/>
                <a:gd name="T12" fmla="*/ 1185 w 569"/>
                <a:gd name="T13" fmla="*/ 413 h 617"/>
                <a:gd name="T14" fmla="*/ 1065 w 569"/>
                <a:gd name="T15" fmla="*/ 373 h 617"/>
                <a:gd name="T16" fmla="*/ 1043 w 569"/>
                <a:gd name="T17" fmla="*/ 293 h 617"/>
                <a:gd name="T18" fmla="*/ 1125 w 569"/>
                <a:gd name="T19" fmla="*/ 279 h 617"/>
                <a:gd name="T20" fmla="*/ 1283 w 569"/>
                <a:gd name="T21" fmla="*/ 266 h 617"/>
                <a:gd name="T22" fmla="*/ 1283 w 569"/>
                <a:gd name="T23" fmla="*/ 186 h 617"/>
                <a:gd name="T24" fmla="*/ 1166 w 569"/>
                <a:gd name="T25" fmla="*/ 186 h 617"/>
                <a:gd name="T26" fmla="*/ 1084 w 569"/>
                <a:gd name="T27" fmla="*/ 106 h 617"/>
                <a:gd name="T28" fmla="*/ 1023 w 569"/>
                <a:gd name="T29" fmla="*/ 159 h 617"/>
                <a:gd name="T30" fmla="*/ 964 w 569"/>
                <a:gd name="T31" fmla="*/ 239 h 617"/>
                <a:gd name="T32" fmla="*/ 922 w 569"/>
                <a:gd name="T33" fmla="*/ 399 h 617"/>
                <a:gd name="T34" fmla="*/ 844 w 569"/>
                <a:gd name="T35" fmla="*/ 373 h 617"/>
                <a:gd name="T36" fmla="*/ 722 w 569"/>
                <a:gd name="T37" fmla="*/ 399 h 617"/>
                <a:gd name="T38" fmla="*/ 682 w 569"/>
                <a:gd name="T39" fmla="*/ 373 h 617"/>
                <a:gd name="T40" fmla="*/ 582 w 569"/>
                <a:gd name="T41" fmla="*/ 173 h 617"/>
                <a:gd name="T42" fmla="*/ 543 w 569"/>
                <a:gd name="T43" fmla="*/ 186 h 617"/>
                <a:gd name="T44" fmla="*/ 523 w 569"/>
                <a:gd name="T45" fmla="*/ 122 h 617"/>
                <a:gd name="T46" fmla="*/ 402 w 569"/>
                <a:gd name="T47" fmla="*/ 66 h 617"/>
                <a:gd name="T48" fmla="*/ 341 w 569"/>
                <a:gd name="T49" fmla="*/ 135 h 617"/>
                <a:gd name="T50" fmla="*/ 341 w 569"/>
                <a:gd name="T51" fmla="*/ 0 h 617"/>
                <a:gd name="T52" fmla="*/ 281 w 569"/>
                <a:gd name="T53" fmla="*/ 0 h 617"/>
                <a:gd name="T54" fmla="*/ 240 w 569"/>
                <a:gd name="T55" fmla="*/ 53 h 617"/>
                <a:gd name="T56" fmla="*/ 221 w 569"/>
                <a:gd name="T57" fmla="*/ 106 h 617"/>
                <a:gd name="T58" fmla="*/ 200 w 569"/>
                <a:gd name="T59" fmla="*/ 159 h 617"/>
                <a:gd name="T60" fmla="*/ 260 w 569"/>
                <a:gd name="T61" fmla="*/ 186 h 617"/>
                <a:gd name="T62" fmla="*/ 221 w 569"/>
                <a:gd name="T63" fmla="*/ 399 h 617"/>
                <a:gd name="T64" fmla="*/ 60 w 569"/>
                <a:gd name="T65" fmla="*/ 466 h 617"/>
                <a:gd name="T66" fmla="*/ 20 w 569"/>
                <a:gd name="T67" fmla="*/ 518 h 617"/>
                <a:gd name="T68" fmla="*/ 0 w 569"/>
                <a:gd name="T69" fmla="*/ 623 h 617"/>
                <a:gd name="T70" fmla="*/ 121 w 569"/>
                <a:gd name="T71" fmla="*/ 611 h 617"/>
                <a:gd name="T72" fmla="*/ 200 w 569"/>
                <a:gd name="T73" fmla="*/ 651 h 617"/>
                <a:gd name="T74" fmla="*/ 221 w 569"/>
                <a:gd name="T75" fmla="*/ 677 h 617"/>
                <a:gd name="T76" fmla="*/ 240 w 569"/>
                <a:gd name="T77" fmla="*/ 745 h 617"/>
                <a:gd name="T78" fmla="*/ 301 w 569"/>
                <a:gd name="T79" fmla="*/ 772 h 617"/>
                <a:gd name="T80" fmla="*/ 281 w 569"/>
                <a:gd name="T81" fmla="*/ 838 h 617"/>
                <a:gd name="T82" fmla="*/ 260 w 569"/>
                <a:gd name="T83" fmla="*/ 876 h 617"/>
                <a:gd name="T84" fmla="*/ 362 w 569"/>
                <a:gd name="T85" fmla="*/ 930 h 617"/>
                <a:gd name="T86" fmla="*/ 501 w 569"/>
                <a:gd name="T87" fmla="*/ 959 h 617"/>
                <a:gd name="T88" fmla="*/ 560 w 569"/>
                <a:gd name="T89" fmla="*/ 943 h 617"/>
                <a:gd name="T90" fmla="*/ 582 w 569"/>
                <a:gd name="T91" fmla="*/ 997 h 617"/>
                <a:gd name="T92" fmla="*/ 662 w 569"/>
                <a:gd name="T93" fmla="*/ 984 h 617"/>
                <a:gd name="T94" fmla="*/ 682 w 569"/>
                <a:gd name="T95" fmla="*/ 851 h 617"/>
                <a:gd name="T96" fmla="*/ 823 w 569"/>
                <a:gd name="T97" fmla="*/ 838 h 617"/>
                <a:gd name="T98" fmla="*/ 882 w 569"/>
                <a:gd name="T99" fmla="*/ 851 h 617"/>
                <a:gd name="T100" fmla="*/ 964 w 569"/>
                <a:gd name="T101" fmla="*/ 851 h 617"/>
                <a:gd name="T102" fmla="*/ 1043 w 569"/>
                <a:gd name="T103" fmla="*/ 866 h 617"/>
                <a:gd name="T104" fmla="*/ 1106 w 569"/>
                <a:gd name="T105" fmla="*/ 838 h 617"/>
                <a:gd name="T106" fmla="*/ 1227 w 569"/>
                <a:gd name="T107" fmla="*/ 784 h 617"/>
                <a:gd name="T108" fmla="*/ 1305 w 569"/>
                <a:gd name="T109" fmla="*/ 772 h 6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569"/>
                <a:gd name="T166" fmla="*/ 0 h 617"/>
                <a:gd name="T167" fmla="*/ 569 w 569"/>
                <a:gd name="T168" fmla="*/ 617 h 61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569" h="617">
                  <a:moveTo>
                    <a:pt x="520" y="464"/>
                  </a:moveTo>
                  <a:lnTo>
                    <a:pt x="528" y="448"/>
                  </a:lnTo>
                  <a:lnTo>
                    <a:pt x="568" y="448"/>
                  </a:lnTo>
                  <a:lnTo>
                    <a:pt x="560" y="416"/>
                  </a:lnTo>
                  <a:lnTo>
                    <a:pt x="552" y="400"/>
                  </a:lnTo>
                  <a:lnTo>
                    <a:pt x="528" y="408"/>
                  </a:lnTo>
                  <a:lnTo>
                    <a:pt x="504" y="400"/>
                  </a:lnTo>
                  <a:lnTo>
                    <a:pt x="496" y="384"/>
                  </a:lnTo>
                  <a:lnTo>
                    <a:pt x="464" y="384"/>
                  </a:lnTo>
                  <a:lnTo>
                    <a:pt x="464" y="360"/>
                  </a:lnTo>
                  <a:lnTo>
                    <a:pt x="464" y="344"/>
                  </a:lnTo>
                  <a:lnTo>
                    <a:pt x="480" y="320"/>
                  </a:lnTo>
                  <a:lnTo>
                    <a:pt x="448" y="288"/>
                  </a:lnTo>
                  <a:lnTo>
                    <a:pt x="472" y="248"/>
                  </a:lnTo>
                  <a:lnTo>
                    <a:pt x="472" y="216"/>
                  </a:lnTo>
                  <a:lnTo>
                    <a:pt x="424" y="224"/>
                  </a:lnTo>
                  <a:lnTo>
                    <a:pt x="424" y="184"/>
                  </a:lnTo>
                  <a:lnTo>
                    <a:pt x="416" y="176"/>
                  </a:lnTo>
                  <a:lnTo>
                    <a:pt x="432" y="160"/>
                  </a:lnTo>
                  <a:lnTo>
                    <a:pt x="448" y="168"/>
                  </a:lnTo>
                  <a:lnTo>
                    <a:pt x="464" y="152"/>
                  </a:lnTo>
                  <a:lnTo>
                    <a:pt x="512" y="160"/>
                  </a:lnTo>
                  <a:lnTo>
                    <a:pt x="528" y="136"/>
                  </a:lnTo>
                  <a:lnTo>
                    <a:pt x="512" y="112"/>
                  </a:lnTo>
                  <a:lnTo>
                    <a:pt x="488" y="128"/>
                  </a:lnTo>
                  <a:lnTo>
                    <a:pt x="464" y="112"/>
                  </a:lnTo>
                  <a:lnTo>
                    <a:pt x="464" y="64"/>
                  </a:lnTo>
                  <a:lnTo>
                    <a:pt x="432" y="64"/>
                  </a:lnTo>
                  <a:lnTo>
                    <a:pt x="424" y="96"/>
                  </a:lnTo>
                  <a:lnTo>
                    <a:pt x="408" y="96"/>
                  </a:lnTo>
                  <a:lnTo>
                    <a:pt x="408" y="120"/>
                  </a:lnTo>
                  <a:lnTo>
                    <a:pt x="384" y="144"/>
                  </a:lnTo>
                  <a:lnTo>
                    <a:pt x="368" y="144"/>
                  </a:lnTo>
                  <a:lnTo>
                    <a:pt x="368" y="240"/>
                  </a:lnTo>
                  <a:lnTo>
                    <a:pt x="344" y="240"/>
                  </a:lnTo>
                  <a:lnTo>
                    <a:pt x="336" y="224"/>
                  </a:lnTo>
                  <a:lnTo>
                    <a:pt x="320" y="240"/>
                  </a:lnTo>
                  <a:lnTo>
                    <a:pt x="288" y="240"/>
                  </a:lnTo>
                  <a:lnTo>
                    <a:pt x="288" y="232"/>
                  </a:lnTo>
                  <a:lnTo>
                    <a:pt x="272" y="224"/>
                  </a:lnTo>
                  <a:lnTo>
                    <a:pt x="272" y="192"/>
                  </a:lnTo>
                  <a:lnTo>
                    <a:pt x="232" y="104"/>
                  </a:lnTo>
                  <a:lnTo>
                    <a:pt x="216" y="104"/>
                  </a:lnTo>
                  <a:lnTo>
                    <a:pt x="216" y="112"/>
                  </a:lnTo>
                  <a:lnTo>
                    <a:pt x="200" y="88"/>
                  </a:lnTo>
                  <a:lnTo>
                    <a:pt x="208" y="72"/>
                  </a:lnTo>
                  <a:lnTo>
                    <a:pt x="176" y="32"/>
                  </a:lnTo>
                  <a:lnTo>
                    <a:pt x="160" y="40"/>
                  </a:lnTo>
                  <a:lnTo>
                    <a:pt x="152" y="80"/>
                  </a:lnTo>
                  <a:lnTo>
                    <a:pt x="136" y="80"/>
                  </a:lnTo>
                  <a:lnTo>
                    <a:pt x="136" y="64"/>
                  </a:lnTo>
                  <a:lnTo>
                    <a:pt x="136" y="0"/>
                  </a:lnTo>
                  <a:lnTo>
                    <a:pt x="120" y="16"/>
                  </a:lnTo>
                  <a:lnTo>
                    <a:pt x="112" y="0"/>
                  </a:lnTo>
                  <a:lnTo>
                    <a:pt x="96" y="16"/>
                  </a:lnTo>
                  <a:lnTo>
                    <a:pt x="96" y="32"/>
                  </a:lnTo>
                  <a:lnTo>
                    <a:pt x="104" y="64"/>
                  </a:lnTo>
                  <a:lnTo>
                    <a:pt x="88" y="64"/>
                  </a:lnTo>
                  <a:lnTo>
                    <a:pt x="72" y="64"/>
                  </a:lnTo>
                  <a:lnTo>
                    <a:pt x="80" y="96"/>
                  </a:lnTo>
                  <a:lnTo>
                    <a:pt x="80" y="112"/>
                  </a:lnTo>
                  <a:lnTo>
                    <a:pt x="104" y="112"/>
                  </a:lnTo>
                  <a:lnTo>
                    <a:pt x="104" y="168"/>
                  </a:lnTo>
                  <a:lnTo>
                    <a:pt x="88" y="240"/>
                  </a:lnTo>
                  <a:lnTo>
                    <a:pt x="40" y="272"/>
                  </a:lnTo>
                  <a:lnTo>
                    <a:pt x="24" y="280"/>
                  </a:lnTo>
                  <a:lnTo>
                    <a:pt x="16" y="288"/>
                  </a:lnTo>
                  <a:lnTo>
                    <a:pt x="8" y="312"/>
                  </a:lnTo>
                  <a:lnTo>
                    <a:pt x="8" y="360"/>
                  </a:lnTo>
                  <a:lnTo>
                    <a:pt x="0" y="376"/>
                  </a:lnTo>
                  <a:lnTo>
                    <a:pt x="32" y="376"/>
                  </a:lnTo>
                  <a:lnTo>
                    <a:pt x="48" y="368"/>
                  </a:lnTo>
                  <a:lnTo>
                    <a:pt x="88" y="376"/>
                  </a:lnTo>
                  <a:lnTo>
                    <a:pt x="80" y="392"/>
                  </a:lnTo>
                  <a:lnTo>
                    <a:pt x="72" y="392"/>
                  </a:lnTo>
                  <a:lnTo>
                    <a:pt x="88" y="408"/>
                  </a:lnTo>
                  <a:lnTo>
                    <a:pt x="80" y="432"/>
                  </a:lnTo>
                  <a:lnTo>
                    <a:pt x="96" y="448"/>
                  </a:lnTo>
                  <a:lnTo>
                    <a:pt x="120" y="448"/>
                  </a:lnTo>
                  <a:lnTo>
                    <a:pt x="120" y="464"/>
                  </a:lnTo>
                  <a:lnTo>
                    <a:pt x="112" y="472"/>
                  </a:lnTo>
                  <a:lnTo>
                    <a:pt x="112" y="504"/>
                  </a:lnTo>
                  <a:lnTo>
                    <a:pt x="96" y="504"/>
                  </a:lnTo>
                  <a:lnTo>
                    <a:pt x="104" y="528"/>
                  </a:lnTo>
                  <a:lnTo>
                    <a:pt x="144" y="528"/>
                  </a:lnTo>
                  <a:lnTo>
                    <a:pt x="144" y="560"/>
                  </a:lnTo>
                  <a:lnTo>
                    <a:pt x="160" y="568"/>
                  </a:lnTo>
                  <a:lnTo>
                    <a:pt x="200" y="576"/>
                  </a:lnTo>
                  <a:lnTo>
                    <a:pt x="216" y="560"/>
                  </a:lnTo>
                  <a:lnTo>
                    <a:pt x="224" y="568"/>
                  </a:lnTo>
                  <a:lnTo>
                    <a:pt x="216" y="592"/>
                  </a:lnTo>
                  <a:lnTo>
                    <a:pt x="232" y="600"/>
                  </a:lnTo>
                  <a:lnTo>
                    <a:pt x="264" y="616"/>
                  </a:lnTo>
                  <a:lnTo>
                    <a:pt x="264" y="592"/>
                  </a:lnTo>
                  <a:lnTo>
                    <a:pt x="264" y="520"/>
                  </a:lnTo>
                  <a:lnTo>
                    <a:pt x="272" y="512"/>
                  </a:lnTo>
                  <a:lnTo>
                    <a:pt x="320" y="512"/>
                  </a:lnTo>
                  <a:lnTo>
                    <a:pt x="328" y="504"/>
                  </a:lnTo>
                  <a:lnTo>
                    <a:pt x="344" y="504"/>
                  </a:lnTo>
                  <a:lnTo>
                    <a:pt x="352" y="512"/>
                  </a:lnTo>
                  <a:lnTo>
                    <a:pt x="376" y="504"/>
                  </a:lnTo>
                  <a:lnTo>
                    <a:pt x="384" y="512"/>
                  </a:lnTo>
                  <a:lnTo>
                    <a:pt x="392" y="504"/>
                  </a:lnTo>
                  <a:lnTo>
                    <a:pt x="416" y="520"/>
                  </a:lnTo>
                  <a:lnTo>
                    <a:pt x="416" y="504"/>
                  </a:lnTo>
                  <a:lnTo>
                    <a:pt x="440" y="504"/>
                  </a:lnTo>
                  <a:lnTo>
                    <a:pt x="480" y="496"/>
                  </a:lnTo>
                  <a:lnTo>
                    <a:pt x="488" y="472"/>
                  </a:lnTo>
                  <a:lnTo>
                    <a:pt x="504" y="464"/>
                  </a:lnTo>
                  <a:lnTo>
                    <a:pt x="520" y="464"/>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33" name="Freeform 20">
              <a:extLst>
                <a:ext uri="{FF2B5EF4-FFF2-40B4-BE49-F238E27FC236}">
                  <a16:creationId xmlns:a16="http://schemas.microsoft.com/office/drawing/2014/main" id="{EEAB6F26-48DE-42F8-883F-1A0208372186}"/>
                </a:ext>
              </a:extLst>
            </p:cNvPr>
            <p:cNvSpPr>
              <a:spLocks noChangeArrowheads="1"/>
            </p:cNvSpPr>
            <p:nvPr/>
          </p:nvSpPr>
          <p:spPr bwMode="auto">
            <a:xfrm>
              <a:off x="161137" y="1997820"/>
              <a:ext cx="2037330" cy="1340095"/>
            </a:xfrm>
            <a:custGeom>
              <a:avLst/>
              <a:gdLst>
                <a:gd name="T0" fmla="*/ 2979 w 1209"/>
                <a:gd name="T1" fmla="*/ 1217 h 785"/>
                <a:gd name="T2" fmla="*/ 2919 w 1209"/>
                <a:gd name="T3" fmla="*/ 1217 h 785"/>
                <a:gd name="T4" fmla="*/ 2919 w 1209"/>
                <a:gd name="T5" fmla="*/ 1311 h 785"/>
                <a:gd name="T6" fmla="*/ 2797 w 1209"/>
                <a:gd name="T7" fmla="*/ 1270 h 785"/>
                <a:gd name="T8" fmla="*/ 2736 w 1209"/>
                <a:gd name="T9" fmla="*/ 1257 h 785"/>
                <a:gd name="T10" fmla="*/ 2577 w 1209"/>
                <a:gd name="T11" fmla="*/ 1204 h 785"/>
                <a:gd name="T12" fmla="*/ 2618 w 1209"/>
                <a:gd name="T13" fmla="*/ 1161 h 785"/>
                <a:gd name="T14" fmla="*/ 2595 w 1209"/>
                <a:gd name="T15" fmla="*/ 1138 h 785"/>
                <a:gd name="T16" fmla="*/ 2517 w 1209"/>
                <a:gd name="T17" fmla="*/ 1110 h 785"/>
                <a:gd name="T18" fmla="*/ 2456 w 1209"/>
                <a:gd name="T19" fmla="*/ 1138 h 785"/>
                <a:gd name="T20" fmla="*/ 2334 w 1209"/>
                <a:gd name="T21" fmla="*/ 1084 h 785"/>
                <a:gd name="T22" fmla="*/ 2094 w 1209"/>
                <a:gd name="T23" fmla="*/ 1161 h 785"/>
                <a:gd name="T24" fmla="*/ 2034 w 1209"/>
                <a:gd name="T25" fmla="*/ 1204 h 785"/>
                <a:gd name="T26" fmla="*/ 1834 w 1209"/>
                <a:gd name="T27" fmla="*/ 1230 h 785"/>
                <a:gd name="T28" fmla="*/ 1650 w 1209"/>
                <a:gd name="T29" fmla="*/ 1190 h 785"/>
                <a:gd name="T30" fmla="*/ 1590 w 1209"/>
                <a:gd name="T31" fmla="*/ 1138 h 785"/>
                <a:gd name="T32" fmla="*/ 1468 w 1209"/>
                <a:gd name="T33" fmla="*/ 1177 h 785"/>
                <a:gd name="T34" fmla="*/ 1349 w 1209"/>
                <a:gd name="T35" fmla="*/ 1217 h 785"/>
                <a:gd name="T36" fmla="*/ 1147 w 1209"/>
                <a:gd name="T37" fmla="*/ 1124 h 785"/>
                <a:gd name="T38" fmla="*/ 1027 w 1209"/>
                <a:gd name="T39" fmla="*/ 1069 h 785"/>
                <a:gd name="T40" fmla="*/ 907 w 1209"/>
                <a:gd name="T41" fmla="*/ 1044 h 785"/>
                <a:gd name="T42" fmla="*/ 806 w 1209"/>
                <a:gd name="T43" fmla="*/ 990 h 785"/>
                <a:gd name="T44" fmla="*/ 684 w 1209"/>
                <a:gd name="T45" fmla="*/ 869 h 785"/>
                <a:gd name="T46" fmla="*/ 623 w 1209"/>
                <a:gd name="T47" fmla="*/ 854 h 785"/>
                <a:gd name="T48" fmla="*/ 523 w 1209"/>
                <a:gd name="T49" fmla="*/ 762 h 785"/>
                <a:gd name="T50" fmla="*/ 402 w 1209"/>
                <a:gd name="T51" fmla="*/ 643 h 785"/>
                <a:gd name="T52" fmla="*/ 301 w 1209"/>
                <a:gd name="T53" fmla="*/ 682 h 785"/>
                <a:gd name="T54" fmla="*/ 162 w 1209"/>
                <a:gd name="T55" fmla="*/ 549 h 785"/>
                <a:gd name="T56" fmla="*/ 79 w 1209"/>
                <a:gd name="T57" fmla="*/ 454 h 785"/>
                <a:gd name="T58" fmla="*/ 0 w 1209"/>
                <a:gd name="T59" fmla="*/ 429 h 785"/>
                <a:gd name="T60" fmla="*/ 41 w 1209"/>
                <a:gd name="T61" fmla="*/ 294 h 785"/>
                <a:gd name="T62" fmla="*/ 121 w 1209"/>
                <a:gd name="T63" fmla="*/ 321 h 785"/>
                <a:gd name="T64" fmla="*/ 200 w 1209"/>
                <a:gd name="T65" fmla="*/ 307 h 785"/>
                <a:gd name="T66" fmla="*/ 200 w 1209"/>
                <a:gd name="T67" fmla="*/ 214 h 785"/>
                <a:gd name="T68" fmla="*/ 141 w 1209"/>
                <a:gd name="T69" fmla="*/ 160 h 785"/>
                <a:gd name="T70" fmla="*/ 200 w 1209"/>
                <a:gd name="T71" fmla="*/ 80 h 785"/>
                <a:gd name="T72" fmla="*/ 384 w 1209"/>
                <a:gd name="T73" fmla="*/ 66 h 785"/>
                <a:gd name="T74" fmla="*/ 523 w 1209"/>
                <a:gd name="T75" fmla="*/ 13 h 785"/>
                <a:gd name="T76" fmla="*/ 723 w 1209"/>
                <a:gd name="T77" fmla="*/ 27 h 785"/>
                <a:gd name="T78" fmla="*/ 866 w 1209"/>
                <a:gd name="T79" fmla="*/ 93 h 785"/>
                <a:gd name="T80" fmla="*/ 1087 w 1209"/>
                <a:gd name="T81" fmla="*/ 93 h 785"/>
                <a:gd name="T82" fmla="*/ 1329 w 1209"/>
                <a:gd name="T83" fmla="*/ 66 h 785"/>
                <a:gd name="T84" fmla="*/ 1672 w 1209"/>
                <a:gd name="T85" fmla="*/ 93 h 785"/>
                <a:gd name="T86" fmla="*/ 1791 w 1209"/>
                <a:gd name="T87" fmla="*/ 122 h 785"/>
                <a:gd name="T88" fmla="*/ 1771 w 1209"/>
                <a:gd name="T89" fmla="*/ 160 h 785"/>
                <a:gd name="T90" fmla="*/ 1834 w 1209"/>
                <a:gd name="T91" fmla="*/ 227 h 785"/>
                <a:gd name="T92" fmla="*/ 1791 w 1209"/>
                <a:gd name="T93" fmla="*/ 307 h 785"/>
                <a:gd name="T94" fmla="*/ 1751 w 1209"/>
                <a:gd name="T95" fmla="*/ 416 h 785"/>
                <a:gd name="T96" fmla="*/ 1851 w 1209"/>
                <a:gd name="T97" fmla="*/ 535 h 785"/>
                <a:gd name="T98" fmla="*/ 2094 w 1209"/>
                <a:gd name="T99" fmla="*/ 615 h 785"/>
                <a:gd name="T100" fmla="*/ 2355 w 1209"/>
                <a:gd name="T101" fmla="*/ 695 h 785"/>
                <a:gd name="T102" fmla="*/ 2497 w 1209"/>
                <a:gd name="T103" fmla="*/ 708 h 785"/>
                <a:gd name="T104" fmla="*/ 2535 w 1209"/>
                <a:gd name="T105" fmla="*/ 804 h 785"/>
                <a:gd name="T106" fmla="*/ 2618 w 1209"/>
                <a:gd name="T107" fmla="*/ 830 h 785"/>
                <a:gd name="T108" fmla="*/ 2655 w 1209"/>
                <a:gd name="T109" fmla="*/ 790 h 785"/>
                <a:gd name="T110" fmla="*/ 2718 w 1209"/>
                <a:gd name="T111" fmla="*/ 804 h 785"/>
                <a:gd name="T112" fmla="*/ 2756 w 1209"/>
                <a:gd name="T113" fmla="*/ 776 h 785"/>
                <a:gd name="T114" fmla="*/ 2857 w 1209"/>
                <a:gd name="T115" fmla="*/ 737 h 785"/>
                <a:gd name="T116" fmla="*/ 2960 w 1209"/>
                <a:gd name="T117" fmla="*/ 762 h 785"/>
                <a:gd name="T118" fmla="*/ 3039 w 1209"/>
                <a:gd name="T119" fmla="*/ 895 h 785"/>
                <a:gd name="T120" fmla="*/ 3039 w 1209"/>
                <a:gd name="T121" fmla="*/ 963 h 785"/>
                <a:gd name="T122" fmla="*/ 3019 w 1209"/>
                <a:gd name="T123" fmla="*/ 1190 h 78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209"/>
                <a:gd name="T187" fmla="*/ 0 h 785"/>
                <a:gd name="T188" fmla="*/ 1209 w 1209"/>
                <a:gd name="T189" fmla="*/ 785 h 785"/>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209" h="785">
                  <a:moveTo>
                    <a:pt x="1200" y="712"/>
                  </a:moveTo>
                  <a:lnTo>
                    <a:pt x="1184" y="728"/>
                  </a:lnTo>
                  <a:lnTo>
                    <a:pt x="1176" y="712"/>
                  </a:lnTo>
                  <a:lnTo>
                    <a:pt x="1160" y="728"/>
                  </a:lnTo>
                  <a:lnTo>
                    <a:pt x="1168" y="776"/>
                  </a:lnTo>
                  <a:lnTo>
                    <a:pt x="1160" y="784"/>
                  </a:lnTo>
                  <a:lnTo>
                    <a:pt x="1136" y="776"/>
                  </a:lnTo>
                  <a:lnTo>
                    <a:pt x="1112" y="760"/>
                  </a:lnTo>
                  <a:lnTo>
                    <a:pt x="1112" y="744"/>
                  </a:lnTo>
                  <a:lnTo>
                    <a:pt x="1088" y="752"/>
                  </a:lnTo>
                  <a:lnTo>
                    <a:pt x="1024" y="728"/>
                  </a:lnTo>
                  <a:lnTo>
                    <a:pt x="1024" y="720"/>
                  </a:lnTo>
                  <a:lnTo>
                    <a:pt x="1040" y="712"/>
                  </a:lnTo>
                  <a:lnTo>
                    <a:pt x="1040" y="696"/>
                  </a:lnTo>
                  <a:lnTo>
                    <a:pt x="1024" y="688"/>
                  </a:lnTo>
                  <a:lnTo>
                    <a:pt x="1032" y="680"/>
                  </a:lnTo>
                  <a:lnTo>
                    <a:pt x="1016" y="656"/>
                  </a:lnTo>
                  <a:lnTo>
                    <a:pt x="1000" y="664"/>
                  </a:lnTo>
                  <a:lnTo>
                    <a:pt x="984" y="672"/>
                  </a:lnTo>
                  <a:lnTo>
                    <a:pt x="976" y="680"/>
                  </a:lnTo>
                  <a:lnTo>
                    <a:pt x="960" y="680"/>
                  </a:lnTo>
                  <a:lnTo>
                    <a:pt x="928" y="648"/>
                  </a:lnTo>
                  <a:lnTo>
                    <a:pt x="864" y="696"/>
                  </a:lnTo>
                  <a:lnTo>
                    <a:pt x="832" y="696"/>
                  </a:lnTo>
                  <a:lnTo>
                    <a:pt x="824" y="720"/>
                  </a:lnTo>
                  <a:lnTo>
                    <a:pt x="808" y="720"/>
                  </a:lnTo>
                  <a:lnTo>
                    <a:pt x="760" y="744"/>
                  </a:lnTo>
                  <a:lnTo>
                    <a:pt x="728" y="736"/>
                  </a:lnTo>
                  <a:lnTo>
                    <a:pt x="712" y="712"/>
                  </a:lnTo>
                  <a:lnTo>
                    <a:pt x="656" y="712"/>
                  </a:lnTo>
                  <a:lnTo>
                    <a:pt x="664" y="688"/>
                  </a:lnTo>
                  <a:lnTo>
                    <a:pt x="632" y="680"/>
                  </a:lnTo>
                  <a:lnTo>
                    <a:pt x="600" y="680"/>
                  </a:lnTo>
                  <a:lnTo>
                    <a:pt x="584" y="704"/>
                  </a:lnTo>
                  <a:lnTo>
                    <a:pt x="552" y="728"/>
                  </a:lnTo>
                  <a:lnTo>
                    <a:pt x="536" y="728"/>
                  </a:lnTo>
                  <a:lnTo>
                    <a:pt x="544" y="680"/>
                  </a:lnTo>
                  <a:lnTo>
                    <a:pt x="456" y="672"/>
                  </a:lnTo>
                  <a:lnTo>
                    <a:pt x="424" y="640"/>
                  </a:lnTo>
                  <a:lnTo>
                    <a:pt x="408" y="640"/>
                  </a:lnTo>
                  <a:lnTo>
                    <a:pt x="392" y="648"/>
                  </a:lnTo>
                  <a:lnTo>
                    <a:pt x="360" y="624"/>
                  </a:lnTo>
                  <a:lnTo>
                    <a:pt x="336" y="600"/>
                  </a:lnTo>
                  <a:lnTo>
                    <a:pt x="320" y="592"/>
                  </a:lnTo>
                  <a:lnTo>
                    <a:pt x="280" y="544"/>
                  </a:lnTo>
                  <a:lnTo>
                    <a:pt x="272" y="520"/>
                  </a:lnTo>
                  <a:lnTo>
                    <a:pt x="264" y="512"/>
                  </a:lnTo>
                  <a:lnTo>
                    <a:pt x="248" y="512"/>
                  </a:lnTo>
                  <a:lnTo>
                    <a:pt x="224" y="464"/>
                  </a:lnTo>
                  <a:lnTo>
                    <a:pt x="208" y="456"/>
                  </a:lnTo>
                  <a:lnTo>
                    <a:pt x="192" y="424"/>
                  </a:lnTo>
                  <a:lnTo>
                    <a:pt x="160" y="384"/>
                  </a:lnTo>
                  <a:lnTo>
                    <a:pt x="144" y="384"/>
                  </a:lnTo>
                  <a:lnTo>
                    <a:pt x="120" y="408"/>
                  </a:lnTo>
                  <a:lnTo>
                    <a:pt x="96" y="376"/>
                  </a:lnTo>
                  <a:lnTo>
                    <a:pt x="64" y="328"/>
                  </a:lnTo>
                  <a:lnTo>
                    <a:pt x="40" y="304"/>
                  </a:lnTo>
                  <a:lnTo>
                    <a:pt x="32" y="272"/>
                  </a:lnTo>
                  <a:lnTo>
                    <a:pt x="8" y="280"/>
                  </a:lnTo>
                  <a:lnTo>
                    <a:pt x="0" y="256"/>
                  </a:lnTo>
                  <a:lnTo>
                    <a:pt x="8" y="248"/>
                  </a:lnTo>
                  <a:lnTo>
                    <a:pt x="16" y="176"/>
                  </a:lnTo>
                  <a:lnTo>
                    <a:pt x="32" y="168"/>
                  </a:lnTo>
                  <a:lnTo>
                    <a:pt x="48" y="192"/>
                  </a:lnTo>
                  <a:lnTo>
                    <a:pt x="64" y="184"/>
                  </a:lnTo>
                  <a:lnTo>
                    <a:pt x="80" y="184"/>
                  </a:lnTo>
                  <a:lnTo>
                    <a:pt x="72" y="144"/>
                  </a:lnTo>
                  <a:lnTo>
                    <a:pt x="80" y="128"/>
                  </a:lnTo>
                  <a:lnTo>
                    <a:pt x="56" y="120"/>
                  </a:lnTo>
                  <a:lnTo>
                    <a:pt x="56" y="96"/>
                  </a:lnTo>
                  <a:lnTo>
                    <a:pt x="64" y="56"/>
                  </a:lnTo>
                  <a:lnTo>
                    <a:pt x="80" y="48"/>
                  </a:lnTo>
                  <a:lnTo>
                    <a:pt x="120" y="56"/>
                  </a:lnTo>
                  <a:lnTo>
                    <a:pt x="152" y="40"/>
                  </a:lnTo>
                  <a:lnTo>
                    <a:pt x="176" y="0"/>
                  </a:lnTo>
                  <a:lnTo>
                    <a:pt x="208" y="8"/>
                  </a:lnTo>
                  <a:lnTo>
                    <a:pt x="272" y="32"/>
                  </a:lnTo>
                  <a:lnTo>
                    <a:pt x="288" y="16"/>
                  </a:lnTo>
                  <a:lnTo>
                    <a:pt x="336" y="24"/>
                  </a:lnTo>
                  <a:lnTo>
                    <a:pt x="344" y="56"/>
                  </a:lnTo>
                  <a:lnTo>
                    <a:pt x="408" y="72"/>
                  </a:lnTo>
                  <a:lnTo>
                    <a:pt x="432" y="56"/>
                  </a:lnTo>
                  <a:lnTo>
                    <a:pt x="504" y="56"/>
                  </a:lnTo>
                  <a:lnTo>
                    <a:pt x="528" y="40"/>
                  </a:lnTo>
                  <a:lnTo>
                    <a:pt x="640" y="32"/>
                  </a:lnTo>
                  <a:lnTo>
                    <a:pt x="664" y="56"/>
                  </a:lnTo>
                  <a:lnTo>
                    <a:pt x="696" y="64"/>
                  </a:lnTo>
                  <a:lnTo>
                    <a:pt x="712" y="72"/>
                  </a:lnTo>
                  <a:lnTo>
                    <a:pt x="720" y="88"/>
                  </a:lnTo>
                  <a:lnTo>
                    <a:pt x="704" y="96"/>
                  </a:lnTo>
                  <a:lnTo>
                    <a:pt x="728" y="104"/>
                  </a:lnTo>
                  <a:lnTo>
                    <a:pt x="728" y="136"/>
                  </a:lnTo>
                  <a:lnTo>
                    <a:pt x="704" y="168"/>
                  </a:lnTo>
                  <a:lnTo>
                    <a:pt x="712" y="184"/>
                  </a:lnTo>
                  <a:lnTo>
                    <a:pt x="704" y="232"/>
                  </a:lnTo>
                  <a:lnTo>
                    <a:pt x="696" y="248"/>
                  </a:lnTo>
                  <a:lnTo>
                    <a:pt x="712" y="296"/>
                  </a:lnTo>
                  <a:lnTo>
                    <a:pt x="736" y="320"/>
                  </a:lnTo>
                  <a:lnTo>
                    <a:pt x="784" y="320"/>
                  </a:lnTo>
                  <a:lnTo>
                    <a:pt x="832" y="368"/>
                  </a:lnTo>
                  <a:lnTo>
                    <a:pt x="864" y="376"/>
                  </a:lnTo>
                  <a:lnTo>
                    <a:pt x="936" y="416"/>
                  </a:lnTo>
                  <a:lnTo>
                    <a:pt x="968" y="400"/>
                  </a:lnTo>
                  <a:lnTo>
                    <a:pt x="992" y="424"/>
                  </a:lnTo>
                  <a:lnTo>
                    <a:pt x="1016" y="448"/>
                  </a:lnTo>
                  <a:lnTo>
                    <a:pt x="1008" y="480"/>
                  </a:lnTo>
                  <a:lnTo>
                    <a:pt x="1040" y="480"/>
                  </a:lnTo>
                  <a:lnTo>
                    <a:pt x="1040" y="496"/>
                  </a:lnTo>
                  <a:lnTo>
                    <a:pt x="1064" y="496"/>
                  </a:lnTo>
                  <a:lnTo>
                    <a:pt x="1056" y="472"/>
                  </a:lnTo>
                  <a:lnTo>
                    <a:pt x="1072" y="472"/>
                  </a:lnTo>
                  <a:lnTo>
                    <a:pt x="1080" y="480"/>
                  </a:lnTo>
                  <a:lnTo>
                    <a:pt x="1096" y="480"/>
                  </a:lnTo>
                  <a:lnTo>
                    <a:pt x="1096" y="464"/>
                  </a:lnTo>
                  <a:lnTo>
                    <a:pt x="1120" y="464"/>
                  </a:lnTo>
                  <a:lnTo>
                    <a:pt x="1136" y="440"/>
                  </a:lnTo>
                  <a:lnTo>
                    <a:pt x="1152" y="432"/>
                  </a:lnTo>
                  <a:lnTo>
                    <a:pt x="1176" y="456"/>
                  </a:lnTo>
                  <a:lnTo>
                    <a:pt x="1176" y="480"/>
                  </a:lnTo>
                  <a:lnTo>
                    <a:pt x="1208" y="536"/>
                  </a:lnTo>
                  <a:lnTo>
                    <a:pt x="1192" y="544"/>
                  </a:lnTo>
                  <a:lnTo>
                    <a:pt x="1208" y="576"/>
                  </a:lnTo>
                  <a:lnTo>
                    <a:pt x="1208" y="608"/>
                  </a:lnTo>
                  <a:lnTo>
                    <a:pt x="1200" y="712"/>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34" name="Freeform 21">
              <a:extLst>
                <a:ext uri="{FF2B5EF4-FFF2-40B4-BE49-F238E27FC236}">
                  <a16:creationId xmlns:a16="http://schemas.microsoft.com/office/drawing/2014/main" id="{9EB63EE6-2DC9-4DFE-B20C-7100C0A89528}"/>
                </a:ext>
              </a:extLst>
            </p:cNvPr>
            <p:cNvSpPr>
              <a:spLocks noChangeArrowheads="1"/>
            </p:cNvSpPr>
            <p:nvPr/>
          </p:nvSpPr>
          <p:spPr bwMode="auto">
            <a:xfrm>
              <a:off x="2075162" y="2546180"/>
              <a:ext cx="1279286" cy="1079778"/>
            </a:xfrm>
            <a:custGeom>
              <a:avLst/>
              <a:gdLst>
                <a:gd name="T0" fmla="*/ 1730 w 761"/>
                <a:gd name="T1" fmla="*/ 812 h 633"/>
                <a:gd name="T2" fmla="*/ 1670 w 761"/>
                <a:gd name="T3" fmla="*/ 838 h 633"/>
                <a:gd name="T4" fmla="*/ 1630 w 761"/>
                <a:gd name="T5" fmla="*/ 812 h 633"/>
                <a:gd name="T6" fmla="*/ 1512 w 761"/>
                <a:gd name="T7" fmla="*/ 719 h 633"/>
                <a:gd name="T8" fmla="*/ 1453 w 761"/>
                <a:gd name="T9" fmla="*/ 707 h 633"/>
                <a:gd name="T10" fmla="*/ 1371 w 761"/>
                <a:gd name="T11" fmla="*/ 732 h 633"/>
                <a:gd name="T12" fmla="*/ 1332 w 761"/>
                <a:gd name="T13" fmla="*/ 786 h 633"/>
                <a:gd name="T14" fmla="*/ 1273 w 761"/>
                <a:gd name="T15" fmla="*/ 773 h 633"/>
                <a:gd name="T16" fmla="*/ 1173 w 761"/>
                <a:gd name="T17" fmla="*/ 786 h 633"/>
                <a:gd name="T18" fmla="*/ 1254 w 761"/>
                <a:gd name="T19" fmla="*/ 825 h 633"/>
                <a:gd name="T20" fmla="*/ 1133 w 761"/>
                <a:gd name="T21" fmla="*/ 880 h 633"/>
                <a:gd name="T22" fmla="*/ 1035 w 761"/>
                <a:gd name="T23" fmla="*/ 867 h 633"/>
                <a:gd name="T24" fmla="*/ 974 w 761"/>
                <a:gd name="T25" fmla="*/ 759 h 633"/>
                <a:gd name="T26" fmla="*/ 894 w 761"/>
                <a:gd name="T27" fmla="*/ 812 h 633"/>
                <a:gd name="T28" fmla="*/ 834 w 761"/>
                <a:gd name="T29" fmla="*/ 838 h 633"/>
                <a:gd name="T30" fmla="*/ 735 w 761"/>
                <a:gd name="T31" fmla="*/ 894 h 633"/>
                <a:gd name="T32" fmla="*/ 675 w 761"/>
                <a:gd name="T33" fmla="*/ 1052 h 633"/>
                <a:gd name="T34" fmla="*/ 619 w 761"/>
                <a:gd name="T35" fmla="*/ 1052 h 633"/>
                <a:gd name="T36" fmla="*/ 537 w 761"/>
                <a:gd name="T37" fmla="*/ 1039 h 633"/>
                <a:gd name="T38" fmla="*/ 498 w 761"/>
                <a:gd name="T39" fmla="*/ 960 h 633"/>
                <a:gd name="T40" fmla="*/ 360 w 761"/>
                <a:gd name="T41" fmla="*/ 825 h 633"/>
                <a:gd name="T42" fmla="*/ 319 w 761"/>
                <a:gd name="T43" fmla="*/ 800 h 633"/>
                <a:gd name="T44" fmla="*/ 259 w 761"/>
                <a:gd name="T45" fmla="*/ 707 h 633"/>
                <a:gd name="T46" fmla="*/ 199 w 761"/>
                <a:gd name="T47" fmla="*/ 773 h 633"/>
                <a:gd name="T48" fmla="*/ 179 w 761"/>
                <a:gd name="T49" fmla="*/ 414 h 633"/>
                <a:gd name="T50" fmla="*/ 179 w 761"/>
                <a:gd name="T51" fmla="*/ 359 h 633"/>
                <a:gd name="T52" fmla="*/ 101 w 761"/>
                <a:gd name="T53" fmla="*/ 227 h 633"/>
                <a:gd name="T54" fmla="*/ 0 w 761"/>
                <a:gd name="T55" fmla="*/ 173 h 633"/>
                <a:gd name="T56" fmla="*/ 20 w 761"/>
                <a:gd name="T57" fmla="*/ 106 h 633"/>
                <a:gd name="T58" fmla="*/ 41 w 761"/>
                <a:gd name="T59" fmla="*/ 53 h 633"/>
                <a:gd name="T60" fmla="*/ 79 w 761"/>
                <a:gd name="T61" fmla="*/ 0 h 633"/>
                <a:gd name="T62" fmla="*/ 158 w 761"/>
                <a:gd name="T63" fmla="*/ 27 h 633"/>
                <a:gd name="T64" fmla="*/ 218 w 761"/>
                <a:gd name="T65" fmla="*/ 135 h 633"/>
                <a:gd name="T66" fmla="*/ 319 w 761"/>
                <a:gd name="T67" fmla="*/ 200 h 633"/>
                <a:gd name="T68" fmla="*/ 377 w 761"/>
                <a:gd name="T69" fmla="*/ 173 h 633"/>
                <a:gd name="T70" fmla="*/ 438 w 761"/>
                <a:gd name="T71" fmla="*/ 214 h 633"/>
                <a:gd name="T72" fmla="*/ 558 w 761"/>
                <a:gd name="T73" fmla="*/ 159 h 633"/>
                <a:gd name="T74" fmla="*/ 716 w 761"/>
                <a:gd name="T75" fmla="*/ 159 h 633"/>
                <a:gd name="T76" fmla="*/ 735 w 761"/>
                <a:gd name="T77" fmla="*/ 66 h 633"/>
                <a:gd name="T78" fmla="*/ 795 w 761"/>
                <a:gd name="T79" fmla="*/ 53 h 633"/>
                <a:gd name="T80" fmla="*/ 855 w 761"/>
                <a:gd name="T81" fmla="*/ 80 h 633"/>
                <a:gd name="T82" fmla="*/ 995 w 761"/>
                <a:gd name="T83" fmla="*/ 122 h 633"/>
                <a:gd name="T84" fmla="*/ 1035 w 761"/>
                <a:gd name="T85" fmla="*/ 227 h 633"/>
                <a:gd name="T86" fmla="*/ 1173 w 761"/>
                <a:gd name="T87" fmla="*/ 266 h 633"/>
                <a:gd name="T88" fmla="*/ 1273 w 761"/>
                <a:gd name="T89" fmla="*/ 227 h 633"/>
                <a:gd name="T90" fmla="*/ 1371 w 761"/>
                <a:gd name="T91" fmla="*/ 239 h 633"/>
                <a:gd name="T92" fmla="*/ 1554 w 761"/>
                <a:gd name="T93" fmla="*/ 307 h 633"/>
                <a:gd name="T94" fmla="*/ 1752 w 761"/>
                <a:gd name="T95" fmla="*/ 374 h 633"/>
                <a:gd name="T96" fmla="*/ 1890 w 761"/>
                <a:gd name="T97" fmla="*/ 427 h 633"/>
                <a:gd name="T98" fmla="*/ 1850 w 761"/>
                <a:gd name="T99" fmla="*/ 493 h 633"/>
                <a:gd name="T100" fmla="*/ 1651 w 761"/>
                <a:gd name="T101" fmla="*/ 520 h 633"/>
                <a:gd name="T102" fmla="*/ 1609 w 761"/>
                <a:gd name="T103" fmla="*/ 559 h 633"/>
                <a:gd name="T104" fmla="*/ 1630 w 761"/>
                <a:gd name="T105" fmla="*/ 600 h 633"/>
                <a:gd name="T106" fmla="*/ 1630 w 761"/>
                <a:gd name="T107" fmla="*/ 627 h 633"/>
                <a:gd name="T108" fmla="*/ 1752 w 761"/>
                <a:gd name="T109" fmla="*/ 759 h 63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61"/>
                <a:gd name="T166" fmla="*/ 0 h 633"/>
                <a:gd name="T167" fmla="*/ 761 w 761"/>
                <a:gd name="T168" fmla="*/ 633 h 63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61" h="633">
                  <a:moveTo>
                    <a:pt x="696" y="480"/>
                  </a:moveTo>
                  <a:lnTo>
                    <a:pt x="696" y="488"/>
                  </a:lnTo>
                  <a:lnTo>
                    <a:pt x="688" y="504"/>
                  </a:lnTo>
                  <a:lnTo>
                    <a:pt x="672" y="504"/>
                  </a:lnTo>
                  <a:lnTo>
                    <a:pt x="664" y="488"/>
                  </a:lnTo>
                  <a:lnTo>
                    <a:pt x="656" y="488"/>
                  </a:lnTo>
                  <a:lnTo>
                    <a:pt x="632" y="432"/>
                  </a:lnTo>
                  <a:lnTo>
                    <a:pt x="608" y="432"/>
                  </a:lnTo>
                  <a:lnTo>
                    <a:pt x="592" y="416"/>
                  </a:lnTo>
                  <a:lnTo>
                    <a:pt x="584" y="424"/>
                  </a:lnTo>
                  <a:lnTo>
                    <a:pt x="576" y="456"/>
                  </a:lnTo>
                  <a:lnTo>
                    <a:pt x="552" y="440"/>
                  </a:lnTo>
                  <a:lnTo>
                    <a:pt x="552" y="464"/>
                  </a:lnTo>
                  <a:lnTo>
                    <a:pt x="536" y="472"/>
                  </a:lnTo>
                  <a:lnTo>
                    <a:pt x="528" y="464"/>
                  </a:lnTo>
                  <a:lnTo>
                    <a:pt x="512" y="464"/>
                  </a:lnTo>
                  <a:lnTo>
                    <a:pt x="488" y="456"/>
                  </a:lnTo>
                  <a:lnTo>
                    <a:pt x="472" y="472"/>
                  </a:lnTo>
                  <a:lnTo>
                    <a:pt x="480" y="496"/>
                  </a:lnTo>
                  <a:lnTo>
                    <a:pt x="504" y="496"/>
                  </a:lnTo>
                  <a:lnTo>
                    <a:pt x="512" y="528"/>
                  </a:lnTo>
                  <a:lnTo>
                    <a:pt x="456" y="528"/>
                  </a:lnTo>
                  <a:lnTo>
                    <a:pt x="440" y="504"/>
                  </a:lnTo>
                  <a:lnTo>
                    <a:pt x="416" y="520"/>
                  </a:lnTo>
                  <a:lnTo>
                    <a:pt x="392" y="504"/>
                  </a:lnTo>
                  <a:lnTo>
                    <a:pt x="392" y="456"/>
                  </a:lnTo>
                  <a:lnTo>
                    <a:pt x="360" y="456"/>
                  </a:lnTo>
                  <a:lnTo>
                    <a:pt x="360" y="488"/>
                  </a:lnTo>
                  <a:lnTo>
                    <a:pt x="336" y="496"/>
                  </a:lnTo>
                  <a:lnTo>
                    <a:pt x="336" y="504"/>
                  </a:lnTo>
                  <a:lnTo>
                    <a:pt x="312" y="536"/>
                  </a:lnTo>
                  <a:lnTo>
                    <a:pt x="296" y="536"/>
                  </a:lnTo>
                  <a:lnTo>
                    <a:pt x="296" y="632"/>
                  </a:lnTo>
                  <a:lnTo>
                    <a:pt x="272" y="632"/>
                  </a:lnTo>
                  <a:lnTo>
                    <a:pt x="264" y="616"/>
                  </a:lnTo>
                  <a:lnTo>
                    <a:pt x="248" y="632"/>
                  </a:lnTo>
                  <a:lnTo>
                    <a:pt x="216" y="632"/>
                  </a:lnTo>
                  <a:lnTo>
                    <a:pt x="216" y="624"/>
                  </a:lnTo>
                  <a:lnTo>
                    <a:pt x="200" y="616"/>
                  </a:lnTo>
                  <a:lnTo>
                    <a:pt x="200" y="576"/>
                  </a:lnTo>
                  <a:lnTo>
                    <a:pt x="160" y="496"/>
                  </a:lnTo>
                  <a:lnTo>
                    <a:pt x="144" y="496"/>
                  </a:lnTo>
                  <a:lnTo>
                    <a:pt x="144" y="504"/>
                  </a:lnTo>
                  <a:lnTo>
                    <a:pt x="128" y="480"/>
                  </a:lnTo>
                  <a:lnTo>
                    <a:pt x="136" y="472"/>
                  </a:lnTo>
                  <a:lnTo>
                    <a:pt x="104" y="424"/>
                  </a:lnTo>
                  <a:lnTo>
                    <a:pt x="88" y="432"/>
                  </a:lnTo>
                  <a:lnTo>
                    <a:pt x="80" y="464"/>
                  </a:lnTo>
                  <a:lnTo>
                    <a:pt x="64" y="472"/>
                  </a:lnTo>
                  <a:lnTo>
                    <a:pt x="72" y="248"/>
                  </a:lnTo>
                  <a:lnTo>
                    <a:pt x="56" y="224"/>
                  </a:lnTo>
                  <a:lnTo>
                    <a:pt x="72" y="216"/>
                  </a:lnTo>
                  <a:lnTo>
                    <a:pt x="40" y="160"/>
                  </a:lnTo>
                  <a:lnTo>
                    <a:pt x="40" y="136"/>
                  </a:lnTo>
                  <a:lnTo>
                    <a:pt x="16" y="112"/>
                  </a:lnTo>
                  <a:lnTo>
                    <a:pt x="0" y="104"/>
                  </a:lnTo>
                  <a:lnTo>
                    <a:pt x="0" y="96"/>
                  </a:lnTo>
                  <a:lnTo>
                    <a:pt x="8" y="64"/>
                  </a:lnTo>
                  <a:lnTo>
                    <a:pt x="24" y="48"/>
                  </a:lnTo>
                  <a:lnTo>
                    <a:pt x="16" y="32"/>
                  </a:lnTo>
                  <a:lnTo>
                    <a:pt x="16" y="0"/>
                  </a:lnTo>
                  <a:lnTo>
                    <a:pt x="32" y="0"/>
                  </a:lnTo>
                  <a:lnTo>
                    <a:pt x="40" y="16"/>
                  </a:lnTo>
                  <a:lnTo>
                    <a:pt x="64" y="16"/>
                  </a:lnTo>
                  <a:lnTo>
                    <a:pt x="88" y="40"/>
                  </a:lnTo>
                  <a:lnTo>
                    <a:pt x="88" y="80"/>
                  </a:lnTo>
                  <a:lnTo>
                    <a:pt x="104" y="80"/>
                  </a:lnTo>
                  <a:lnTo>
                    <a:pt x="128" y="120"/>
                  </a:lnTo>
                  <a:lnTo>
                    <a:pt x="152" y="112"/>
                  </a:lnTo>
                  <a:lnTo>
                    <a:pt x="152" y="104"/>
                  </a:lnTo>
                  <a:lnTo>
                    <a:pt x="160" y="112"/>
                  </a:lnTo>
                  <a:lnTo>
                    <a:pt x="176" y="128"/>
                  </a:lnTo>
                  <a:lnTo>
                    <a:pt x="216" y="128"/>
                  </a:lnTo>
                  <a:lnTo>
                    <a:pt x="224" y="96"/>
                  </a:lnTo>
                  <a:lnTo>
                    <a:pt x="256" y="88"/>
                  </a:lnTo>
                  <a:lnTo>
                    <a:pt x="288" y="96"/>
                  </a:lnTo>
                  <a:lnTo>
                    <a:pt x="304" y="72"/>
                  </a:lnTo>
                  <a:lnTo>
                    <a:pt x="296" y="40"/>
                  </a:lnTo>
                  <a:lnTo>
                    <a:pt x="296" y="32"/>
                  </a:lnTo>
                  <a:lnTo>
                    <a:pt x="320" y="32"/>
                  </a:lnTo>
                  <a:lnTo>
                    <a:pt x="336" y="24"/>
                  </a:lnTo>
                  <a:lnTo>
                    <a:pt x="344" y="48"/>
                  </a:lnTo>
                  <a:lnTo>
                    <a:pt x="384" y="72"/>
                  </a:lnTo>
                  <a:lnTo>
                    <a:pt x="400" y="72"/>
                  </a:lnTo>
                  <a:lnTo>
                    <a:pt x="400" y="88"/>
                  </a:lnTo>
                  <a:lnTo>
                    <a:pt x="416" y="136"/>
                  </a:lnTo>
                  <a:lnTo>
                    <a:pt x="432" y="152"/>
                  </a:lnTo>
                  <a:lnTo>
                    <a:pt x="472" y="160"/>
                  </a:lnTo>
                  <a:lnTo>
                    <a:pt x="496" y="128"/>
                  </a:lnTo>
                  <a:lnTo>
                    <a:pt x="512" y="136"/>
                  </a:lnTo>
                  <a:lnTo>
                    <a:pt x="520" y="152"/>
                  </a:lnTo>
                  <a:lnTo>
                    <a:pt x="552" y="144"/>
                  </a:lnTo>
                  <a:lnTo>
                    <a:pt x="592" y="176"/>
                  </a:lnTo>
                  <a:lnTo>
                    <a:pt x="624" y="184"/>
                  </a:lnTo>
                  <a:lnTo>
                    <a:pt x="656" y="192"/>
                  </a:lnTo>
                  <a:lnTo>
                    <a:pt x="704" y="224"/>
                  </a:lnTo>
                  <a:lnTo>
                    <a:pt x="728" y="232"/>
                  </a:lnTo>
                  <a:lnTo>
                    <a:pt x="760" y="256"/>
                  </a:lnTo>
                  <a:lnTo>
                    <a:pt x="760" y="296"/>
                  </a:lnTo>
                  <a:lnTo>
                    <a:pt x="744" y="296"/>
                  </a:lnTo>
                  <a:lnTo>
                    <a:pt x="712" y="312"/>
                  </a:lnTo>
                  <a:lnTo>
                    <a:pt x="664" y="312"/>
                  </a:lnTo>
                  <a:lnTo>
                    <a:pt x="648" y="328"/>
                  </a:lnTo>
                  <a:lnTo>
                    <a:pt x="648" y="336"/>
                  </a:lnTo>
                  <a:lnTo>
                    <a:pt x="656" y="352"/>
                  </a:lnTo>
                  <a:lnTo>
                    <a:pt x="656" y="360"/>
                  </a:lnTo>
                  <a:lnTo>
                    <a:pt x="648" y="376"/>
                  </a:lnTo>
                  <a:lnTo>
                    <a:pt x="656" y="376"/>
                  </a:lnTo>
                  <a:lnTo>
                    <a:pt x="696" y="424"/>
                  </a:lnTo>
                  <a:lnTo>
                    <a:pt x="704" y="456"/>
                  </a:lnTo>
                  <a:lnTo>
                    <a:pt x="696" y="480"/>
                  </a:lnTo>
                </a:path>
              </a:pathLst>
            </a:custGeom>
            <a:solidFill>
              <a:srgbClr val="D6A8C9"/>
            </a:solid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35" name="Freeform 22">
              <a:extLst>
                <a:ext uri="{FF2B5EF4-FFF2-40B4-BE49-F238E27FC236}">
                  <a16:creationId xmlns:a16="http://schemas.microsoft.com/office/drawing/2014/main" id="{EF26DE85-A326-433A-B370-4215C68A6187}"/>
                </a:ext>
              </a:extLst>
            </p:cNvPr>
            <p:cNvSpPr>
              <a:spLocks noChangeArrowheads="1"/>
            </p:cNvSpPr>
            <p:nvPr/>
          </p:nvSpPr>
          <p:spPr bwMode="auto">
            <a:xfrm>
              <a:off x="1333933" y="1794495"/>
              <a:ext cx="1321322" cy="1053592"/>
            </a:xfrm>
            <a:custGeom>
              <a:avLst/>
              <a:gdLst>
                <a:gd name="T0" fmla="*/ 1679 w 785"/>
                <a:gd name="T1" fmla="*/ 898 h 617"/>
                <a:gd name="T2" fmla="*/ 1541 w 785"/>
                <a:gd name="T3" fmla="*/ 951 h 617"/>
                <a:gd name="T4" fmla="*/ 1481 w 785"/>
                <a:gd name="T5" fmla="*/ 910 h 617"/>
                <a:gd name="T6" fmla="*/ 1420 w 785"/>
                <a:gd name="T7" fmla="*/ 938 h 617"/>
                <a:gd name="T8" fmla="*/ 1320 w 785"/>
                <a:gd name="T9" fmla="*/ 870 h 617"/>
                <a:gd name="T10" fmla="*/ 1260 w 785"/>
                <a:gd name="T11" fmla="*/ 765 h 617"/>
                <a:gd name="T12" fmla="*/ 1181 w 785"/>
                <a:gd name="T13" fmla="*/ 737 h 617"/>
                <a:gd name="T14" fmla="*/ 1140 w 785"/>
                <a:gd name="T15" fmla="*/ 765 h 617"/>
                <a:gd name="T16" fmla="*/ 1160 w 785"/>
                <a:gd name="T17" fmla="*/ 804 h 617"/>
                <a:gd name="T18" fmla="*/ 1102 w 785"/>
                <a:gd name="T19" fmla="*/ 898 h 617"/>
                <a:gd name="T20" fmla="*/ 1140 w 785"/>
                <a:gd name="T21" fmla="*/ 925 h 617"/>
                <a:gd name="T22" fmla="*/ 1060 w 785"/>
                <a:gd name="T23" fmla="*/ 977 h 617"/>
                <a:gd name="T24" fmla="*/ 1002 w 785"/>
                <a:gd name="T25" fmla="*/ 1004 h 617"/>
                <a:gd name="T26" fmla="*/ 941 w 785"/>
                <a:gd name="T27" fmla="*/ 991 h 617"/>
                <a:gd name="T28" fmla="*/ 920 w 785"/>
                <a:gd name="T29" fmla="*/ 1018 h 617"/>
                <a:gd name="T30" fmla="*/ 841 w 785"/>
                <a:gd name="T31" fmla="*/ 1004 h 617"/>
                <a:gd name="T32" fmla="*/ 800 w 785"/>
                <a:gd name="T33" fmla="*/ 951 h 617"/>
                <a:gd name="T34" fmla="*/ 580 w 785"/>
                <a:gd name="T35" fmla="*/ 898 h 617"/>
                <a:gd name="T36" fmla="*/ 339 w 785"/>
                <a:gd name="T37" fmla="*/ 830 h 617"/>
                <a:gd name="T38" fmla="*/ 101 w 785"/>
                <a:gd name="T39" fmla="*/ 737 h 617"/>
                <a:gd name="T40" fmla="*/ 0 w 785"/>
                <a:gd name="T41" fmla="*/ 615 h 617"/>
                <a:gd name="T42" fmla="*/ 41 w 785"/>
                <a:gd name="T43" fmla="*/ 510 h 617"/>
                <a:gd name="T44" fmla="*/ 79 w 785"/>
                <a:gd name="T45" fmla="*/ 416 h 617"/>
                <a:gd name="T46" fmla="*/ 20 w 785"/>
                <a:gd name="T47" fmla="*/ 361 h 617"/>
                <a:gd name="T48" fmla="*/ 121 w 785"/>
                <a:gd name="T49" fmla="*/ 349 h 617"/>
                <a:gd name="T50" fmla="*/ 259 w 785"/>
                <a:gd name="T51" fmla="*/ 375 h 617"/>
                <a:gd name="T52" fmla="*/ 239 w 785"/>
                <a:gd name="T53" fmla="*/ 308 h 617"/>
                <a:gd name="T54" fmla="*/ 321 w 785"/>
                <a:gd name="T55" fmla="*/ 227 h 617"/>
                <a:gd name="T56" fmla="*/ 221 w 785"/>
                <a:gd name="T57" fmla="*/ 122 h 617"/>
                <a:gd name="T58" fmla="*/ 381 w 785"/>
                <a:gd name="T59" fmla="*/ 27 h 617"/>
                <a:gd name="T60" fmla="*/ 722 w 785"/>
                <a:gd name="T61" fmla="*/ 0 h 617"/>
                <a:gd name="T62" fmla="*/ 961 w 785"/>
                <a:gd name="T63" fmla="*/ 67 h 617"/>
                <a:gd name="T64" fmla="*/ 1140 w 785"/>
                <a:gd name="T65" fmla="*/ 173 h 617"/>
                <a:gd name="T66" fmla="*/ 1181 w 785"/>
                <a:gd name="T67" fmla="*/ 80 h 617"/>
                <a:gd name="T68" fmla="*/ 1320 w 785"/>
                <a:gd name="T69" fmla="*/ 122 h 617"/>
                <a:gd name="T70" fmla="*/ 1481 w 785"/>
                <a:gd name="T71" fmla="*/ 161 h 617"/>
                <a:gd name="T72" fmla="*/ 1642 w 785"/>
                <a:gd name="T73" fmla="*/ 201 h 617"/>
                <a:gd name="T74" fmla="*/ 1822 w 785"/>
                <a:gd name="T75" fmla="*/ 294 h 617"/>
                <a:gd name="T76" fmla="*/ 1922 w 785"/>
                <a:gd name="T77" fmla="*/ 388 h 617"/>
                <a:gd name="T78" fmla="*/ 1963 w 785"/>
                <a:gd name="T79" fmla="*/ 562 h 617"/>
                <a:gd name="T80" fmla="*/ 1880 w 785"/>
                <a:gd name="T81" fmla="*/ 602 h 617"/>
                <a:gd name="T82" fmla="*/ 1780 w 785"/>
                <a:gd name="T83" fmla="*/ 682 h 617"/>
                <a:gd name="T84" fmla="*/ 1842 w 785"/>
                <a:gd name="T85" fmla="*/ 724 h 617"/>
                <a:gd name="T86" fmla="*/ 1761 w 785"/>
                <a:gd name="T87" fmla="*/ 765 h 617"/>
                <a:gd name="T88" fmla="*/ 1642 w 785"/>
                <a:gd name="T89" fmla="*/ 751 h 617"/>
                <a:gd name="T90" fmla="*/ 1663 w 785"/>
                <a:gd name="T91" fmla="*/ 817 h 617"/>
                <a:gd name="T92" fmla="*/ 1780 w 785"/>
                <a:gd name="T93" fmla="*/ 845 h 61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85"/>
                <a:gd name="T142" fmla="*/ 0 h 617"/>
                <a:gd name="T143" fmla="*/ 785 w 785"/>
                <a:gd name="T144" fmla="*/ 617 h 61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85" h="617">
                  <a:moveTo>
                    <a:pt x="704" y="528"/>
                  </a:moveTo>
                  <a:lnTo>
                    <a:pt x="672" y="536"/>
                  </a:lnTo>
                  <a:lnTo>
                    <a:pt x="656" y="568"/>
                  </a:lnTo>
                  <a:lnTo>
                    <a:pt x="616" y="568"/>
                  </a:lnTo>
                  <a:lnTo>
                    <a:pt x="608" y="552"/>
                  </a:lnTo>
                  <a:lnTo>
                    <a:pt x="592" y="544"/>
                  </a:lnTo>
                  <a:lnTo>
                    <a:pt x="592" y="552"/>
                  </a:lnTo>
                  <a:lnTo>
                    <a:pt x="568" y="560"/>
                  </a:lnTo>
                  <a:lnTo>
                    <a:pt x="544" y="520"/>
                  </a:lnTo>
                  <a:lnTo>
                    <a:pt x="528" y="520"/>
                  </a:lnTo>
                  <a:lnTo>
                    <a:pt x="528" y="480"/>
                  </a:lnTo>
                  <a:lnTo>
                    <a:pt x="504" y="456"/>
                  </a:lnTo>
                  <a:lnTo>
                    <a:pt x="488" y="456"/>
                  </a:lnTo>
                  <a:lnTo>
                    <a:pt x="472" y="440"/>
                  </a:lnTo>
                  <a:lnTo>
                    <a:pt x="456" y="440"/>
                  </a:lnTo>
                  <a:lnTo>
                    <a:pt x="456" y="456"/>
                  </a:lnTo>
                  <a:lnTo>
                    <a:pt x="456" y="472"/>
                  </a:lnTo>
                  <a:lnTo>
                    <a:pt x="464" y="480"/>
                  </a:lnTo>
                  <a:lnTo>
                    <a:pt x="448" y="496"/>
                  </a:lnTo>
                  <a:lnTo>
                    <a:pt x="440" y="536"/>
                  </a:lnTo>
                  <a:lnTo>
                    <a:pt x="448" y="552"/>
                  </a:lnTo>
                  <a:lnTo>
                    <a:pt x="456" y="552"/>
                  </a:lnTo>
                  <a:lnTo>
                    <a:pt x="440" y="560"/>
                  </a:lnTo>
                  <a:lnTo>
                    <a:pt x="424" y="584"/>
                  </a:lnTo>
                  <a:lnTo>
                    <a:pt x="400" y="584"/>
                  </a:lnTo>
                  <a:lnTo>
                    <a:pt x="400" y="600"/>
                  </a:lnTo>
                  <a:lnTo>
                    <a:pt x="384" y="608"/>
                  </a:lnTo>
                  <a:lnTo>
                    <a:pt x="376" y="592"/>
                  </a:lnTo>
                  <a:lnTo>
                    <a:pt x="360" y="592"/>
                  </a:lnTo>
                  <a:lnTo>
                    <a:pt x="368" y="608"/>
                  </a:lnTo>
                  <a:lnTo>
                    <a:pt x="352" y="616"/>
                  </a:lnTo>
                  <a:lnTo>
                    <a:pt x="336" y="600"/>
                  </a:lnTo>
                  <a:lnTo>
                    <a:pt x="312" y="600"/>
                  </a:lnTo>
                  <a:lnTo>
                    <a:pt x="320" y="568"/>
                  </a:lnTo>
                  <a:lnTo>
                    <a:pt x="264" y="520"/>
                  </a:lnTo>
                  <a:lnTo>
                    <a:pt x="232" y="536"/>
                  </a:lnTo>
                  <a:lnTo>
                    <a:pt x="168" y="496"/>
                  </a:lnTo>
                  <a:lnTo>
                    <a:pt x="136" y="496"/>
                  </a:lnTo>
                  <a:lnTo>
                    <a:pt x="88" y="440"/>
                  </a:lnTo>
                  <a:lnTo>
                    <a:pt x="40" y="440"/>
                  </a:lnTo>
                  <a:lnTo>
                    <a:pt x="16" y="416"/>
                  </a:lnTo>
                  <a:lnTo>
                    <a:pt x="0" y="368"/>
                  </a:lnTo>
                  <a:lnTo>
                    <a:pt x="8" y="352"/>
                  </a:lnTo>
                  <a:lnTo>
                    <a:pt x="16" y="304"/>
                  </a:lnTo>
                  <a:lnTo>
                    <a:pt x="8" y="280"/>
                  </a:lnTo>
                  <a:lnTo>
                    <a:pt x="32" y="248"/>
                  </a:lnTo>
                  <a:lnTo>
                    <a:pt x="32" y="224"/>
                  </a:lnTo>
                  <a:lnTo>
                    <a:pt x="8" y="216"/>
                  </a:lnTo>
                  <a:lnTo>
                    <a:pt x="16" y="208"/>
                  </a:lnTo>
                  <a:lnTo>
                    <a:pt x="48" y="208"/>
                  </a:lnTo>
                  <a:lnTo>
                    <a:pt x="56" y="200"/>
                  </a:lnTo>
                  <a:lnTo>
                    <a:pt x="104" y="224"/>
                  </a:lnTo>
                  <a:lnTo>
                    <a:pt x="104" y="192"/>
                  </a:lnTo>
                  <a:lnTo>
                    <a:pt x="96" y="184"/>
                  </a:lnTo>
                  <a:lnTo>
                    <a:pt x="96" y="160"/>
                  </a:lnTo>
                  <a:lnTo>
                    <a:pt x="128" y="136"/>
                  </a:lnTo>
                  <a:lnTo>
                    <a:pt x="120" y="112"/>
                  </a:lnTo>
                  <a:lnTo>
                    <a:pt x="88" y="72"/>
                  </a:lnTo>
                  <a:lnTo>
                    <a:pt x="96" y="32"/>
                  </a:lnTo>
                  <a:lnTo>
                    <a:pt x="152" y="16"/>
                  </a:lnTo>
                  <a:lnTo>
                    <a:pt x="256" y="8"/>
                  </a:lnTo>
                  <a:lnTo>
                    <a:pt x="288" y="0"/>
                  </a:lnTo>
                  <a:lnTo>
                    <a:pt x="344" y="24"/>
                  </a:lnTo>
                  <a:lnTo>
                    <a:pt x="384" y="40"/>
                  </a:lnTo>
                  <a:lnTo>
                    <a:pt x="424" y="64"/>
                  </a:lnTo>
                  <a:lnTo>
                    <a:pt x="456" y="104"/>
                  </a:lnTo>
                  <a:lnTo>
                    <a:pt x="472" y="56"/>
                  </a:lnTo>
                  <a:lnTo>
                    <a:pt x="472" y="48"/>
                  </a:lnTo>
                  <a:lnTo>
                    <a:pt x="504" y="64"/>
                  </a:lnTo>
                  <a:lnTo>
                    <a:pt x="528" y="72"/>
                  </a:lnTo>
                  <a:lnTo>
                    <a:pt x="584" y="64"/>
                  </a:lnTo>
                  <a:lnTo>
                    <a:pt x="592" y="96"/>
                  </a:lnTo>
                  <a:lnTo>
                    <a:pt x="640" y="128"/>
                  </a:lnTo>
                  <a:lnTo>
                    <a:pt x="656" y="120"/>
                  </a:lnTo>
                  <a:lnTo>
                    <a:pt x="728" y="192"/>
                  </a:lnTo>
                  <a:lnTo>
                    <a:pt x="728" y="176"/>
                  </a:lnTo>
                  <a:lnTo>
                    <a:pt x="760" y="208"/>
                  </a:lnTo>
                  <a:lnTo>
                    <a:pt x="768" y="232"/>
                  </a:lnTo>
                  <a:lnTo>
                    <a:pt x="776" y="288"/>
                  </a:lnTo>
                  <a:lnTo>
                    <a:pt x="784" y="336"/>
                  </a:lnTo>
                  <a:lnTo>
                    <a:pt x="776" y="360"/>
                  </a:lnTo>
                  <a:lnTo>
                    <a:pt x="752" y="360"/>
                  </a:lnTo>
                  <a:lnTo>
                    <a:pt x="744" y="392"/>
                  </a:lnTo>
                  <a:lnTo>
                    <a:pt x="712" y="408"/>
                  </a:lnTo>
                  <a:lnTo>
                    <a:pt x="712" y="424"/>
                  </a:lnTo>
                  <a:lnTo>
                    <a:pt x="736" y="432"/>
                  </a:lnTo>
                  <a:lnTo>
                    <a:pt x="728" y="440"/>
                  </a:lnTo>
                  <a:lnTo>
                    <a:pt x="704" y="456"/>
                  </a:lnTo>
                  <a:lnTo>
                    <a:pt x="672" y="448"/>
                  </a:lnTo>
                  <a:lnTo>
                    <a:pt x="656" y="448"/>
                  </a:lnTo>
                  <a:lnTo>
                    <a:pt x="648" y="464"/>
                  </a:lnTo>
                  <a:lnTo>
                    <a:pt x="664" y="488"/>
                  </a:lnTo>
                  <a:lnTo>
                    <a:pt x="696" y="496"/>
                  </a:lnTo>
                  <a:lnTo>
                    <a:pt x="712" y="504"/>
                  </a:lnTo>
                  <a:lnTo>
                    <a:pt x="704" y="528"/>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36" name="Freeform 23">
              <a:extLst>
                <a:ext uri="{FF2B5EF4-FFF2-40B4-BE49-F238E27FC236}">
                  <a16:creationId xmlns:a16="http://schemas.microsoft.com/office/drawing/2014/main" id="{A2190CD0-3E95-4EE1-A56C-082D7CF7BF68}"/>
                </a:ext>
              </a:extLst>
            </p:cNvPr>
            <p:cNvSpPr>
              <a:spLocks noChangeArrowheads="1"/>
            </p:cNvSpPr>
            <p:nvPr/>
          </p:nvSpPr>
          <p:spPr bwMode="auto">
            <a:xfrm>
              <a:off x="3729967" y="3131509"/>
              <a:ext cx="514237" cy="728580"/>
            </a:xfrm>
            <a:custGeom>
              <a:avLst/>
              <a:gdLst>
                <a:gd name="T0" fmla="*/ 685 w 305"/>
                <a:gd name="T1" fmla="*/ 69 h 425"/>
                <a:gd name="T2" fmla="*/ 708 w 305"/>
                <a:gd name="T3" fmla="*/ 122 h 425"/>
                <a:gd name="T4" fmla="*/ 766 w 305"/>
                <a:gd name="T5" fmla="*/ 150 h 425"/>
                <a:gd name="T6" fmla="*/ 766 w 305"/>
                <a:gd name="T7" fmla="*/ 231 h 425"/>
                <a:gd name="T8" fmla="*/ 685 w 305"/>
                <a:gd name="T9" fmla="*/ 259 h 425"/>
                <a:gd name="T10" fmla="*/ 685 w 305"/>
                <a:gd name="T11" fmla="*/ 273 h 425"/>
                <a:gd name="T12" fmla="*/ 606 w 305"/>
                <a:gd name="T13" fmla="*/ 273 h 425"/>
                <a:gd name="T14" fmla="*/ 566 w 305"/>
                <a:gd name="T15" fmla="*/ 300 h 425"/>
                <a:gd name="T16" fmla="*/ 566 w 305"/>
                <a:gd name="T17" fmla="*/ 342 h 425"/>
                <a:gd name="T18" fmla="*/ 585 w 305"/>
                <a:gd name="T19" fmla="*/ 354 h 425"/>
                <a:gd name="T20" fmla="*/ 525 w 305"/>
                <a:gd name="T21" fmla="*/ 410 h 425"/>
                <a:gd name="T22" fmla="*/ 485 w 305"/>
                <a:gd name="T23" fmla="*/ 410 h 425"/>
                <a:gd name="T24" fmla="*/ 485 w 305"/>
                <a:gd name="T25" fmla="*/ 464 h 425"/>
                <a:gd name="T26" fmla="*/ 485 w 305"/>
                <a:gd name="T27" fmla="*/ 479 h 425"/>
                <a:gd name="T28" fmla="*/ 485 w 305"/>
                <a:gd name="T29" fmla="*/ 518 h 425"/>
                <a:gd name="T30" fmla="*/ 444 w 305"/>
                <a:gd name="T31" fmla="*/ 546 h 425"/>
                <a:gd name="T32" fmla="*/ 422 w 305"/>
                <a:gd name="T33" fmla="*/ 614 h 425"/>
                <a:gd name="T34" fmla="*/ 404 w 305"/>
                <a:gd name="T35" fmla="*/ 656 h 425"/>
                <a:gd name="T36" fmla="*/ 404 w 305"/>
                <a:gd name="T37" fmla="*/ 669 h 425"/>
                <a:gd name="T38" fmla="*/ 384 w 305"/>
                <a:gd name="T39" fmla="*/ 710 h 425"/>
                <a:gd name="T40" fmla="*/ 343 w 305"/>
                <a:gd name="T41" fmla="*/ 710 h 425"/>
                <a:gd name="T42" fmla="*/ 322 w 305"/>
                <a:gd name="T43" fmla="*/ 696 h 425"/>
                <a:gd name="T44" fmla="*/ 162 w 305"/>
                <a:gd name="T45" fmla="*/ 723 h 425"/>
                <a:gd name="T46" fmla="*/ 141 w 305"/>
                <a:gd name="T47" fmla="*/ 710 h 425"/>
                <a:gd name="T48" fmla="*/ 202 w 305"/>
                <a:gd name="T49" fmla="*/ 629 h 425"/>
                <a:gd name="T50" fmla="*/ 141 w 305"/>
                <a:gd name="T51" fmla="*/ 614 h 425"/>
                <a:gd name="T52" fmla="*/ 101 w 305"/>
                <a:gd name="T53" fmla="*/ 629 h 425"/>
                <a:gd name="T54" fmla="*/ 61 w 305"/>
                <a:gd name="T55" fmla="*/ 614 h 425"/>
                <a:gd name="T56" fmla="*/ 61 w 305"/>
                <a:gd name="T57" fmla="*/ 546 h 425"/>
                <a:gd name="T58" fmla="*/ 101 w 305"/>
                <a:gd name="T59" fmla="*/ 533 h 425"/>
                <a:gd name="T60" fmla="*/ 122 w 305"/>
                <a:gd name="T61" fmla="*/ 533 h 425"/>
                <a:gd name="T62" fmla="*/ 122 w 305"/>
                <a:gd name="T63" fmla="*/ 492 h 425"/>
                <a:gd name="T64" fmla="*/ 83 w 305"/>
                <a:gd name="T65" fmla="*/ 492 h 425"/>
                <a:gd name="T66" fmla="*/ 83 w 305"/>
                <a:gd name="T67" fmla="*/ 464 h 425"/>
                <a:gd name="T68" fmla="*/ 41 w 305"/>
                <a:gd name="T69" fmla="*/ 451 h 425"/>
                <a:gd name="T70" fmla="*/ 41 w 305"/>
                <a:gd name="T71" fmla="*/ 368 h 425"/>
                <a:gd name="T72" fmla="*/ 0 w 305"/>
                <a:gd name="T73" fmla="*/ 342 h 425"/>
                <a:gd name="T74" fmla="*/ 20 w 305"/>
                <a:gd name="T75" fmla="*/ 300 h 425"/>
                <a:gd name="T76" fmla="*/ 83 w 305"/>
                <a:gd name="T77" fmla="*/ 259 h 425"/>
                <a:gd name="T78" fmla="*/ 83 w 305"/>
                <a:gd name="T79" fmla="*/ 218 h 425"/>
                <a:gd name="T80" fmla="*/ 61 w 305"/>
                <a:gd name="T81" fmla="*/ 206 h 425"/>
                <a:gd name="T82" fmla="*/ 83 w 305"/>
                <a:gd name="T83" fmla="*/ 178 h 425"/>
                <a:gd name="T84" fmla="*/ 41 w 305"/>
                <a:gd name="T85" fmla="*/ 136 h 425"/>
                <a:gd name="T86" fmla="*/ 83 w 305"/>
                <a:gd name="T87" fmla="*/ 109 h 425"/>
                <a:gd name="T88" fmla="*/ 141 w 305"/>
                <a:gd name="T89" fmla="*/ 96 h 425"/>
                <a:gd name="T90" fmla="*/ 283 w 305"/>
                <a:gd name="T91" fmla="*/ 41 h 425"/>
                <a:gd name="T92" fmla="*/ 362 w 305"/>
                <a:gd name="T93" fmla="*/ 13 h 425"/>
                <a:gd name="T94" fmla="*/ 422 w 305"/>
                <a:gd name="T95" fmla="*/ 13 h 425"/>
                <a:gd name="T96" fmla="*/ 463 w 305"/>
                <a:gd name="T97" fmla="*/ 0 h 425"/>
                <a:gd name="T98" fmla="*/ 485 w 305"/>
                <a:gd name="T99" fmla="*/ 13 h 425"/>
                <a:gd name="T100" fmla="*/ 463 w 305"/>
                <a:gd name="T101" fmla="*/ 27 h 425"/>
                <a:gd name="T102" fmla="*/ 463 w 305"/>
                <a:gd name="T103" fmla="*/ 56 h 425"/>
                <a:gd name="T104" fmla="*/ 525 w 305"/>
                <a:gd name="T105" fmla="*/ 56 h 425"/>
                <a:gd name="T106" fmla="*/ 525 w 305"/>
                <a:gd name="T107" fmla="*/ 27 h 425"/>
                <a:gd name="T108" fmla="*/ 546 w 305"/>
                <a:gd name="T109" fmla="*/ 0 h 425"/>
                <a:gd name="T110" fmla="*/ 585 w 305"/>
                <a:gd name="T111" fmla="*/ 27 h 425"/>
                <a:gd name="T112" fmla="*/ 606 w 305"/>
                <a:gd name="T113" fmla="*/ 56 h 425"/>
                <a:gd name="T114" fmla="*/ 685 w 305"/>
                <a:gd name="T115" fmla="*/ 56 h 425"/>
                <a:gd name="T116" fmla="*/ 685 w 305"/>
                <a:gd name="T117" fmla="*/ 69 h 42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05"/>
                <a:gd name="T178" fmla="*/ 0 h 425"/>
                <a:gd name="T179" fmla="*/ 305 w 305"/>
                <a:gd name="T180" fmla="*/ 425 h 42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05" h="425">
                  <a:moveTo>
                    <a:pt x="272" y="40"/>
                  </a:moveTo>
                  <a:lnTo>
                    <a:pt x="280" y="72"/>
                  </a:lnTo>
                  <a:lnTo>
                    <a:pt x="304" y="88"/>
                  </a:lnTo>
                  <a:lnTo>
                    <a:pt x="304" y="136"/>
                  </a:lnTo>
                  <a:lnTo>
                    <a:pt x="272" y="152"/>
                  </a:lnTo>
                  <a:lnTo>
                    <a:pt x="272" y="160"/>
                  </a:lnTo>
                  <a:lnTo>
                    <a:pt x="240" y="160"/>
                  </a:lnTo>
                  <a:lnTo>
                    <a:pt x="224" y="176"/>
                  </a:lnTo>
                  <a:lnTo>
                    <a:pt x="224" y="200"/>
                  </a:lnTo>
                  <a:lnTo>
                    <a:pt x="232" y="208"/>
                  </a:lnTo>
                  <a:lnTo>
                    <a:pt x="208" y="240"/>
                  </a:lnTo>
                  <a:lnTo>
                    <a:pt x="192" y="240"/>
                  </a:lnTo>
                  <a:lnTo>
                    <a:pt x="192" y="272"/>
                  </a:lnTo>
                  <a:lnTo>
                    <a:pt x="192" y="280"/>
                  </a:lnTo>
                  <a:lnTo>
                    <a:pt x="192" y="304"/>
                  </a:lnTo>
                  <a:lnTo>
                    <a:pt x="176" y="320"/>
                  </a:lnTo>
                  <a:lnTo>
                    <a:pt x="168" y="360"/>
                  </a:lnTo>
                  <a:lnTo>
                    <a:pt x="160" y="384"/>
                  </a:lnTo>
                  <a:lnTo>
                    <a:pt x="160" y="392"/>
                  </a:lnTo>
                  <a:lnTo>
                    <a:pt x="152" y="416"/>
                  </a:lnTo>
                  <a:lnTo>
                    <a:pt x="136" y="416"/>
                  </a:lnTo>
                  <a:lnTo>
                    <a:pt x="128" y="408"/>
                  </a:lnTo>
                  <a:lnTo>
                    <a:pt x="64" y="424"/>
                  </a:lnTo>
                  <a:lnTo>
                    <a:pt x="56" y="416"/>
                  </a:lnTo>
                  <a:lnTo>
                    <a:pt x="80" y="368"/>
                  </a:lnTo>
                  <a:lnTo>
                    <a:pt x="56" y="360"/>
                  </a:lnTo>
                  <a:lnTo>
                    <a:pt x="40" y="368"/>
                  </a:lnTo>
                  <a:lnTo>
                    <a:pt x="24" y="360"/>
                  </a:lnTo>
                  <a:lnTo>
                    <a:pt x="24" y="320"/>
                  </a:lnTo>
                  <a:lnTo>
                    <a:pt x="40" y="312"/>
                  </a:lnTo>
                  <a:lnTo>
                    <a:pt x="48" y="312"/>
                  </a:lnTo>
                  <a:lnTo>
                    <a:pt x="48" y="288"/>
                  </a:lnTo>
                  <a:lnTo>
                    <a:pt x="32" y="288"/>
                  </a:lnTo>
                  <a:lnTo>
                    <a:pt x="32" y="272"/>
                  </a:lnTo>
                  <a:lnTo>
                    <a:pt x="16" y="264"/>
                  </a:lnTo>
                  <a:lnTo>
                    <a:pt x="16" y="216"/>
                  </a:lnTo>
                  <a:lnTo>
                    <a:pt x="0" y="200"/>
                  </a:lnTo>
                  <a:lnTo>
                    <a:pt x="8" y="176"/>
                  </a:lnTo>
                  <a:lnTo>
                    <a:pt x="32" y="152"/>
                  </a:lnTo>
                  <a:lnTo>
                    <a:pt x="32" y="128"/>
                  </a:lnTo>
                  <a:lnTo>
                    <a:pt x="24" y="120"/>
                  </a:lnTo>
                  <a:lnTo>
                    <a:pt x="32" y="104"/>
                  </a:lnTo>
                  <a:lnTo>
                    <a:pt x="16" y="80"/>
                  </a:lnTo>
                  <a:lnTo>
                    <a:pt x="32" y="64"/>
                  </a:lnTo>
                  <a:lnTo>
                    <a:pt x="56" y="56"/>
                  </a:lnTo>
                  <a:lnTo>
                    <a:pt x="112" y="24"/>
                  </a:lnTo>
                  <a:lnTo>
                    <a:pt x="144" y="8"/>
                  </a:lnTo>
                  <a:lnTo>
                    <a:pt x="168" y="8"/>
                  </a:lnTo>
                  <a:lnTo>
                    <a:pt x="184" y="0"/>
                  </a:lnTo>
                  <a:lnTo>
                    <a:pt x="192" y="8"/>
                  </a:lnTo>
                  <a:lnTo>
                    <a:pt x="184" y="16"/>
                  </a:lnTo>
                  <a:lnTo>
                    <a:pt x="184" y="32"/>
                  </a:lnTo>
                  <a:lnTo>
                    <a:pt x="208" y="32"/>
                  </a:lnTo>
                  <a:lnTo>
                    <a:pt x="208" y="16"/>
                  </a:lnTo>
                  <a:lnTo>
                    <a:pt x="216" y="0"/>
                  </a:lnTo>
                  <a:lnTo>
                    <a:pt x="232" y="16"/>
                  </a:lnTo>
                  <a:lnTo>
                    <a:pt x="240" y="32"/>
                  </a:lnTo>
                  <a:lnTo>
                    <a:pt x="272" y="32"/>
                  </a:lnTo>
                  <a:lnTo>
                    <a:pt x="272" y="40"/>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37" name="Freeform 24">
              <a:extLst>
                <a:ext uri="{FF2B5EF4-FFF2-40B4-BE49-F238E27FC236}">
                  <a16:creationId xmlns:a16="http://schemas.microsoft.com/office/drawing/2014/main" id="{823D0E4B-CE90-4E42-BB1E-6C8349E78246}"/>
                </a:ext>
              </a:extLst>
            </p:cNvPr>
            <p:cNvSpPr>
              <a:spLocks noChangeArrowheads="1"/>
            </p:cNvSpPr>
            <p:nvPr/>
          </p:nvSpPr>
          <p:spPr bwMode="auto">
            <a:xfrm>
              <a:off x="3217132" y="3131509"/>
              <a:ext cx="594104" cy="714717"/>
            </a:xfrm>
            <a:custGeom>
              <a:avLst/>
              <a:gdLst>
                <a:gd name="T0" fmla="*/ 841 w 353"/>
                <a:gd name="T1" fmla="*/ 178 h 417"/>
                <a:gd name="T2" fmla="*/ 860 w 353"/>
                <a:gd name="T3" fmla="*/ 218 h 417"/>
                <a:gd name="T4" fmla="*/ 781 w 353"/>
                <a:gd name="T5" fmla="*/ 300 h 417"/>
                <a:gd name="T6" fmla="*/ 799 w 353"/>
                <a:gd name="T7" fmla="*/ 367 h 417"/>
                <a:gd name="T8" fmla="*/ 799 w 353"/>
                <a:gd name="T9" fmla="*/ 451 h 417"/>
                <a:gd name="T10" fmla="*/ 819 w 353"/>
                <a:gd name="T11" fmla="*/ 491 h 417"/>
                <a:gd name="T12" fmla="*/ 880 w 353"/>
                <a:gd name="T13" fmla="*/ 532 h 417"/>
                <a:gd name="T14" fmla="*/ 819 w 353"/>
                <a:gd name="T15" fmla="*/ 546 h 417"/>
                <a:gd name="T16" fmla="*/ 799 w 353"/>
                <a:gd name="T17" fmla="*/ 626 h 417"/>
                <a:gd name="T18" fmla="*/ 681 w 353"/>
                <a:gd name="T19" fmla="*/ 682 h 417"/>
                <a:gd name="T20" fmla="*/ 560 w 353"/>
                <a:gd name="T21" fmla="*/ 640 h 417"/>
                <a:gd name="T22" fmla="*/ 539 w 353"/>
                <a:gd name="T23" fmla="*/ 695 h 417"/>
                <a:gd name="T24" fmla="*/ 480 w 353"/>
                <a:gd name="T25" fmla="*/ 710 h 417"/>
                <a:gd name="T26" fmla="*/ 422 w 353"/>
                <a:gd name="T27" fmla="*/ 655 h 417"/>
                <a:gd name="T28" fmla="*/ 381 w 353"/>
                <a:gd name="T29" fmla="*/ 682 h 417"/>
                <a:gd name="T30" fmla="*/ 360 w 353"/>
                <a:gd name="T31" fmla="*/ 601 h 417"/>
                <a:gd name="T32" fmla="*/ 381 w 353"/>
                <a:gd name="T33" fmla="*/ 532 h 417"/>
                <a:gd name="T34" fmla="*/ 360 w 353"/>
                <a:gd name="T35" fmla="*/ 491 h 417"/>
                <a:gd name="T36" fmla="*/ 239 w 353"/>
                <a:gd name="T37" fmla="*/ 532 h 417"/>
                <a:gd name="T38" fmla="*/ 160 w 353"/>
                <a:gd name="T39" fmla="*/ 517 h 417"/>
                <a:gd name="T40" fmla="*/ 79 w 353"/>
                <a:gd name="T41" fmla="*/ 532 h 417"/>
                <a:gd name="T42" fmla="*/ 60 w 353"/>
                <a:gd name="T43" fmla="*/ 517 h 417"/>
                <a:gd name="T44" fmla="*/ 41 w 353"/>
                <a:gd name="T45" fmla="*/ 451 h 417"/>
                <a:gd name="T46" fmla="*/ 60 w 353"/>
                <a:gd name="T47" fmla="*/ 408 h 417"/>
                <a:gd name="T48" fmla="*/ 0 w 353"/>
                <a:gd name="T49" fmla="*/ 382 h 417"/>
                <a:gd name="T50" fmla="*/ 60 w 353"/>
                <a:gd name="T51" fmla="*/ 286 h 417"/>
                <a:gd name="T52" fmla="*/ 60 w 353"/>
                <a:gd name="T53" fmla="*/ 231 h 417"/>
                <a:gd name="T54" fmla="*/ 60 w 353"/>
                <a:gd name="T55" fmla="*/ 206 h 417"/>
                <a:gd name="T56" fmla="*/ 121 w 353"/>
                <a:gd name="T57" fmla="*/ 56 h 417"/>
                <a:gd name="T58" fmla="*/ 259 w 353"/>
                <a:gd name="T59" fmla="*/ 69 h 417"/>
                <a:gd name="T60" fmla="*/ 281 w 353"/>
                <a:gd name="T61" fmla="*/ 0 h 417"/>
                <a:gd name="T62" fmla="*/ 459 w 353"/>
                <a:gd name="T63" fmla="*/ 27 h 417"/>
                <a:gd name="T64" fmla="*/ 620 w 353"/>
                <a:gd name="T65" fmla="*/ 69 h 417"/>
                <a:gd name="T66" fmla="*/ 722 w 353"/>
                <a:gd name="T67" fmla="*/ 56 h 417"/>
                <a:gd name="T68" fmla="*/ 759 w 353"/>
                <a:gd name="T69" fmla="*/ 136 h 41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3"/>
                <a:gd name="T106" fmla="*/ 0 h 417"/>
                <a:gd name="T107" fmla="*/ 353 w 353"/>
                <a:gd name="T108" fmla="*/ 417 h 41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3" h="417">
                  <a:moveTo>
                    <a:pt x="320" y="80"/>
                  </a:moveTo>
                  <a:lnTo>
                    <a:pt x="336" y="104"/>
                  </a:lnTo>
                  <a:lnTo>
                    <a:pt x="328" y="120"/>
                  </a:lnTo>
                  <a:lnTo>
                    <a:pt x="344" y="128"/>
                  </a:lnTo>
                  <a:lnTo>
                    <a:pt x="328" y="152"/>
                  </a:lnTo>
                  <a:lnTo>
                    <a:pt x="312" y="176"/>
                  </a:lnTo>
                  <a:lnTo>
                    <a:pt x="304" y="200"/>
                  </a:lnTo>
                  <a:lnTo>
                    <a:pt x="320" y="216"/>
                  </a:lnTo>
                  <a:lnTo>
                    <a:pt x="320" y="248"/>
                  </a:lnTo>
                  <a:lnTo>
                    <a:pt x="320" y="264"/>
                  </a:lnTo>
                  <a:lnTo>
                    <a:pt x="336" y="272"/>
                  </a:lnTo>
                  <a:lnTo>
                    <a:pt x="328" y="288"/>
                  </a:lnTo>
                  <a:lnTo>
                    <a:pt x="352" y="288"/>
                  </a:lnTo>
                  <a:lnTo>
                    <a:pt x="352" y="312"/>
                  </a:lnTo>
                  <a:lnTo>
                    <a:pt x="344" y="312"/>
                  </a:lnTo>
                  <a:lnTo>
                    <a:pt x="328" y="320"/>
                  </a:lnTo>
                  <a:lnTo>
                    <a:pt x="328" y="360"/>
                  </a:lnTo>
                  <a:lnTo>
                    <a:pt x="320" y="368"/>
                  </a:lnTo>
                  <a:lnTo>
                    <a:pt x="264" y="368"/>
                  </a:lnTo>
                  <a:lnTo>
                    <a:pt x="272" y="400"/>
                  </a:lnTo>
                  <a:lnTo>
                    <a:pt x="248" y="400"/>
                  </a:lnTo>
                  <a:lnTo>
                    <a:pt x="224" y="376"/>
                  </a:lnTo>
                  <a:lnTo>
                    <a:pt x="216" y="384"/>
                  </a:lnTo>
                  <a:lnTo>
                    <a:pt x="216" y="408"/>
                  </a:lnTo>
                  <a:lnTo>
                    <a:pt x="200" y="408"/>
                  </a:lnTo>
                  <a:lnTo>
                    <a:pt x="192" y="416"/>
                  </a:lnTo>
                  <a:lnTo>
                    <a:pt x="168" y="416"/>
                  </a:lnTo>
                  <a:lnTo>
                    <a:pt x="168" y="384"/>
                  </a:lnTo>
                  <a:lnTo>
                    <a:pt x="152" y="384"/>
                  </a:lnTo>
                  <a:lnTo>
                    <a:pt x="152" y="400"/>
                  </a:lnTo>
                  <a:lnTo>
                    <a:pt x="136" y="400"/>
                  </a:lnTo>
                  <a:lnTo>
                    <a:pt x="144" y="352"/>
                  </a:lnTo>
                  <a:lnTo>
                    <a:pt x="152" y="336"/>
                  </a:lnTo>
                  <a:lnTo>
                    <a:pt x="152" y="312"/>
                  </a:lnTo>
                  <a:lnTo>
                    <a:pt x="152" y="296"/>
                  </a:lnTo>
                  <a:lnTo>
                    <a:pt x="144" y="288"/>
                  </a:lnTo>
                  <a:lnTo>
                    <a:pt x="96" y="296"/>
                  </a:lnTo>
                  <a:lnTo>
                    <a:pt x="96" y="312"/>
                  </a:lnTo>
                  <a:lnTo>
                    <a:pt x="72" y="320"/>
                  </a:lnTo>
                  <a:lnTo>
                    <a:pt x="64" y="304"/>
                  </a:lnTo>
                  <a:lnTo>
                    <a:pt x="56" y="320"/>
                  </a:lnTo>
                  <a:lnTo>
                    <a:pt x="32" y="312"/>
                  </a:lnTo>
                  <a:lnTo>
                    <a:pt x="32" y="304"/>
                  </a:lnTo>
                  <a:lnTo>
                    <a:pt x="24" y="304"/>
                  </a:lnTo>
                  <a:lnTo>
                    <a:pt x="24" y="288"/>
                  </a:lnTo>
                  <a:lnTo>
                    <a:pt x="16" y="264"/>
                  </a:lnTo>
                  <a:lnTo>
                    <a:pt x="32" y="256"/>
                  </a:lnTo>
                  <a:lnTo>
                    <a:pt x="24" y="240"/>
                  </a:lnTo>
                  <a:lnTo>
                    <a:pt x="0" y="240"/>
                  </a:lnTo>
                  <a:lnTo>
                    <a:pt x="0" y="224"/>
                  </a:lnTo>
                  <a:lnTo>
                    <a:pt x="24" y="192"/>
                  </a:lnTo>
                  <a:lnTo>
                    <a:pt x="24" y="168"/>
                  </a:lnTo>
                  <a:lnTo>
                    <a:pt x="32" y="160"/>
                  </a:lnTo>
                  <a:lnTo>
                    <a:pt x="24" y="136"/>
                  </a:lnTo>
                  <a:lnTo>
                    <a:pt x="16" y="136"/>
                  </a:lnTo>
                  <a:lnTo>
                    <a:pt x="24" y="120"/>
                  </a:lnTo>
                  <a:lnTo>
                    <a:pt x="16" y="80"/>
                  </a:lnTo>
                  <a:lnTo>
                    <a:pt x="48" y="32"/>
                  </a:lnTo>
                  <a:lnTo>
                    <a:pt x="80" y="32"/>
                  </a:lnTo>
                  <a:lnTo>
                    <a:pt x="104" y="40"/>
                  </a:lnTo>
                  <a:lnTo>
                    <a:pt x="96" y="8"/>
                  </a:lnTo>
                  <a:lnTo>
                    <a:pt x="112" y="0"/>
                  </a:lnTo>
                  <a:lnTo>
                    <a:pt x="152" y="16"/>
                  </a:lnTo>
                  <a:lnTo>
                    <a:pt x="184" y="16"/>
                  </a:lnTo>
                  <a:lnTo>
                    <a:pt x="208" y="40"/>
                  </a:lnTo>
                  <a:lnTo>
                    <a:pt x="248" y="40"/>
                  </a:lnTo>
                  <a:lnTo>
                    <a:pt x="256" y="48"/>
                  </a:lnTo>
                  <a:lnTo>
                    <a:pt x="288" y="32"/>
                  </a:lnTo>
                  <a:lnTo>
                    <a:pt x="304" y="32"/>
                  </a:lnTo>
                  <a:lnTo>
                    <a:pt x="304" y="80"/>
                  </a:lnTo>
                  <a:lnTo>
                    <a:pt x="320" y="80"/>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38" name="Freeform 25">
              <a:extLst>
                <a:ext uri="{FF2B5EF4-FFF2-40B4-BE49-F238E27FC236}">
                  <a16:creationId xmlns:a16="http://schemas.microsoft.com/office/drawing/2014/main" id="{4F577A6D-0AC2-44B7-BB6D-D7EC88E59275}"/>
                </a:ext>
              </a:extLst>
            </p:cNvPr>
            <p:cNvSpPr>
              <a:spLocks noChangeArrowheads="1"/>
            </p:cNvSpPr>
            <p:nvPr/>
          </p:nvSpPr>
          <p:spPr bwMode="auto">
            <a:xfrm>
              <a:off x="3165288" y="2724860"/>
              <a:ext cx="822498" cy="545280"/>
            </a:xfrm>
            <a:custGeom>
              <a:avLst/>
              <a:gdLst>
                <a:gd name="T0" fmla="*/ 1216 w 489"/>
                <a:gd name="T1" fmla="*/ 404 h 321"/>
                <a:gd name="T2" fmla="*/ 1116 w 489"/>
                <a:gd name="T3" fmla="*/ 430 h 321"/>
                <a:gd name="T4" fmla="*/ 977 w 489"/>
                <a:gd name="T5" fmla="*/ 483 h 321"/>
                <a:gd name="T6" fmla="*/ 918 w 489"/>
                <a:gd name="T7" fmla="*/ 495 h 321"/>
                <a:gd name="T8" fmla="*/ 879 w 489"/>
                <a:gd name="T9" fmla="*/ 522 h 321"/>
                <a:gd name="T10" fmla="*/ 819 w 489"/>
                <a:gd name="T11" fmla="*/ 522 h 321"/>
                <a:gd name="T12" fmla="*/ 837 w 489"/>
                <a:gd name="T13" fmla="*/ 444 h 321"/>
                <a:gd name="T14" fmla="*/ 797 w 489"/>
                <a:gd name="T15" fmla="*/ 444 h 321"/>
                <a:gd name="T16" fmla="*/ 718 w 489"/>
                <a:gd name="T17" fmla="*/ 471 h 321"/>
                <a:gd name="T18" fmla="*/ 697 w 489"/>
                <a:gd name="T19" fmla="*/ 458 h 321"/>
                <a:gd name="T20" fmla="*/ 598 w 489"/>
                <a:gd name="T21" fmla="*/ 458 h 321"/>
                <a:gd name="T22" fmla="*/ 559 w 489"/>
                <a:gd name="T23" fmla="*/ 417 h 321"/>
                <a:gd name="T24" fmla="*/ 459 w 489"/>
                <a:gd name="T25" fmla="*/ 417 h 321"/>
                <a:gd name="T26" fmla="*/ 360 w 489"/>
                <a:gd name="T27" fmla="*/ 391 h 321"/>
                <a:gd name="T28" fmla="*/ 319 w 489"/>
                <a:gd name="T29" fmla="*/ 404 h 321"/>
                <a:gd name="T30" fmla="*/ 339 w 489"/>
                <a:gd name="T31" fmla="*/ 458 h 321"/>
                <a:gd name="T32" fmla="*/ 278 w 489"/>
                <a:gd name="T33" fmla="*/ 444 h 321"/>
                <a:gd name="T34" fmla="*/ 199 w 489"/>
                <a:gd name="T35" fmla="*/ 444 h 321"/>
                <a:gd name="T36" fmla="*/ 121 w 489"/>
                <a:gd name="T37" fmla="*/ 522 h 321"/>
                <a:gd name="T38" fmla="*/ 20 w 489"/>
                <a:gd name="T39" fmla="*/ 444 h 321"/>
                <a:gd name="T40" fmla="*/ 0 w 489"/>
                <a:gd name="T41" fmla="*/ 444 h 321"/>
                <a:gd name="T42" fmla="*/ 20 w 489"/>
                <a:gd name="T43" fmla="*/ 417 h 321"/>
                <a:gd name="T44" fmla="*/ 41 w 489"/>
                <a:gd name="T45" fmla="*/ 404 h 321"/>
                <a:gd name="T46" fmla="*/ 0 w 489"/>
                <a:gd name="T47" fmla="*/ 378 h 321"/>
                <a:gd name="T48" fmla="*/ 0 w 489"/>
                <a:gd name="T49" fmla="*/ 365 h 321"/>
                <a:gd name="T50" fmla="*/ 41 w 489"/>
                <a:gd name="T51" fmla="*/ 340 h 321"/>
                <a:gd name="T52" fmla="*/ 179 w 489"/>
                <a:gd name="T53" fmla="*/ 340 h 321"/>
                <a:gd name="T54" fmla="*/ 239 w 489"/>
                <a:gd name="T55" fmla="*/ 314 h 321"/>
                <a:gd name="T56" fmla="*/ 278 w 489"/>
                <a:gd name="T57" fmla="*/ 300 h 321"/>
                <a:gd name="T58" fmla="*/ 278 w 489"/>
                <a:gd name="T59" fmla="*/ 260 h 321"/>
                <a:gd name="T60" fmla="*/ 199 w 489"/>
                <a:gd name="T61" fmla="*/ 196 h 321"/>
                <a:gd name="T62" fmla="*/ 179 w 489"/>
                <a:gd name="T63" fmla="*/ 130 h 321"/>
                <a:gd name="T64" fmla="*/ 218 w 489"/>
                <a:gd name="T65" fmla="*/ 92 h 321"/>
                <a:gd name="T66" fmla="*/ 218 w 489"/>
                <a:gd name="T67" fmla="*/ 66 h 321"/>
                <a:gd name="T68" fmla="*/ 179 w 489"/>
                <a:gd name="T69" fmla="*/ 13 h 321"/>
                <a:gd name="T70" fmla="*/ 319 w 489"/>
                <a:gd name="T71" fmla="*/ 13 h 321"/>
                <a:gd name="T72" fmla="*/ 360 w 489"/>
                <a:gd name="T73" fmla="*/ 26 h 321"/>
                <a:gd name="T74" fmla="*/ 418 w 489"/>
                <a:gd name="T75" fmla="*/ 0 h 321"/>
                <a:gd name="T76" fmla="*/ 519 w 489"/>
                <a:gd name="T77" fmla="*/ 117 h 321"/>
                <a:gd name="T78" fmla="*/ 697 w 489"/>
                <a:gd name="T79" fmla="*/ 117 h 321"/>
                <a:gd name="T80" fmla="*/ 736 w 489"/>
                <a:gd name="T81" fmla="*/ 130 h 321"/>
                <a:gd name="T82" fmla="*/ 778 w 489"/>
                <a:gd name="T83" fmla="*/ 117 h 321"/>
                <a:gd name="T84" fmla="*/ 837 w 489"/>
                <a:gd name="T85" fmla="*/ 143 h 321"/>
                <a:gd name="T86" fmla="*/ 837 w 489"/>
                <a:gd name="T87" fmla="*/ 184 h 321"/>
                <a:gd name="T88" fmla="*/ 879 w 489"/>
                <a:gd name="T89" fmla="*/ 208 h 321"/>
                <a:gd name="T90" fmla="*/ 898 w 489"/>
                <a:gd name="T91" fmla="*/ 184 h 321"/>
                <a:gd name="T92" fmla="*/ 935 w 489"/>
                <a:gd name="T93" fmla="*/ 208 h 321"/>
                <a:gd name="T94" fmla="*/ 1017 w 489"/>
                <a:gd name="T95" fmla="*/ 208 h 321"/>
                <a:gd name="T96" fmla="*/ 1036 w 489"/>
                <a:gd name="T97" fmla="*/ 196 h 321"/>
                <a:gd name="T98" fmla="*/ 1157 w 489"/>
                <a:gd name="T99" fmla="*/ 248 h 321"/>
                <a:gd name="T100" fmla="*/ 1178 w 489"/>
                <a:gd name="T101" fmla="*/ 314 h 321"/>
                <a:gd name="T102" fmla="*/ 1178 w 489"/>
                <a:gd name="T103" fmla="*/ 352 h 321"/>
                <a:gd name="T104" fmla="*/ 1216 w 489"/>
                <a:gd name="T105" fmla="*/ 404 h 32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89"/>
                <a:gd name="T160" fmla="*/ 0 h 321"/>
                <a:gd name="T161" fmla="*/ 489 w 489"/>
                <a:gd name="T162" fmla="*/ 321 h 32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89" h="321">
                  <a:moveTo>
                    <a:pt x="488" y="248"/>
                  </a:moveTo>
                  <a:lnTo>
                    <a:pt x="448" y="264"/>
                  </a:lnTo>
                  <a:lnTo>
                    <a:pt x="392" y="296"/>
                  </a:lnTo>
                  <a:lnTo>
                    <a:pt x="368" y="304"/>
                  </a:lnTo>
                  <a:lnTo>
                    <a:pt x="352" y="320"/>
                  </a:lnTo>
                  <a:lnTo>
                    <a:pt x="328" y="320"/>
                  </a:lnTo>
                  <a:lnTo>
                    <a:pt x="336" y="272"/>
                  </a:lnTo>
                  <a:lnTo>
                    <a:pt x="320" y="272"/>
                  </a:lnTo>
                  <a:lnTo>
                    <a:pt x="288" y="288"/>
                  </a:lnTo>
                  <a:lnTo>
                    <a:pt x="280" y="280"/>
                  </a:lnTo>
                  <a:lnTo>
                    <a:pt x="240" y="280"/>
                  </a:lnTo>
                  <a:lnTo>
                    <a:pt x="224" y="256"/>
                  </a:lnTo>
                  <a:lnTo>
                    <a:pt x="184" y="256"/>
                  </a:lnTo>
                  <a:lnTo>
                    <a:pt x="144" y="240"/>
                  </a:lnTo>
                  <a:lnTo>
                    <a:pt x="128" y="248"/>
                  </a:lnTo>
                  <a:lnTo>
                    <a:pt x="136" y="280"/>
                  </a:lnTo>
                  <a:lnTo>
                    <a:pt x="112" y="272"/>
                  </a:lnTo>
                  <a:lnTo>
                    <a:pt x="80" y="272"/>
                  </a:lnTo>
                  <a:lnTo>
                    <a:pt x="48" y="320"/>
                  </a:lnTo>
                  <a:lnTo>
                    <a:pt x="8" y="272"/>
                  </a:lnTo>
                  <a:lnTo>
                    <a:pt x="0" y="272"/>
                  </a:lnTo>
                  <a:lnTo>
                    <a:pt x="8" y="256"/>
                  </a:lnTo>
                  <a:lnTo>
                    <a:pt x="16" y="248"/>
                  </a:lnTo>
                  <a:lnTo>
                    <a:pt x="0" y="232"/>
                  </a:lnTo>
                  <a:lnTo>
                    <a:pt x="0" y="224"/>
                  </a:lnTo>
                  <a:lnTo>
                    <a:pt x="16" y="208"/>
                  </a:lnTo>
                  <a:lnTo>
                    <a:pt x="72" y="208"/>
                  </a:lnTo>
                  <a:lnTo>
                    <a:pt x="96" y="192"/>
                  </a:lnTo>
                  <a:lnTo>
                    <a:pt x="112" y="184"/>
                  </a:lnTo>
                  <a:lnTo>
                    <a:pt x="112" y="160"/>
                  </a:lnTo>
                  <a:lnTo>
                    <a:pt x="80" y="120"/>
                  </a:lnTo>
                  <a:lnTo>
                    <a:pt x="72" y="80"/>
                  </a:lnTo>
                  <a:lnTo>
                    <a:pt x="88" y="56"/>
                  </a:lnTo>
                  <a:lnTo>
                    <a:pt x="88" y="40"/>
                  </a:lnTo>
                  <a:lnTo>
                    <a:pt x="72" y="8"/>
                  </a:lnTo>
                  <a:lnTo>
                    <a:pt x="128" y="8"/>
                  </a:lnTo>
                  <a:lnTo>
                    <a:pt x="144" y="16"/>
                  </a:lnTo>
                  <a:lnTo>
                    <a:pt x="168" y="0"/>
                  </a:lnTo>
                  <a:lnTo>
                    <a:pt x="208" y="72"/>
                  </a:lnTo>
                  <a:lnTo>
                    <a:pt x="280" y="72"/>
                  </a:lnTo>
                  <a:lnTo>
                    <a:pt x="296" y="80"/>
                  </a:lnTo>
                  <a:lnTo>
                    <a:pt x="312" y="72"/>
                  </a:lnTo>
                  <a:lnTo>
                    <a:pt x="336" y="88"/>
                  </a:lnTo>
                  <a:lnTo>
                    <a:pt x="336" y="112"/>
                  </a:lnTo>
                  <a:lnTo>
                    <a:pt x="352" y="128"/>
                  </a:lnTo>
                  <a:lnTo>
                    <a:pt x="360" y="112"/>
                  </a:lnTo>
                  <a:lnTo>
                    <a:pt x="376" y="128"/>
                  </a:lnTo>
                  <a:lnTo>
                    <a:pt x="408" y="128"/>
                  </a:lnTo>
                  <a:lnTo>
                    <a:pt x="416" y="120"/>
                  </a:lnTo>
                  <a:lnTo>
                    <a:pt x="464" y="152"/>
                  </a:lnTo>
                  <a:lnTo>
                    <a:pt x="472" y="192"/>
                  </a:lnTo>
                  <a:lnTo>
                    <a:pt x="472" y="216"/>
                  </a:lnTo>
                  <a:lnTo>
                    <a:pt x="488" y="248"/>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39" name="Freeform 26">
              <a:extLst>
                <a:ext uri="{FF2B5EF4-FFF2-40B4-BE49-F238E27FC236}">
                  <a16:creationId xmlns:a16="http://schemas.microsoft.com/office/drawing/2014/main" id="{896C59C6-C0FA-4B62-A2DC-1ACCA0E02B51}"/>
                </a:ext>
              </a:extLst>
            </p:cNvPr>
            <p:cNvSpPr>
              <a:spLocks noChangeArrowheads="1"/>
            </p:cNvSpPr>
            <p:nvPr/>
          </p:nvSpPr>
          <p:spPr bwMode="auto">
            <a:xfrm>
              <a:off x="3823847" y="2532317"/>
              <a:ext cx="512835" cy="657725"/>
            </a:xfrm>
            <a:custGeom>
              <a:avLst/>
              <a:gdLst>
                <a:gd name="T0" fmla="*/ 218 w 305"/>
                <a:gd name="T1" fmla="*/ 0 h 385"/>
                <a:gd name="T2" fmla="*/ 319 w 305"/>
                <a:gd name="T3" fmla="*/ 53 h 385"/>
                <a:gd name="T4" fmla="*/ 438 w 305"/>
                <a:gd name="T5" fmla="*/ 109 h 385"/>
                <a:gd name="T6" fmla="*/ 498 w 305"/>
                <a:gd name="T7" fmla="*/ 161 h 385"/>
                <a:gd name="T8" fmla="*/ 598 w 305"/>
                <a:gd name="T9" fmla="*/ 227 h 385"/>
                <a:gd name="T10" fmla="*/ 676 w 305"/>
                <a:gd name="T11" fmla="*/ 241 h 385"/>
                <a:gd name="T12" fmla="*/ 619 w 305"/>
                <a:gd name="T13" fmla="*/ 241 h 385"/>
                <a:gd name="T14" fmla="*/ 577 w 305"/>
                <a:gd name="T15" fmla="*/ 295 h 385"/>
                <a:gd name="T16" fmla="*/ 619 w 305"/>
                <a:gd name="T17" fmla="*/ 375 h 385"/>
                <a:gd name="T18" fmla="*/ 718 w 305"/>
                <a:gd name="T19" fmla="*/ 416 h 385"/>
                <a:gd name="T20" fmla="*/ 718 w 305"/>
                <a:gd name="T21" fmla="*/ 497 h 385"/>
                <a:gd name="T22" fmla="*/ 697 w 305"/>
                <a:gd name="T23" fmla="*/ 538 h 385"/>
                <a:gd name="T24" fmla="*/ 656 w 305"/>
                <a:gd name="T25" fmla="*/ 523 h 385"/>
                <a:gd name="T26" fmla="*/ 676 w 305"/>
                <a:gd name="T27" fmla="*/ 578 h 385"/>
                <a:gd name="T28" fmla="*/ 656 w 305"/>
                <a:gd name="T29" fmla="*/ 604 h 385"/>
                <a:gd name="T30" fmla="*/ 559 w 305"/>
                <a:gd name="T31" fmla="*/ 643 h 385"/>
                <a:gd name="T32" fmla="*/ 458 w 305"/>
                <a:gd name="T33" fmla="*/ 643 h 385"/>
                <a:gd name="T34" fmla="*/ 377 w 305"/>
                <a:gd name="T35" fmla="*/ 618 h 385"/>
                <a:gd name="T36" fmla="*/ 319 w 305"/>
                <a:gd name="T37" fmla="*/ 643 h 385"/>
                <a:gd name="T38" fmla="*/ 338 w 305"/>
                <a:gd name="T39" fmla="*/ 604 h 385"/>
                <a:gd name="T40" fmla="*/ 300 w 305"/>
                <a:gd name="T41" fmla="*/ 618 h 385"/>
                <a:gd name="T42" fmla="*/ 199 w 305"/>
                <a:gd name="T43" fmla="*/ 523 h 385"/>
                <a:gd name="T44" fmla="*/ 179 w 305"/>
                <a:gd name="T45" fmla="*/ 443 h 385"/>
                <a:gd name="T46" fmla="*/ 179 w 305"/>
                <a:gd name="T47" fmla="*/ 363 h 385"/>
                <a:gd name="T48" fmla="*/ 179 w 305"/>
                <a:gd name="T49" fmla="*/ 267 h 385"/>
                <a:gd name="T50" fmla="*/ 60 w 305"/>
                <a:gd name="T51" fmla="*/ 255 h 385"/>
                <a:gd name="T52" fmla="*/ 0 w 305"/>
                <a:gd name="T53" fmla="*/ 227 h 385"/>
                <a:gd name="T54" fmla="*/ 79 w 305"/>
                <a:gd name="T55" fmla="*/ 202 h 385"/>
                <a:gd name="T56" fmla="*/ 101 w 305"/>
                <a:gd name="T57" fmla="*/ 67 h 385"/>
                <a:gd name="T58" fmla="*/ 179 w 305"/>
                <a:gd name="T59" fmla="*/ 94 h 385"/>
                <a:gd name="T60" fmla="*/ 259 w 305"/>
                <a:gd name="T61" fmla="*/ 80 h 385"/>
                <a:gd name="T62" fmla="*/ 199 w 305"/>
                <a:gd name="T63" fmla="*/ 27 h 38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05"/>
                <a:gd name="T97" fmla="*/ 0 h 385"/>
                <a:gd name="T98" fmla="*/ 305 w 305"/>
                <a:gd name="T99" fmla="*/ 385 h 38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05" h="385">
                  <a:moveTo>
                    <a:pt x="80" y="8"/>
                  </a:moveTo>
                  <a:lnTo>
                    <a:pt x="88" y="0"/>
                  </a:lnTo>
                  <a:lnTo>
                    <a:pt x="120" y="8"/>
                  </a:lnTo>
                  <a:lnTo>
                    <a:pt x="128" y="32"/>
                  </a:lnTo>
                  <a:lnTo>
                    <a:pt x="152" y="32"/>
                  </a:lnTo>
                  <a:lnTo>
                    <a:pt x="176" y="64"/>
                  </a:lnTo>
                  <a:lnTo>
                    <a:pt x="184" y="56"/>
                  </a:lnTo>
                  <a:lnTo>
                    <a:pt x="200" y="96"/>
                  </a:lnTo>
                  <a:lnTo>
                    <a:pt x="224" y="136"/>
                  </a:lnTo>
                  <a:lnTo>
                    <a:pt x="240" y="136"/>
                  </a:lnTo>
                  <a:lnTo>
                    <a:pt x="256" y="120"/>
                  </a:lnTo>
                  <a:lnTo>
                    <a:pt x="272" y="144"/>
                  </a:lnTo>
                  <a:lnTo>
                    <a:pt x="256" y="160"/>
                  </a:lnTo>
                  <a:lnTo>
                    <a:pt x="248" y="144"/>
                  </a:lnTo>
                  <a:lnTo>
                    <a:pt x="232" y="144"/>
                  </a:lnTo>
                  <a:lnTo>
                    <a:pt x="232" y="176"/>
                  </a:lnTo>
                  <a:lnTo>
                    <a:pt x="224" y="192"/>
                  </a:lnTo>
                  <a:lnTo>
                    <a:pt x="248" y="224"/>
                  </a:lnTo>
                  <a:lnTo>
                    <a:pt x="248" y="248"/>
                  </a:lnTo>
                  <a:lnTo>
                    <a:pt x="288" y="248"/>
                  </a:lnTo>
                  <a:lnTo>
                    <a:pt x="304" y="264"/>
                  </a:lnTo>
                  <a:lnTo>
                    <a:pt x="288" y="296"/>
                  </a:lnTo>
                  <a:lnTo>
                    <a:pt x="296" y="320"/>
                  </a:lnTo>
                  <a:lnTo>
                    <a:pt x="280" y="320"/>
                  </a:lnTo>
                  <a:lnTo>
                    <a:pt x="280" y="312"/>
                  </a:lnTo>
                  <a:lnTo>
                    <a:pt x="264" y="312"/>
                  </a:lnTo>
                  <a:lnTo>
                    <a:pt x="264" y="328"/>
                  </a:lnTo>
                  <a:lnTo>
                    <a:pt x="272" y="344"/>
                  </a:lnTo>
                  <a:lnTo>
                    <a:pt x="264" y="344"/>
                  </a:lnTo>
                  <a:lnTo>
                    <a:pt x="264" y="360"/>
                  </a:lnTo>
                  <a:lnTo>
                    <a:pt x="232" y="384"/>
                  </a:lnTo>
                  <a:lnTo>
                    <a:pt x="224" y="384"/>
                  </a:lnTo>
                  <a:lnTo>
                    <a:pt x="216" y="376"/>
                  </a:lnTo>
                  <a:lnTo>
                    <a:pt x="184" y="384"/>
                  </a:lnTo>
                  <a:lnTo>
                    <a:pt x="168" y="352"/>
                  </a:lnTo>
                  <a:lnTo>
                    <a:pt x="152" y="368"/>
                  </a:lnTo>
                  <a:lnTo>
                    <a:pt x="152" y="384"/>
                  </a:lnTo>
                  <a:lnTo>
                    <a:pt x="128" y="384"/>
                  </a:lnTo>
                  <a:lnTo>
                    <a:pt x="128" y="368"/>
                  </a:lnTo>
                  <a:lnTo>
                    <a:pt x="136" y="360"/>
                  </a:lnTo>
                  <a:lnTo>
                    <a:pt x="128" y="352"/>
                  </a:lnTo>
                  <a:lnTo>
                    <a:pt x="120" y="368"/>
                  </a:lnTo>
                  <a:lnTo>
                    <a:pt x="88" y="360"/>
                  </a:lnTo>
                  <a:lnTo>
                    <a:pt x="80" y="312"/>
                  </a:lnTo>
                  <a:lnTo>
                    <a:pt x="80" y="296"/>
                  </a:lnTo>
                  <a:lnTo>
                    <a:pt x="72" y="264"/>
                  </a:lnTo>
                  <a:lnTo>
                    <a:pt x="32" y="240"/>
                  </a:lnTo>
                  <a:lnTo>
                    <a:pt x="72" y="216"/>
                  </a:lnTo>
                  <a:lnTo>
                    <a:pt x="80" y="216"/>
                  </a:lnTo>
                  <a:lnTo>
                    <a:pt x="72" y="160"/>
                  </a:lnTo>
                  <a:lnTo>
                    <a:pt x="48" y="168"/>
                  </a:lnTo>
                  <a:lnTo>
                    <a:pt x="24" y="152"/>
                  </a:lnTo>
                  <a:lnTo>
                    <a:pt x="16" y="136"/>
                  </a:lnTo>
                  <a:lnTo>
                    <a:pt x="0" y="136"/>
                  </a:lnTo>
                  <a:lnTo>
                    <a:pt x="8" y="120"/>
                  </a:lnTo>
                  <a:lnTo>
                    <a:pt x="32" y="120"/>
                  </a:lnTo>
                  <a:lnTo>
                    <a:pt x="40" y="88"/>
                  </a:lnTo>
                  <a:lnTo>
                    <a:pt x="40" y="40"/>
                  </a:lnTo>
                  <a:lnTo>
                    <a:pt x="48" y="40"/>
                  </a:lnTo>
                  <a:lnTo>
                    <a:pt x="72" y="56"/>
                  </a:lnTo>
                  <a:lnTo>
                    <a:pt x="80" y="72"/>
                  </a:lnTo>
                  <a:lnTo>
                    <a:pt x="104" y="48"/>
                  </a:lnTo>
                  <a:lnTo>
                    <a:pt x="104" y="32"/>
                  </a:lnTo>
                  <a:lnTo>
                    <a:pt x="80" y="16"/>
                  </a:lnTo>
                  <a:lnTo>
                    <a:pt x="80" y="8"/>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40" name="Freeform 27">
              <a:extLst>
                <a:ext uri="{FF2B5EF4-FFF2-40B4-BE49-F238E27FC236}">
                  <a16:creationId xmlns:a16="http://schemas.microsoft.com/office/drawing/2014/main" id="{42EE0E40-5840-4D72-80D2-526A02596625}"/>
                </a:ext>
              </a:extLst>
            </p:cNvPr>
            <p:cNvSpPr>
              <a:spLocks noChangeArrowheads="1"/>
            </p:cNvSpPr>
            <p:nvPr/>
          </p:nvSpPr>
          <p:spPr bwMode="auto">
            <a:xfrm>
              <a:off x="3367059" y="2327452"/>
              <a:ext cx="634739" cy="614595"/>
            </a:xfrm>
            <a:custGeom>
              <a:avLst/>
              <a:gdLst>
                <a:gd name="T0" fmla="*/ 500 w 377"/>
                <a:gd name="T1" fmla="*/ 13 h 361"/>
                <a:gd name="T2" fmla="*/ 621 w 377"/>
                <a:gd name="T3" fmla="*/ 0 h 361"/>
                <a:gd name="T4" fmla="*/ 661 w 377"/>
                <a:gd name="T5" fmla="*/ 27 h 361"/>
                <a:gd name="T6" fmla="*/ 761 w 377"/>
                <a:gd name="T7" fmla="*/ 40 h 361"/>
                <a:gd name="T8" fmla="*/ 803 w 377"/>
                <a:gd name="T9" fmla="*/ 27 h 361"/>
                <a:gd name="T10" fmla="*/ 842 w 377"/>
                <a:gd name="T11" fmla="*/ 27 h 361"/>
                <a:gd name="T12" fmla="*/ 701 w 377"/>
                <a:gd name="T13" fmla="*/ 105 h 361"/>
                <a:gd name="T14" fmla="*/ 681 w 377"/>
                <a:gd name="T15" fmla="*/ 144 h 361"/>
                <a:gd name="T16" fmla="*/ 701 w 377"/>
                <a:gd name="T17" fmla="*/ 158 h 361"/>
                <a:gd name="T18" fmla="*/ 722 w 377"/>
                <a:gd name="T19" fmla="*/ 158 h 361"/>
                <a:gd name="T20" fmla="*/ 803 w 377"/>
                <a:gd name="T21" fmla="*/ 210 h 361"/>
                <a:gd name="T22" fmla="*/ 881 w 377"/>
                <a:gd name="T23" fmla="*/ 210 h 361"/>
                <a:gd name="T24" fmla="*/ 881 w 377"/>
                <a:gd name="T25" fmla="*/ 239 h 361"/>
                <a:gd name="T26" fmla="*/ 941 w 377"/>
                <a:gd name="T27" fmla="*/ 252 h 361"/>
                <a:gd name="T28" fmla="*/ 941 w 377"/>
                <a:gd name="T29" fmla="*/ 279 h 361"/>
                <a:gd name="T30" fmla="*/ 881 w 377"/>
                <a:gd name="T31" fmla="*/ 316 h 361"/>
                <a:gd name="T32" fmla="*/ 881 w 377"/>
                <a:gd name="T33" fmla="*/ 292 h 361"/>
                <a:gd name="T34" fmla="*/ 821 w 377"/>
                <a:gd name="T35" fmla="*/ 265 h 361"/>
                <a:gd name="T36" fmla="*/ 782 w 377"/>
                <a:gd name="T37" fmla="*/ 265 h 361"/>
                <a:gd name="T38" fmla="*/ 782 w 377"/>
                <a:gd name="T39" fmla="*/ 344 h 361"/>
                <a:gd name="T40" fmla="*/ 761 w 377"/>
                <a:gd name="T41" fmla="*/ 396 h 361"/>
                <a:gd name="T42" fmla="*/ 701 w 377"/>
                <a:gd name="T43" fmla="*/ 396 h 361"/>
                <a:gd name="T44" fmla="*/ 681 w 377"/>
                <a:gd name="T45" fmla="*/ 409 h 361"/>
                <a:gd name="T46" fmla="*/ 722 w 377"/>
                <a:gd name="T47" fmla="*/ 422 h 361"/>
                <a:gd name="T48" fmla="*/ 743 w 377"/>
                <a:gd name="T49" fmla="*/ 450 h 361"/>
                <a:gd name="T50" fmla="*/ 803 w 377"/>
                <a:gd name="T51" fmla="*/ 474 h 361"/>
                <a:gd name="T52" fmla="*/ 860 w 377"/>
                <a:gd name="T53" fmla="*/ 462 h 361"/>
                <a:gd name="T54" fmla="*/ 881 w 377"/>
                <a:gd name="T55" fmla="*/ 554 h 361"/>
                <a:gd name="T56" fmla="*/ 761 w 377"/>
                <a:gd name="T57" fmla="*/ 594 h 361"/>
                <a:gd name="T58" fmla="*/ 743 w 377"/>
                <a:gd name="T59" fmla="*/ 580 h 361"/>
                <a:gd name="T60" fmla="*/ 722 w 377"/>
                <a:gd name="T61" fmla="*/ 594 h 361"/>
                <a:gd name="T62" fmla="*/ 643 w 377"/>
                <a:gd name="T63" fmla="*/ 594 h 361"/>
                <a:gd name="T64" fmla="*/ 601 w 377"/>
                <a:gd name="T65" fmla="*/ 567 h 361"/>
                <a:gd name="T66" fmla="*/ 582 w 377"/>
                <a:gd name="T67" fmla="*/ 594 h 361"/>
                <a:gd name="T68" fmla="*/ 542 w 377"/>
                <a:gd name="T69" fmla="*/ 567 h 361"/>
                <a:gd name="T70" fmla="*/ 542 w 377"/>
                <a:gd name="T71" fmla="*/ 527 h 361"/>
                <a:gd name="T72" fmla="*/ 482 w 377"/>
                <a:gd name="T73" fmla="*/ 501 h 361"/>
                <a:gd name="T74" fmla="*/ 440 w 377"/>
                <a:gd name="T75" fmla="*/ 514 h 361"/>
                <a:gd name="T76" fmla="*/ 401 w 377"/>
                <a:gd name="T77" fmla="*/ 501 h 361"/>
                <a:gd name="T78" fmla="*/ 221 w 377"/>
                <a:gd name="T79" fmla="*/ 487 h 361"/>
                <a:gd name="T80" fmla="*/ 121 w 377"/>
                <a:gd name="T81" fmla="*/ 382 h 361"/>
                <a:gd name="T82" fmla="*/ 41 w 377"/>
                <a:gd name="T83" fmla="*/ 303 h 361"/>
                <a:gd name="T84" fmla="*/ 0 w 377"/>
                <a:gd name="T85" fmla="*/ 210 h 361"/>
                <a:gd name="T86" fmla="*/ 79 w 377"/>
                <a:gd name="T87" fmla="*/ 210 h 361"/>
                <a:gd name="T88" fmla="*/ 281 w 377"/>
                <a:gd name="T89" fmla="*/ 130 h 361"/>
                <a:gd name="T90" fmla="*/ 341 w 377"/>
                <a:gd name="T91" fmla="*/ 130 h 361"/>
                <a:gd name="T92" fmla="*/ 422 w 377"/>
                <a:gd name="T93" fmla="*/ 130 h 361"/>
                <a:gd name="T94" fmla="*/ 482 w 377"/>
                <a:gd name="T95" fmla="*/ 80 h 361"/>
                <a:gd name="T96" fmla="*/ 500 w 377"/>
                <a:gd name="T97" fmla="*/ 13 h 36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77"/>
                <a:gd name="T148" fmla="*/ 0 h 361"/>
                <a:gd name="T149" fmla="*/ 377 w 377"/>
                <a:gd name="T150" fmla="*/ 361 h 36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77" h="361">
                  <a:moveTo>
                    <a:pt x="200" y="8"/>
                  </a:moveTo>
                  <a:lnTo>
                    <a:pt x="248" y="0"/>
                  </a:lnTo>
                  <a:lnTo>
                    <a:pt x="264" y="16"/>
                  </a:lnTo>
                  <a:lnTo>
                    <a:pt x="304" y="24"/>
                  </a:lnTo>
                  <a:lnTo>
                    <a:pt x="320" y="16"/>
                  </a:lnTo>
                  <a:lnTo>
                    <a:pt x="336" y="16"/>
                  </a:lnTo>
                  <a:lnTo>
                    <a:pt x="280" y="64"/>
                  </a:lnTo>
                  <a:lnTo>
                    <a:pt x="272" y="88"/>
                  </a:lnTo>
                  <a:lnTo>
                    <a:pt x="280" y="96"/>
                  </a:lnTo>
                  <a:lnTo>
                    <a:pt x="288" y="96"/>
                  </a:lnTo>
                  <a:lnTo>
                    <a:pt x="320" y="128"/>
                  </a:lnTo>
                  <a:lnTo>
                    <a:pt x="352" y="128"/>
                  </a:lnTo>
                  <a:lnTo>
                    <a:pt x="352" y="144"/>
                  </a:lnTo>
                  <a:lnTo>
                    <a:pt x="376" y="152"/>
                  </a:lnTo>
                  <a:lnTo>
                    <a:pt x="376" y="168"/>
                  </a:lnTo>
                  <a:lnTo>
                    <a:pt x="352" y="192"/>
                  </a:lnTo>
                  <a:lnTo>
                    <a:pt x="352" y="176"/>
                  </a:lnTo>
                  <a:lnTo>
                    <a:pt x="328" y="160"/>
                  </a:lnTo>
                  <a:lnTo>
                    <a:pt x="312" y="160"/>
                  </a:lnTo>
                  <a:lnTo>
                    <a:pt x="312" y="208"/>
                  </a:lnTo>
                  <a:lnTo>
                    <a:pt x="304" y="240"/>
                  </a:lnTo>
                  <a:lnTo>
                    <a:pt x="280" y="240"/>
                  </a:lnTo>
                  <a:lnTo>
                    <a:pt x="272" y="248"/>
                  </a:lnTo>
                  <a:lnTo>
                    <a:pt x="288" y="256"/>
                  </a:lnTo>
                  <a:lnTo>
                    <a:pt x="296" y="272"/>
                  </a:lnTo>
                  <a:lnTo>
                    <a:pt x="320" y="288"/>
                  </a:lnTo>
                  <a:lnTo>
                    <a:pt x="344" y="280"/>
                  </a:lnTo>
                  <a:lnTo>
                    <a:pt x="352" y="336"/>
                  </a:lnTo>
                  <a:lnTo>
                    <a:pt x="304" y="360"/>
                  </a:lnTo>
                  <a:lnTo>
                    <a:pt x="296" y="352"/>
                  </a:lnTo>
                  <a:lnTo>
                    <a:pt x="288" y="360"/>
                  </a:lnTo>
                  <a:lnTo>
                    <a:pt x="256" y="360"/>
                  </a:lnTo>
                  <a:lnTo>
                    <a:pt x="240" y="344"/>
                  </a:lnTo>
                  <a:lnTo>
                    <a:pt x="232" y="360"/>
                  </a:lnTo>
                  <a:lnTo>
                    <a:pt x="216" y="344"/>
                  </a:lnTo>
                  <a:lnTo>
                    <a:pt x="216" y="320"/>
                  </a:lnTo>
                  <a:lnTo>
                    <a:pt x="192" y="304"/>
                  </a:lnTo>
                  <a:lnTo>
                    <a:pt x="176" y="312"/>
                  </a:lnTo>
                  <a:lnTo>
                    <a:pt x="160" y="304"/>
                  </a:lnTo>
                  <a:lnTo>
                    <a:pt x="88" y="296"/>
                  </a:lnTo>
                  <a:lnTo>
                    <a:pt x="48" y="232"/>
                  </a:lnTo>
                  <a:lnTo>
                    <a:pt x="16" y="184"/>
                  </a:lnTo>
                  <a:lnTo>
                    <a:pt x="0" y="128"/>
                  </a:lnTo>
                  <a:lnTo>
                    <a:pt x="32" y="128"/>
                  </a:lnTo>
                  <a:lnTo>
                    <a:pt x="112" y="80"/>
                  </a:lnTo>
                  <a:lnTo>
                    <a:pt x="136" y="80"/>
                  </a:lnTo>
                  <a:lnTo>
                    <a:pt x="168" y="80"/>
                  </a:lnTo>
                  <a:lnTo>
                    <a:pt x="192" y="48"/>
                  </a:lnTo>
                  <a:lnTo>
                    <a:pt x="200" y="8"/>
                  </a:lnTo>
                </a:path>
              </a:pathLst>
            </a:custGeom>
            <a:solidFill>
              <a:srgbClr val="C27DAD"/>
            </a:solid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41" name="Freeform 28">
              <a:extLst>
                <a:ext uri="{FF2B5EF4-FFF2-40B4-BE49-F238E27FC236}">
                  <a16:creationId xmlns:a16="http://schemas.microsoft.com/office/drawing/2014/main" id="{7D2CAC8A-5383-4960-8108-575B1D5954E2}"/>
                </a:ext>
              </a:extLst>
            </p:cNvPr>
            <p:cNvSpPr>
              <a:spLocks noChangeArrowheads="1"/>
            </p:cNvSpPr>
            <p:nvPr/>
          </p:nvSpPr>
          <p:spPr bwMode="auto">
            <a:xfrm>
              <a:off x="3354448" y="1768309"/>
              <a:ext cx="418956" cy="780952"/>
            </a:xfrm>
            <a:custGeom>
              <a:avLst/>
              <a:gdLst>
                <a:gd name="T0" fmla="*/ 519 w 249"/>
                <a:gd name="T1" fmla="*/ 565 h 457"/>
                <a:gd name="T2" fmla="*/ 498 w 249"/>
                <a:gd name="T3" fmla="*/ 632 h 457"/>
                <a:gd name="T4" fmla="*/ 438 w 249"/>
                <a:gd name="T5" fmla="*/ 687 h 457"/>
                <a:gd name="T6" fmla="*/ 339 w 249"/>
                <a:gd name="T7" fmla="*/ 673 h 457"/>
                <a:gd name="T8" fmla="*/ 199 w 249"/>
                <a:gd name="T9" fmla="*/ 724 h 457"/>
                <a:gd name="T10" fmla="*/ 101 w 249"/>
                <a:gd name="T11" fmla="*/ 765 h 457"/>
                <a:gd name="T12" fmla="*/ 20 w 249"/>
                <a:gd name="T13" fmla="*/ 765 h 457"/>
                <a:gd name="T14" fmla="*/ 0 w 249"/>
                <a:gd name="T15" fmla="*/ 752 h 457"/>
                <a:gd name="T16" fmla="*/ 41 w 249"/>
                <a:gd name="T17" fmla="*/ 646 h 457"/>
                <a:gd name="T18" fmla="*/ 60 w 249"/>
                <a:gd name="T19" fmla="*/ 619 h 457"/>
                <a:gd name="T20" fmla="*/ 20 w 249"/>
                <a:gd name="T21" fmla="*/ 551 h 457"/>
                <a:gd name="T22" fmla="*/ 41 w 249"/>
                <a:gd name="T23" fmla="*/ 444 h 457"/>
                <a:gd name="T24" fmla="*/ 60 w 249"/>
                <a:gd name="T25" fmla="*/ 376 h 457"/>
                <a:gd name="T26" fmla="*/ 79 w 249"/>
                <a:gd name="T27" fmla="*/ 349 h 457"/>
                <a:gd name="T28" fmla="*/ 41 w 249"/>
                <a:gd name="T29" fmla="*/ 323 h 457"/>
                <a:gd name="T30" fmla="*/ 79 w 249"/>
                <a:gd name="T31" fmla="*/ 270 h 457"/>
                <a:gd name="T32" fmla="*/ 138 w 249"/>
                <a:gd name="T33" fmla="*/ 189 h 457"/>
                <a:gd name="T34" fmla="*/ 138 w 249"/>
                <a:gd name="T35" fmla="*/ 135 h 457"/>
                <a:gd name="T36" fmla="*/ 179 w 249"/>
                <a:gd name="T37" fmla="*/ 135 h 457"/>
                <a:gd name="T38" fmla="*/ 300 w 249"/>
                <a:gd name="T39" fmla="*/ 41 h 457"/>
                <a:gd name="T40" fmla="*/ 360 w 249"/>
                <a:gd name="T41" fmla="*/ 27 h 457"/>
                <a:gd name="T42" fmla="*/ 421 w 249"/>
                <a:gd name="T43" fmla="*/ 0 h 457"/>
                <a:gd name="T44" fmla="*/ 438 w 249"/>
                <a:gd name="T45" fmla="*/ 13 h 457"/>
                <a:gd name="T46" fmla="*/ 538 w 249"/>
                <a:gd name="T47" fmla="*/ 0 h 457"/>
                <a:gd name="T48" fmla="*/ 598 w 249"/>
                <a:gd name="T49" fmla="*/ 41 h 457"/>
                <a:gd name="T50" fmla="*/ 538 w 249"/>
                <a:gd name="T51" fmla="*/ 54 h 457"/>
                <a:gd name="T52" fmla="*/ 519 w 249"/>
                <a:gd name="T53" fmla="*/ 80 h 457"/>
                <a:gd name="T54" fmla="*/ 598 w 249"/>
                <a:gd name="T55" fmla="*/ 80 h 457"/>
                <a:gd name="T56" fmla="*/ 620 w 249"/>
                <a:gd name="T57" fmla="*/ 149 h 457"/>
                <a:gd name="T58" fmla="*/ 580 w 249"/>
                <a:gd name="T59" fmla="*/ 202 h 457"/>
                <a:gd name="T60" fmla="*/ 538 w 249"/>
                <a:gd name="T61" fmla="*/ 175 h 457"/>
                <a:gd name="T62" fmla="*/ 480 w 249"/>
                <a:gd name="T63" fmla="*/ 202 h 457"/>
                <a:gd name="T64" fmla="*/ 498 w 249"/>
                <a:gd name="T65" fmla="*/ 229 h 457"/>
                <a:gd name="T66" fmla="*/ 459 w 249"/>
                <a:gd name="T67" fmla="*/ 270 h 457"/>
                <a:gd name="T68" fmla="*/ 560 w 249"/>
                <a:gd name="T69" fmla="*/ 363 h 457"/>
                <a:gd name="T70" fmla="*/ 480 w 249"/>
                <a:gd name="T71" fmla="*/ 510 h 457"/>
                <a:gd name="T72" fmla="*/ 519 w 249"/>
                <a:gd name="T73" fmla="*/ 565 h 45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49"/>
                <a:gd name="T112" fmla="*/ 0 h 457"/>
                <a:gd name="T113" fmla="*/ 249 w 249"/>
                <a:gd name="T114" fmla="*/ 457 h 45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49" h="457">
                  <a:moveTo>
                    <a:pt x="208" y="336"/>
                  </a:moveTo>
                  <a:lnTo>
                    <a:pt x="200" y="376"/>
                  </a:lnTo>
                  <a:lnTo>
                    <a:pt x="176" y="408"/>
                  </a:lnTo>
                  <a:lnTo>
                    <a:pt x="136" y="400"/>
                  </a:lnTo>
                  <a:lnTo>
                    <a:pt x="80" y="432"/>
                  </a:lnTo>
                  <a:lnTo>
                    <a:pt x="40" y="456"/>
                  </a:lnTo>
                  <a:lnTo>
                    <a:pt x="8" y="456"/>
                  </a:lnTo>
                  <a:lnTo>
                    <a:pt x="0" y="448"/>
                  </a:lnTo>
                  <a:lnTo>
                    <a:pt x="16" y="384"/>
                  </a:lnTo>
                  <a:lnTo>
                    <a:pt x="24" y="368"/>
                  </a:lnTo>
                  <a:lnTo>
                    <a:pt x="8" y="328"/>
                  </a:lnTo>
                  <a:lnTo>
                    <a:pt x="16" y="264"/>
                  </a:lnTo>
                  <a:lnTo>
                    <a:pt x="24" y="224"/>
                  </a:lnTo>
                  <a:lnTo>
                    <a:pt x="32" y="208"/>
                  </a:lnTo>
                  <a:lnTo>
                    <a:pt x="16" y="192"/>
                  </a:lnTo>
                  <a:lnTo>
                    <a:pt x="32" y="160"/>
                  </a:lnTo>
                  <a:lnTo>
                    <a:pt x="56" y="112"/>
                  </a:lnTo>
                  <a:lnTo>
                    <a:pt x="56" y="80"/>
                  </a:lnTo>
                  <a:lnTo>
                    <a:pt x="72" y="80"/>
                  </a:lnTo>
                  <a:lnTo>
                    <a:pt x="120" y="24"/>
                  </a:lnTo>
                  <a:lnTo>
                    <a:pt x="144" y="16"/>
                  </a:lnTo>
                  <a:lnTo>
                    <a:pt x="168" y="0"/>
                  </a:lnTo>
                  <a:lnTo>
                    <a:pt x="176" y="8"/>
                  </a:lnTo>
                  <a:lnTo>
                    <a:pt x="216" y="0"/>
                  </a:lnTo>
                  <a:lnTo>
                    <a:pt x="240" y="24"/>
                  </a:lnTo>
                  <a:lnTo>
                    <a:pt x="216" y="32"/>
                  </a:lnTo>
                  <a:lnTo>
                    <a:pt x="208" y="48"/>
                  </a:lnTo>
                  <a:lnTo>
                    <a:pt x="240" y="48"/>
                  </a:lnTo>
                  <a:lnTo>
                    <a:pt x="248" y="88"/>
                  </a:lnTo>
                  <a:lnTo>
                    <a:pt x="232" y="120"/>
                  </a:lnTo>
                  <a:lnTo>
                    <a:pt x="216" y="104"/>
                  </a:lnTo>
                  <a:lnTo>
                    <a:pt x="192" y="120"/>
                  </a:lnTo>
                  <a:lnTo>
                    <a:pt x="200" y="136"/>
                  </a:lnTo>
                  <a:lnTo>
                    <a:pt x="184" y="160"/>
                  </a:lnTo>
                  <a:lnTo>
                    <a:pt x="224" y="216"/>
                  </a:lnTo>
                  <a:lnTo>
                    <a:pt x="192" y="304"/>
                  </a:lnTo>
                  <a:lnTo>
                    <a:pt x="208" y="336"/>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42" name="Freeform 29">
              <a:extLst>
                <a:ext uri="{FF2B5EF4-FFF2-40B4-BE49-F238E27FC236}">
                  <a16:creationId xmlns:a16="http://schemas.microsoft.com/office/drawing/2014/main" id="{790157BF-81C6-42BF-A907-9F0F8E00C472}"/>
                </a:ext>
              </a:extLst>
            </p:cNvPr>
            <p:cNvSpPr>
              <a:spLocks noChangeArrowheads="1"/>
            </p:cNvSpPr>
            <p:nvPr/>
          </p:nvSpPr>
          <p:spPr bwMode="auto">
            <a:xfrm>
              <a:off x="2908870" y="1903859"/>
              <a:ext cx="540859" cy="1038189"/>
            </a:xfrm>
            <a:custGeom>
              <a:avLst/>
              <a:gdLst>
                <a:gd name="T0" fmla="*/ 806 w 321"/>
                <a:gd name="T1" fmla="*/ 797 h 609"/>
                <a:gd name="T2" fmla="*/ 744 w 321"/>
                <a:gd name="T3" fmla="*/ 825 h 609"/>
                <a:gd name="T4" fmla="*/ 705 w 321"/>
                <a:gd name="T5" fmla="*/ 811 h 609"/>
                <a:gd name="T6" fmla="*/ 562 w 321"/>
                <a:gd name="T7" fmla="*/ 811 h 609"/>
                <a:gd name="T8" fmla="*/ 605 w 321"/>
                <a:gd name="T9" fmla="*/ 863 h 609"/>
                <a:gd name="T10" fmla="*/ 562 w 321"/>
                <a:gd name="T11" fmla="*/ 930 h 609"/>
                <a:gd name="T12" fmla="*/ 583 w 321"/>
                <a:gd name="T13" fmla="*/ 1010 h 609"/>
                <a:gd name="T14" fmla="*/ 503 w 321"/>
                <a:gd name="T15" fmla="*/ 996 h 609"/>
                <a:gd name="T16" fmla="*/ 384 w 321"/>
                <a:gd name="T17" fmla="*/ 943 h 609"/>
                <a:gd name="T18" fmla="*/ 240 w 321"/>
                <a:gd name="T19" fmla="*/ 916 h 609"/>
                <a:gd name="T20" fmla="*/ 141 w 321"/>
                <a:gd name="T21" fmla="*/ 863 h 609"/>
                <a:gd name="T22" fmla="*/ 41 w 321"/>
                <a:gd name="T23" fmla="*/ 863 h 609"/>
                <a:gd name="T24" fmla="*/ 41 w 321"/>
                <a:gd name="T25" fmla="*/ 851 h 609"/>
                <a:gd name="T26" fmla="*/ 0 w 321"/>
                <a:gd name="T27" fmla="*/ 838 h 609"/>
                <a:gd name="T28" fmla="*/ 20 w 321"/>
                <a:gd name="T29" fmla="*/ 825 h 609"/>
                <a:gd name="T30" fmla="*/ 20 w 321"/>
                <a:gd name="T31" fmla="*/ 784 h 609"/>
                <a:gd name="T32" fmla="*/ 0 w 321"/>
                <a:gd name="T33" fmla="*/ 771 h 609"/>
                <a:gd name="T34" fmla="*/ 41 w 321"/>
                <a:gd name="T35" fmla="*/ 758 h 609"/>
                <a:gd name="T36" fmla="*/ 121 w 321"/>
                <a:gd name="T37" fmla="*/ 758 h 609"/>
                <a:gd name="T38" fmla="*/ 121 w 321"/>
                <a:gd name="T39" fmla="*/ 572 h 609"/>
                <a:gd name="T40" fmla="*/ 221 w 321"/>
                <a:gd name="T41" fmla="*/ 572 h 609"/>
                <a:gd name="T42" fmla="*/ 221 w 321"/>
                <a:gd name="T43" fmla="*/ 597 h 609"/>
                <a:gd name="T44" fmla="*/ 281 w 321"/>
                <a:gd name="T45" fmla="*/ 597 h 609"/>
                <a:gd name="T46" fmla="*/ 281 w 321"/>
                <a:gd name="T47" fmla="*/ 545 h 609"/>
                <a:gd name="T48" fmla="*/ 402 w 321"/>
                <a:gd name="T49" fmla="*/ 545 h 609"/>
                <a:gd name="T50" fmla="*/ 422 w 321"/>
                <a:gd name="T51" fmla="*/ 466 h 609"/>
                <a:gd name="T52" fmla="*/ 422 w 321"/>
                <a:gd name="T53" fmla="*/ 411 h 609"/>
                <a:gd name="T54" fmla="*/ 362 w 321"/>
                <a:gd name="T55" fmla="*/ 385 h 609"/>
                <a:gd name="T56" fmla="*/ 281 w 321"/>
                <a:gd name="T57" fmla="*/ 345 h 609"/>
                <a:gd name="T58" fmla="*/ 240 w 321"/>
                <a:gd name="T59" fmla="*/ 307 h 609"/>
                <a:gd name="T60" fmla="*/ 260 w 321"/>
                <a:gd name="T61" fmla="*/ 239 h 609"/>
                <a:gd name="T62" fmla="*/ 301 w 321"/>
                <a:gd name="T63" fmla="*/ 214 h 609"/>
                <a:gd name="T64" fmla="*/ 362 w 321"/>
                <a:gd name="T65" fmla="*/ 239 h 609"/>
                <a:gd name="T66" fmla="*/ 444 w 321"/>
                <a:gd name="T67" fmla="*/ 239 h 609"/>
                <a:gd name="T68" fmla="*/ 463 w 321"/>
                <a:gd name="T69" fmla="*/ 199 h 609"/>
                <a:gd name="T70" fmla="*/ 503 w 321"/>
                <a:gd name="T71" fmla="*/ 199 h 609"/>
                <a:gd name="T72" fmla="*/ 483 w 321"/>
                <a:gd name="T73" fmla="*/ 145 h 609"/>
                <a:gd name="T74" fmla="*/ 622 w 321"/>
                <a:gd name="T75" fmla="*/ 53 h 609"/>
                <a:gd name="T76" fmla="*/ 622 w 321"/>
                <a:gd name="T77" fmla="*/ 27 h 609"/>
                <a:gd name="T78" fmla="*/ 705 w 321"/>
                <a:gd name="T79" fmla="*/ 27 h 609"/>
                <a:gd name="T80" fmla="*/ 723 w 321"/>
                <a:gd name="T81" fmla="*/ 41 h 609"/>
                <a:gd name="T82" fmla="*/ 744 w 321"/>
                <a:gd name="T83" fmla="*/ 13 h 609"/>
                <a:gd name="T84" fmla="*/ 765 w 321"/>
                <a:gd name="T85" fmla="*/ 0 h 609"/>
                <a:gd name="T86" fmla="*/ 806 w 321"/>
                <a:gd name="T87" fmla="*/ 41 h 609"/>
                <a:gd name="T88" fmla="*/ 806 w 321"/>
                <a:gd name="T89" fmla="*/ 53 h 609"/>
                <a:gd name="T90" fmla="*/ 705 w 321"/>
                <a:gd name="T91" fmla="*/ 186 h 609"/>
                <a:gd name="T92" fmla="*/ 744 w 321"/>
                <a:gd name="T93" fmla="*/ 214 h 609"/>
                <a:gd name="T94" fmla="*/ 705 w 321"/>
                <a:gd name="T95" fmla="*/ 307 h 609"/>
                <a:gd name="T96" fmla="*/ 684 w 321"/>
                <a:gd name="T97" fmla="*/ 411 h 609"/>
                <a:gd name="T98" fmla="*/ 723 w 321"/>
                <a:gd name="T99" fmla="*/ 479 h 609"/>
                <a:gd name="T100" fmla="*/ 663 w 321"/>
                <a:gd name="T101" fmla="*/ 597 h 609"/>
                <a:gd name="T102" fmla="*/ 684 w 321"/>
                <a:gd name="T103" fmla="*/ 623 h 609"/>
                <a:gd name="T104" fmla="*/ 723 w 321"/>
                <a:gd name="T105" fmla="*/ 716 h 609"/>
                <a:gd name="T106" fmla="*/ 806 w 321"/>
                <a:gd name="T107" fmla="*/ 797 h 60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21"/>
                <a:gd name="T163" fmla="*/ 0 h 609"/>
                <a:gd name="T164" fmla="*/ 321 w 321"/>
                <a:gd name="T165" fmla="*/ 609 h 60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21" h="609">
                  <a:moveTo>
                    <a:pt x="320" y="480"/>
                  </a:moveTo>
                  <a:lnTo>
                    <a:pt x="296" y="496"/>
                  </a:lnTo>
                  <a:lnTo>
                    <a:pt x="280" y="488"/>
                  </a:lnTo>
                  <a:lnTo>
                    <a:pt x="224" y="488"/>
                  </a:lnTo>
                  <a:lnTo>
                    <a:pt x="240" y="520"/>
                  </a:lnTo>
                  <a:lnTo>
                    <a:pt x="224" y="560"/>
                  </a:lnTo>
                  <a:lnTo>
                    <a:pt x="232" y="608"/>
                  </a:lnTo>
                  <a:lnTo>
                    <a:pt x="200" y="600"/>
                  </a:lnTo>
                  <a:lnTo>
                    <a:pt x="152" y="568"/>
                  </a:lnTo>
                  <a:lnTo>
                    <a:pt x="96" y="552"/>
                  </a:lnTo>
                  <a:lnTo>
                    <a:pt x="56" y="520"/>
                  </a:lnTo>
                  <a:lnTo>
                    <a:pt x="16" y="520"/>
                  </a:lnTo>
                  <a:lnTo>
                    <a:pt x="16" y="512"/>
                  </a:lnTo>
                  <a:lnTo>
                    <a:pt x="0" y="504"/>
                  </a:lnTo>
                  <a:lnTo>
                    <a:pt x="8" y="496"/>
                  </a:lnTo>
                  <a:lnTo>
                    <a:pt x="8" y="472"/>
                  </a:lnTo>
                  <a:lnTo>
                    <a:pt x="0" y="464"/>
                  </a:lnTo>
                  <a:lnTo>
                    <a:pt x="16" y="456"/>
                  </a:lnTo>
                  <a:lnTo>
                    <a:pt x="48" y="456"/>
                  </a:lnTo>
                  <a:lnTo>
                    <a:pt x="48" y="344"/>
                  </a:lnTo>
                  <a:lnTo>
                    <a:pt x="88" y="344"/>
                  </a:lnTo>
                  <a:lnTo>
                    <a:pt x="88" y="360"/>
                  </a:lnTo>
                  <a:lnTo>
                    <a:pt x="112" y="360"/>
                  </a:lnTo>
                  <a:lnTo>
                    <a:pt x="112" y="328"/>
                  </a:lnTo>
                  <a:lnTo>
                    <a:pt x="160" y="328"/>
                  </a:lnTo>
                  <a:lnTo>
                    <a:pt x="168" y="280"/>
                  </a:lnTo>
                  <a:lnTo>
                    <a:pt x="168" y="248"/>
                  </a:lnTo>
                  <a:lnTo>
                    <a:pt x="144" y="232"/>
                  </a:lnTo>
                  <a:lnTo>
                    <a:pt x="112" y="208"/>
                  </a:lnTo>
                  <a:lnTo>
                    <a:pt x="96" y="184"/>
                  </a:lnTo>
                  <a:lnTo>
                    <a:pt x="104" y="144"/>
                  </a:lnTo>
                  <a:lnTo>
                    <a:pt x="120" y="128"/>
                  </a:lnTo>
                  <a:lnTo>
                    <a:pt x="144" y="144"/>
                  </a:lnTo>
                  <a:lnTo>
                    <a:pt x="176" y="144"/>
                  </a:lnTo>
                  <a:lnTo>
                    <a:pt x="184" y="120"/>
                  </a:lnTo>
                  <a:lnTo>
                    <a:pt x="200" y="120"/>
                  </a:lnTo>
                  <a:lnTo>
                    <a:pt x="192" y="88"/>
                  </a:lnTo>
                  <a:lnTo>
                    <a:pt x="248" y="32"/>
                  </a:lnTo>
                  <a:lnTo>
                    <a:pt x="248" y="16"/>
                  </a:lnTo>
                  <a:lnTo>
                    <a:pt x="280" y="16"/>
                  </a:lnTo>
                  <a:lnTo>
                    <a:pt x="288" y="24"/>
                  </a:lnTo>
                  <a:lnTo>
                    <a:pt x="296" y="8"/>
                  </a:lnTo>
                  <a:lnTo>
                    <a:pt x="304" y="0"/>
                  </a:lnTo>
                  <a:lnTo>
                    <a:pt x="320" y="24"/>
                  </a:lnTo>
                  <a:lnTo>
                    <a:pt x="320" y="32"/>
                  </a:lnTo>
                  <a:lnTo>
                    <a:pt x="280" y="112"/>
                  </a:lnTo>
                  <a:lnTo>
                    <a:pt x="296" y="128"/>
                  </a:lnTo>
                  <a:lnTo>
                    <a:pt x="280" y="184"/>
                  </a:lnTo>
                  <a:lnTo>
                    <a:pt x="272" y="248"/>
                  </a:lnTo>
                  <a:lnTo>
                    <a:pt x="288" y="288"/>
                  </a:lnTo>
                  <a:lnTo>
                    <a:pt x="264" y="360"/>
                  </a:lnTo>
                  <a:lnTo>
                    <a:pt x="272" y="376"/>
                  </a:lnTo>
                  <a:lnTo>
                    <a:pt x="288" y="432"/>
                  </a:lnTo>
                  <a:lnTo>
                    <a:pt x="320" y="480"/>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43" name="Freeform 30">
              <a:extLst>
                <a:ext uri="{FF2B5EF4-FFF2-40B4-BE49-F238E27FC236}">
                  <a16:creationId xmlns:a16="http://schemas.microsoft.com/office/drawing/2014/main" id="{2194093D-CD56-4F7E-8117-F84DD07B6851}"/>
                </a:ext>
              </a:extLst>
            </p:cNvPr>
            <p:cNvSpPr>
              <a:spLocks noChangeArrowheads="1"/>
            </p:cNvSpPr>
            <p:nvPr/>
          </p:nvSpPr>
          <p:spPr bwMode="auto">
            <a:xfrm>
              <a:off x="2807984" y="1917722"/>
              <a:ext cx="295651" cy="534498"/>
            </a:xfrm>
            <a:custGeom>
              <a:avLst/>
              <a:gdLst>
                <a:gd name="T0" fmla="*/ 423 w 177"/>
                <a:gd name="T1" fmla="*/ 201 h 313"/>
                <a:gd name="T2" fmla="*/ 386 w 177"/>
                <a:gd name="T3" fmla="*/ 173 h 313"/>
                <a:gd name="T4" fmla="*/ 288 w 177"/>
                <a:gd name="T5" fmla="*/ 149 h 313"/>
                <a:gd name="T6" fmla="*/ 327 w 177"/>
                <a:gd name="T7" fmla="*/ 53 h 313"/>
                <a:gd name="T8" fmla="*/ 309 w 177"/>
                <a:gd name="T9" fmla="*/ 0 h 313"/>
                <a:gd name="T10" fmla="*/ 175 w 177"/>
                <a:gd name="T11" fmla="*/ 93 h 313"/>
                <a:gd name="T12" fmla="*/ 154 w 177"/>
                <a:gd name="T13" fmla="*/ 187 h 313"/>
                <a:gd name="T14" fmla="*/ 97 w 177"/>
                <a:gd name="T15" fmla="*/ 201 h 313"/>
                <a:gd name="T16" fmla="*/ 20 w 177"/>
                <a:gd name="T17" fmla="*/ 241 h 313"/>
                <a:gd name="T18" fmla="*/ 0 w 177"/>
                <a:gd name="T19" fmla="*/ 280 h 313"/>
                <a:gd name="T20" fmla="*/ 97 w 177"/>
                <a:gd name="T21" fmla="*/ 322 h 313"/>
                <a:gd name="T22" fmla="*/ 97 w 177"/>
                <a:gd name="T23" fmla="*/ 375 h 313"/>
                <a:gd name="T24" fmla="*/ 116 w 177"/>
                <a:gd name="T25" fmla="*/ 402 h 313"/>
                <a:gd name="T26" fmla="*/ 97 w 177"/>
                <a:gd name="T27" fmla="*/ 442 h 313"/>
                <a:gd name="T28" fmla="*/ 116 w 177"/>
                <a:gd name="T29" fmla="*/ 468 h 313"/>
                <a:gd name="T30" fmla="*/ 230 w 177"/>
                <a:gd name="T31" fmla="*/ 523 h 313"/>
                <a:gd name="T32" fmla="*/ 272 w 177"/>
                <a:gd name="T33" fmla="*/ 523 h 313"/>
                <a:gd name="T34" fmla="*/ 272 w 177"/>
                <a:gd name="T35" fmla="*/ 497 h 313"/>
                <a:gd name="T36" fmla="*/ 309 w 177"/>
                <a:gd name="T37" fmla="*/ 456 h 313"/>
                <a:gd name="T38" fmla="*/ 288 w 177"/>
                <a:gd name="T39" fmla="*/ 402 h 313"/>
                <a:gd name="T40" fmla="*/ 272 w 177"/>
                <a:gd name="T41" fmla="*/ 402 h 313"/>
                <a:gd name="T42" fmla="*/ 250 w 177"/>
                <a:gd name="T43" fmla="*/ 349 h 313"/>
                <a:gd name="T44" fmla="*/ 288 w 177"/>
                <a:gd name="T45" fmla="*/ 349 h 313"/>
                <a:gd name="T46" fmla="*/ 288 w 177"/>
                <a:gd name="T47" fmla="*/ 294 h 313"/>
                <a:gd name="T48" fmla="*/ 327 w 177"/>
                <a:gd name="T49" fmla="*/ 294 h 313"/>
                <a:gd name="T50" fmla="*/ 365 w 177"/>
                <a:gd name="T51" fmla="*/ 308 h 313"/>
                <a:gd name="T52" fmla="*/ 386 w 177"/>
                <a:gd name="T53" fmla="*/ 227 h 313"/>
                <a:gd name="T54" fmla="*/ 423 w 177"/>
                <a:gd name="T55" fmla="*/ 201 h 31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77"/>
                <a:gd name="T85" fmla="*/ 0 h 313"/>
                <a:gd name="T86" fmla="*/ 177 w 177"/>
                <a:gd name="T87" fmla="*/ 313 h 31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77" h="313">
                  <a:moveTo>
                    <a:pt x="176" y="120"/>
                  </a:moveTo>
                  <a:lnTo>
                    <a:pt x="160" y="104"/>
                  </a:lnTo>
                  <a:lnTo>
                    <a:pt x="120" y="88"/>
                  </a:lnTo>
                  <a:lnTo>
                    <a:pt x="136" y="32"/>
                  </a:lnTo>
                  <a:lnTo>
                    <a:pt x="128" y="0"/>
                  </a:lnTo>
                  <a:lnTo>
                    <a:pt x="72" y="56"/>
                  </a:lnTo>
                  <a:lnTo>
                    <a:pt x="64" y="112"/>
                  </a:lnTo>
                  <a:lnTo>
                    <a:pt x="40" y="120"/>
                  </a:lnTo>
                  <a:lnTo>
                    <a:pt x="8" y="144"/>
                  </a:lnTo>
                  <a:lnTo>
                    <a:pt x="0" y="168"/>
                  </a:lnTo>
                  <a:lnTo>
                    <a:pt x="40" y="192"/>
                  </a:lnTo>
                  <a:lnTo>
                    <a:pt x="40" y="224"/>
                  </a:lnTo>
                  <a:lnTo>
                    <a:pt x="48" y="240"/>
                  </a:lnTo>
                  <a:lnTo>
                    <a:pt x="40" y="264"/>
                  </a:lnTo>
                  <a:lnTo>
                    <a:pt x="48" y="280"/>
                  </a:lnTo>
                  <a:lnTo>
                    <a:pt x="96" y="312"/>
                  </a:lnTo>
                  <a:lnTo>
                    <a:pt x="112" y="312"/>
                  </a:lnTo>
                  <a:lnTo>
                    <a:pt x="112" y="296"/>
                  </a:lnTo>
                  <a:lnTo>
                    <a:pt x="128" y="272"/>
                  </a:lnTo>
                  <a:lnTo>
                    <a:pt x="120" y="240"/>
                  </a:lnTo>
                  <a:lnTo>
                    <a:pt x="112" y="240"/>
                  </a:lnTo>
                  <a:lnTo>
                    <a:pt x="104" y="208"/>
                  </a:lnTo>
                  <a:lnTo>
                    <a:pt x="120" y="208"/>
                  </a:lnTo>
                  <a:lnTo>
                    <a:pt x="120" y="176"/>
                  </a:lnTo>
                  <a:lnTo>
                    <a:pt x="136" y="176"/>
                  </a:lnTo>
                  <a:lnTo>
                    <a:pt x="152" y="184"/>
                  </a:lnTo>
                  <a:lnTo>
                    <a:pt x="160" y="136"/>
                  </a:lnTo>
                  <a:lnTo>
                    <a:pt x="176" y="120"/>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44" name="Freeform 31">
              <a:extLst>
                <a:ext uri="{FF2B5EF4-FFF2-40B4-BE49-F238E27FC236}">
                  <a16:creationId xmlns:a16="http://schemas.microsoft.com/office/drawing/2014/main" id="{7F4001E6-0C11-4AE4-9639-2126A6A9706E}"/>
                </a:ext>
              </a:extLst>
            </p:cNvPr>
            <p:cNvSpPr>
              <a:spLocks noChangeArrowheads="1"/>
            </p:cNvSpPr>
            <p:nvPr/>
          </p:nvSpPr>
          <p:spPr bwMode="auto">
            <a:xfrm>
              <a:off x="1750086" y="1386305"/>
              <a:ext cx="1443225" cy="1434056"/>
            </a:xfrm>
            <a:custGeom>
              <a:avLst/>
              <a:gdLst>
                <a:gd name="T0" fmla="*/ 1584 w 857"/>
                <a:gd name="T1" fmla="*/ 798 h 841"/>
                <a:gd name="T2" fmla="*/ 1686 w 857"/>
                <a:gd name="T3" fmla="*/ 890 h 841"/>
                <a:gd name="T4" fmla="*/ 1686 w 857"/>
                <a:gd name="T5" fmla="*/ 943 h 841"/>
                <a:gd name="T6" fmla="*/ 1847 w 857"/>
                <a:gd name="T7" fmla="*/ 1038 h 841"/>
                <a:gd name="T8" fmla="*/ 1865 w 857"/>
                <a:gd name="T9" fmla="*/ 997 h 841"/>
                <a:gd name="T10" fmla="*/ 1885 w 857"/>
                <a:gd name="T11" fmla="*/ 917 h 841"/>
                <a:gd name="T12" fmla="*/ 1847 w 857"/>
                <a:gd name="T13" fmla="*/ 866 h 841"/>
                <a:gd name="T14" fmla="*/ 1885 w 857"/>
                <a:gd name="T15" fmla="*/ 811 h 841"/>
                <a:gd name="T16" fmla="*/ 2005 w 857"/>
                <a:gd name="T17" fmla="*/ 851 h 841"/>
                <a:gd name="T18" fmla="*/ 2148 w 857"/>
                <a:gd name="T19" fmla="*/ 917 h 841"/>
                <a:gd name="T20" fmla="*/ 2005 w 857"/>
                <a:gd name="T21" fmla="*/ 1052 h 841"/>
                <a:gd name="T22" fmla="*/ 1946 w 857"/>
                <a:gd name="T23" fmla="*/ 1104 h 841"/>
                <a:gd name="T24" fmla="*/ 1847 w 857"/>
                <a:gd name="T25" fmla="*/ 1077 h 841"/>
                <a:gd name="T26" fmla="*/ 1766 w 857"/>
                <a:gd name="T27" fmla="*/ 1250 h 841"/>
                <a:gd name="T28" fmla="*/ 1745 w 857"/>
                <a:gd name="T29" fmla="*/ 1291 h 841"/>
                <a:gd name="T30" fmla="*/ 1726 w 857"/>
                <a:gd name="T31" fmla="*/ 1343 h 841"/>
                <a:gd name="T32" fmla="*/ 1584 w 857"/>
                <a:gd name="T33" fmla="*/ 1397 h 841"/>
                <a:gd name="T34" fmla="*/ 1487 w 857"/>
                <a:gd name="T35" fmla="*/ 1263 h 841"/>
                <a:gd name="T36" fmla="*/ 1445 w 857"/>
                <a:gd name="T37" fmla="*/ 1250 h 841"/>
                <a:gd name="T38" fmla="*/ 1324 w 857"/>
                <a:gd name="T39" fmla="*/ 1156 h 841"/>
                <a:gd name="T40" fmla="*/ 1244 w 857"/>
                <a:gd name="T41" fmla="*/ 1182 h 841"/>
                <a:gd name="T42" fmla="*/ 1224 w 857"/>
                <a:gd name="T43" fmla="*/ 1210 h 841"/>
                <a:gd name="T44" fmla="*/ 1203 w 857"/>
                <a:gd name="T45" fmla="*/ 1291 h 841"/>
                <a:gd name="T46" fmla="*/ 1165 w 857"/>
                <a:gd name="T47" fmla="*/ 1238 h 841"/>
                <a:gd name="T48" fmla="*/ 1043 w 857"/>
                <a:gd name="T49" fmla="*/ 1210 h 841"/>
                <a:gd name="T50" fmla="*/ 1023 w 857"/>
                <a:gd name="T51" fmla="*/ 1145 h 841"/>
                <a:gd name="T52" fmla="*/ 1144 w 857"/>
                <a:gd name="T53" fmla="*/ 1156 h 841"/>
                <a:gd name="T54" fmla="*/ 1224 w 857"/>
                <a:gd name="T55" fmla="*/ 1118 h 841"/>
                <a:gd name="T56" fmla="*/ 1165 w 857"/>
                <a:gd name="T57" fmla="*/ 1064 h 841"/>
                <a:gd name="T58" fmla="*/ 1264 w 857"/>
                <a:gd name="T59" fmla="*/ 997 h 841"/>
                <a:gd name="T60" fmla="*/ 1344 w 857"/>
                <a:gd name="T61" fmla="*/ 943 h 841"/>
                <a:gd name="T62" fmla="*/ 1203 w 857"/>
                <a:gd name="T63" fmla="*/ 679 h 841"/>
                <a:gd name="T64" fmla="*/ 1023 w 857"/>
                <a:gd name="T65" fmla="*/ 599 h 841"/>
                <a:gd name="T66" fmla="*/ 861 w 857"/>
                <a:gd name="T67" fmla="*/ 559 h 841"/>
                <a:gd name="T68" fmla="*/ 703 w 857"/>
                <a:gd name="T69" fmla="*/ 518 h 841"/>
                <a:gd name="T70" fmla="*/ 522 w 857"/>
                <a:gd name="T71" fmla="*/ 559 h 841"/>
                <a:gd name="T72" fmla="*/ 121 w 857"/>
                <a:gd name="T73" fmla="*/ 399 h 841"/>
                <a:gd name="T74" fmla="*/ 20 w 857"/>
                <a:gd name="T75" fmla="*/ 266 h 841"/>
                <a:gd name="T76" fmla="*/ 121 w 857"/>
                <a:gd name="T77" fmla="*/ 252 h 841"/>
                <a:gd name="T78" fmla="*/ 281 w 857"/>
                <a:gd name="T79" fmla="*/ 159 h 841"/>
                <a:gd name="T80" fmla="*/ 341 w 857"/>
                <a:gd name="T81" fmla="*/ 106 h 841"/>
                <a:gd name="T82" fmla="*/ 542 w 857"/>
                <a:gd name="T83" fmla="*/ 53 h 841"/>
                <a:gd name="T84" fmla="*/ 582 w 857"/>
                <a:gd name="T85" fmla="*/ 0 h 841"/>
                <a:gd name="T86" fmla="*/ 722 w 857"/>
                <a:gd name="T87" fmla="*/ 122 h 841"/>
                <a:gd name="T88" fmla="*/ 743 w 857"/>
                <a:gd name="T89" fmla="*/ 214 h 841"/>
                <a:gd name="T90" fmla="*/ 782 w 857"/>
                <a:gd name="T91" fmla="*/ 293 h 841"/>
                <a:gd name="T92" fmla="*/ 844 w 857"/>
                <a:gd name="T93" fmla="*/ 320 h 841"/>
                <a:gd name="T94" fmla="*/ 1023 w 857"/>
                <a:gd name="T95" fmla="*/ 293 h 841"/>
                <a:gd name="T96" fmla="*/ 1023 w 857"/>
                <a:gd name="T97" fmla="*/ 359 h 841"/>
                <a:gd name="T98" fmla="*/ 964 w 857"/>
                <a:gd name="T99" fmla="*/ 424 h 841"/>
                <a:gd name="T100" fmla="*/ 1083 w 857"/>
                <a:gd name="T101" fmla="*/ 546 h 841"/>
                <a:gd name="T102" fmla="*/ 1244 w 857"/>
                <a:gd name="T103" fmla="*/ 572 h 841"/>
                <a:gd name="T104" fmla="*/ 1324 w 857"/>
                <a:gd name="T105" fmla="*/ 531 h 841"/>
                <a:gd name="T106" fmla="*/ 1465 w 857"/>
                <a:gd name="T107" fmla="*/ 531 h 841"/>
                <a:gd name="T108" fmla="*/ 1565 w 857"/>
                <a:gd name="T109" fmla="*/ 559 h 841"/>
                <a:gd name="T110" fmla="*/ 1445 w 857"/>
                <a:gd name="T111" fmla="*/ 651 h 841"/>
                <a:gd name="T112" fmla="*/ 1505 w 857"/>
                <a:gd name="T113" fmla="*/ 758 h 84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57"/>
                <a:gd name="T172" fmla="*/ 0 h 841"/>
                <a:gd name="T173" fmla="*/ 857 w 857"/>
                <a:gd name="T174" fmla="*/ 841 h 84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57" h="841">
                  <a:moveTo>
                    <a:pt x="640" y="456"/>
                  </a:moveTo>
                  <a:lnTo>
                    <a:pt x="632" y="480"/>
                  </a:lnTo>
                  <a:lnTo>
                    <a:pt x="680" y="504"/>
                  </a:lnTo>
                  <a:lnTo>
                    <a:pt x="672" y="536"/>
                  </a:lnTo>
                  <a:lnTo>
                    <a:pt x="680" y="544"/>
                  </a:lnTo>
                  <a:lnTo>
                    <a:pt x="672" y="568"/>
                  </a:lnTo>
                  <a:lnTo>
                    <a:pt x="680" y="592"/>
                  </a:lnTo>
                  <a:lnTo>
                    <a:pt x="736" y="624"/>
                  </a:lnTo>
                  <a:lnTo>
                    <a:pt x="744" y="624"/>
                  </a:lnTo>
                  <a:lnTo>
                    <a:pt x="744" y="600"/>
                  </a:lnTo>
                  <a:lnTo>
                    <a:pt x="760" y="584"/>
                  </a:lnTo>
                  <a:lnTo>
                    <a:pt x="752" y="552"/>
                  </a:lnTo>
                  <a:lnTo>
                    <a:pt x="736" y="544"/>
                  </a:lnTo>
                  <a:lnTo>
                    <a:pt x="736" y="520"/>
                  </a:lnTo>
                  <a:lnTo>
                    <a:pt x="752" y="520"/>
                  </a:lnTo>
                  <a:lnTo>
                    <a:pt x="752" y="488"/>
                  </a:lnTo>
                  <a:lnTo>
                    <a:pt x="784" y="496"/>
                  </a:lnTo>
                  <a:lnTo>
                    <a:pt x="800" y="512"/>
                  </a:lnTo>
                  <a:lnTo>
                    <a:pt x="840" y="536"/>
                  </a:lnTo>
                  <a:lnTo>
                    <a:pt x="856" y="552"/>
                  </a:lnTo>
                  <a:lnTo>
                    <a:pt x="848" y="632"/>
                  </a:lnTo>
                  <a:lnTo>
                    <a:pt x="800" y="632"/>
                  </a:lnTo>
                  <a:lnTo>
                    <a:pt x="800" y="664"/>
                  </a:lnTo>
                  <a:lnTo>
                    <a:pt x="776" y="664"/>
                  </a:lnTo>
                  <a:lnTo>
                    <a:pt x="776" y="648"/>
                  </a:lnTo>
                  <a:lnTo>
                    <a:pt x="736" y="648"/>
                  </a:lnTo>
                  <a:lnTo>
                    <a:pt x="736" y="760"/>
                  </a:lnTo>
                  <a:lnTo>
                    <a:pt x="704" y="752"/>
                  </a:lnTo>
                  <a:lnTo>
                    <a:pt x="688" y="768"/>
                  </a:lnTo>
                  <a:lnTo>
                    <a:pt x="696" y="776"/>
                  </a:lnTo>
                  <a:lnTo>
                    <a:pt x="704" y="800"/>
                  </a:lnTo>
                  <a:lnTo>
                    <a:pt x="688" y="808"/>
                  </a:lnTo>
                  <a:lnTo>
                    <a:pt x="664" y="840"/>
                  </a:lnTo>
                  <a:lnTo>
                    <a:pt x="632" y="840"/>
                  </a:lnTo>
                  <a:lnTo>
                    <a:pt x="608" y="816"/>
                  </a:lnTo>
                  <a:lnTo>
                    <a:pt x="592" y="760"/>
                  </a:lnTo>
                  <a:lnTo>
                    <a:pt x="592" y="752"/>
                  </a:lnTo>
                  <a:lnTo>
                    <a:pt x="576" y="752"/>
                  </a:lnTo>
                  <a:lnTo>
                    <a:pt x="544" y="736"/>
                  </a:lnTo>
                  <a:lnTo>
                    <a:pt x="528" y="696"/>
                  </a:lnTo>
                  <a:lnTo>
                    <a:pt x="512" y="704"/>
                  </a:lnTo>
                  <a:lnTo>
                    <a:pt x="496" y="712"/>
                  </a:lnTo>
                  <a:lnTo>
                    <a:pt x="488" y="712"/>
                  </a:lnTo>
                  <a:lnTo>
                    <a:pt x="488" y="728"/>
                  </a:lnTo>
                  <a:lnTo>
                    <a:pt x="496" y="752"/>
                  </a:lnTo>
                  <a:lnTo>
                    <a:pt x="480" y="776"/>
                  </a:lnTo>
                  <a:lnTo>
                    <a:pt x="448" y="768"/>
                  </a:lnTo>
                  <a:lnTo>
                    <a:pt x="464" y="744"/>
                  </a:lnTo>
                  <a:lnTo>
                    <a:pt x="448" y="736"/>
                  </a:lnTo>
                  <a:lnTo>
                    <a:pt x="416" y="728"/>
                  </a:lnTo>
                  <a:lnTo>
                    <a:pt x="400" y="704"/>
                  </a:lnTo>
                  <a:lnTo>
                    <a:pt x="408" y="688"/>
                  </a:lnTo>
                  <a:lnTo>
                    <a:pt x="424" y="688"/>
                  </a:lnTo>
                  <a:lnTo>
                    <a:pt x="456" y="696"/>
                  </a:lnTo>
                  <a:lnTo>
                    <a:pt x="480" y="680"/>
                  </a:lnTo>
                  <a:lnTo>
                    <a:pt x="488" y="672"/>
                  </a:lnTo>
                  <a:lnTo>
                    <a:pt x="464" y="664"/>
                  </a:lnTo>
                  <a:lnTo>
                    <a:pt x="464" y="640"/>
                  </a:lnTo>
                  <a:lnTo>
                    <a:pt x="496" y="632"/>
                  </a:lnTo>
                  <a:lnTo>
                    <a:pt x="504" y="600"/>
                  </a:lnTo>
                  <a:lnTo>
                    <a:pt x="528" y="600"/>
                  </a:lnTo>
                  <a:lnTo>
                    <a:pt x="536" y="568"/>
                  </a:lnTo>
                  <a:lnTo>
                    <a:pt x="520" y="480"/>
                  </a:lnTo>
                  <a:lnTo>
                    <a:pt x="480" y="408"/>
                  </a:lnTo>
                  <a:lnTo>
                    <a:pt x="480" y="432"/>
                  </a:lnTo>
                  <a:lnTo>
                    <a:pt x="408" y="360"/>
                  </a:lnTo>
                  <a:lnTo>
                    <a:pt x="392" y="368"/>
                  </a:lnTo>
                  <a:lnTo>
                    <a:pt x="344" y="336"/>
                  </a:lnTo>
                  <a:lnTo>
                    <a:pt x="336" y="304"/>
                  </a:lnTo>
                  <a:lnTo>
                    <a:pt x="280" y="312"/>
                  </a:lnTo>
                  <a:lnTo>
                    <a:pt x="224" y="288"/>
                  </a:lnTo>
                  <a:lnTo>
                    <a:pt x="208" y="336"/>
                  </a:lnTo>
                  <a:lnTo>
                    <a:pt x="136" y="280"/>
                  </a:lnTo>
                  <a:lnTo>
                    <a:pt x="48" y="240"/>
                  </a:lnTo>
                  <a:lnTo>
                    <a:pt x="0" y="248"/>
                  </a:lnTo>
                  <a:lnTo>
                    <a:pt x="8" y="160"/>
                  </a:lnTo>
                  <a:lnTo>
                    <a:pt x="24" y="144"/>
                  </a:lnTo>
                  <a:lnTo>
                    <a:pt x="48" y="152"/>
                  </a:lnTo>
                  <a:lnTo>
                    <a:pt x="72" y="112"/>
                  </a:lnTo>
                  <a:lnTo>
                    <a:pt x="112" y="96"/>
                  </a:lnTo>
                  <a:lnTo>
                    <a:pt x="136" y="80"/>
                  </a:lnTo>
                  <a:lnTo>
                    <a:pt x="136" y="64"/>
                  </a:lnTo>
                  <a:lnTo>
                    <a:pt x="200" y="64"/>
                  </a:lnTo>
                  <a:lnTo>
                    <a:pt x="216" y="32"/>
                  </a:lnTo>
                  <a:lnTo>
                    <a:pt x="216" y="8"/>
                  </a:lnTo>
                  <a:lnTo>
                    <a:pt x="232" y="0"/>
                  </a:lnTo>
                  <a:lnTo>
                    <a:pt x="272" y="8"/>
                  </a:lnTo>
                  <a:lnTo>
                    <a:pt x="288" y="72"/>
                  </a:lnTo>
                  <a:lnTo>
                    <a:pt x="288" y="104"/>
                  </a:lnTo>
                  <a:lnTo>
                    <a:pt x="296" y="128"/>
                  </a:lnTo>
                  <a:lnTo>
                    <a:pt x="312" y="152"/>
                  </a:lnTo>
                  <a:lnTo>
                    <a:pt x="312" y="176"/>
                  </a:lnTo>
                  <a:lnTo>
                    <a:pt x="320" y="192"/>
                  </a:lnTo>
                  <a:lnTo>
                    <a:pt x="336" y="192"/>
                  </a:lnTo>
                  <a:lnTo>
                    <a:pt x="336" y="168"/>
                  </a:lnTo>
                  <a:lnTo>
                    <a:pt x="408" y="176"/>
                  </a:lnTo>
                  <a:lnTo>
                    <a:pt x="408" y="200"/>
                  </a:lnTo>
                  <a:lnTo>
                    <a:pt x="408" y="216"/>
                  </a:lnTo>
                  <a:lnTo>
                    <a:pt x="384" y="240"/>
                  </a:lnTo>
                  <a:lnTo>
                    <a:pt x="384" y="256"/>
                  </a:lnTo>
                  <a:lnTo>
                    <a:pt x="432" y="304"/>
                  </a:lnTo>
                  <a:lnTo>
                    <a:pt x="432" y="328"/>
                  </a:lnTo>
                  <a:lnTo>
                    <a:pt x="488" y="352"/>
                  </a:lnTo>
                  <a:lnTo>
                    <a:pt x="496" y="344"/>
                  </a:lnTo>
                  <a:lnTo>
                    <a:pt x="488" y="312"/>
                  </a:lnTo>
                  <a:lnTo>
                    <a:pt x="528" y="320"/>
                  </a:lnTo>
                  <a:lnTo>
                    <a:pt x="536" y="320"/>
                  </a:lnTo>
                  <a:lnTo>
                    <a:pt x="584" y="320"/>
                  </a:lnTo>
                  <a:lnTo>
                    <a:pt x="608" y="312"/>
                  </a:lnTo>
                  <a:lnTo>
                    <a:pt x="624" y="336"/>
                  </a:lnTo>
                  <a:lnTo>
                    <a:pt x="584" y="368"/>
                  </a:lnTo>
                  <a:lnTo>
                    <a:pt x="576" y="392"/>
                  </a:lnTo>
                  <a:lnTo>
                    <a:pt x="568" y="416"/>
                  </a:lnTo>
                  <a:lnTo>
                    <a:pt x="600" y="456"/>
                  </a:lnTo>
                  <a:lnTo>
                    <a:pt x="640" y="456"/>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45" name="Freeform 32">
              <a:extLst>
                <a:ext uri="{FF2B5EF4-FFF2-40B4-BE49-F238E27FC236}">
                  <a16:creationId xmlns:a16="http://schemas.microsoft.com/office/drawing/2014/main" id="{0E993F2E-B4B3-43C8-95ED-3DCAE55F6853}"/>
                </a:ext>
              </a:extLst>
            </p:cNvPr>
            <p:cNvSpPr>
              <a:spLocks noChangeArrowheads="1"/>
            </p:cNvSpPr>
            <p:nvPr/>
          </p:nvSpPr>
          <p:spPr bwMode="auto">
            <a:xfrm>
              <a:off x="2208275" y="61614"/>
              <a:ext cx="2397436" cy="2117966"/>
            </a:xfrm>
            <a:custGeom>
              <a:avLst/>
              <a:gdLst>
                <a:gd name="T0" fmla="*/ 41 w 1425"/>
                <a:gd name="T1" fmla="*/ 1497 h 1241"/>
                <a:gd name="T2" fmla="*/ 158 w 1425"/>
                <a:gd name="T3" fmla="*/ 1617 h 1241"/>
                <a:gd name="T4" fmla="*/ 339 w 1425"/>
                <a:gd name="T5" fmla="*/ 1629 h 1241"/>
                <a:gd name="T6" fmla="*/ 279 w 1425"/>
                <a:gd name="T7" fmla="*/ 1722 h 1241"/>
                <a:gd name="T8" fmla="*/ 538 w 1425"/>
                <a:gd name="T9" fmla="*/ 1885 h 1241"/>
                <a:gd name="T10" fmla="*/ 639 w 1425"/>
                <a:gd name="T11" fmla="*/ 1829 h 1241"/>
                <a:gd name="T12" fmla="*/ 879 w 1425"/>
                <a:gd name="T13" fmla="*/ 1843 h 1241"/>
                <a:gd name="T14" fmla="*/ 819 w 1425"/>
                <a:gd name="T15" fmla="*/ 2070 h 1241"/>
                <a:gd name="T16" fmla="*/ 1058 w 1425"/>
                <a:gd name="T17" fmla="*/ 2004 h 1241"/>
                <a:gd name="T18" fmla="*/ 1240 w 1425"/>
                <a:gd name="T19" fmla="*/ 1856 h 1241"/>
                <a:gd name="T20" fmla="*/ 1396 w 1425"/>
                <a:gd name="T21" fmla="*/ 2043 h 1241"/>
                <a:gd name="T22" fmla="*/ 1498 w 1425"/>
                <a:gd name="T23" fmla="*/ 2004 h 1241"/>
                <a:gd name="T24" fmla="*/ 1657 w 1425"/>
                <a:gd name="T25" fmla="*/ 1856 h 1241"/>
                <a:gd name="T26" fmla="*/ 1758 w 1425"/>
                <a:gd name="T27" fmla="*/ 1829 h 1241"/>
                <a:gd name="T28" fmla="*/ 1837 w 1425"/>
                <a:gd name="T29" fmla="*/ 1829 h 1241"/>
                <a:gd name="T30" fmla="*/ 1998 w 1425"/>
                <a:gd name="T31" fmla="*/ 1712 h 1241"/>
                <a:gd name="T32" fmla="*/ 2155 w 1425"/>
                <a:gd name="T33" fmla="*/ 1684 h 1241"/>
                <a:gd name="T34" fmla="*/ 2236 w 1425"/>
                <a:gd name="T35" fmla="*/ 1536 h 1241"/>
                <a:gd name="T36" fmla="*/ 2355 w 1425"/>
                <a:gd name="T37" fmla="*/ 1522 h 1241"/>
                <a:gd name="T38" fmla="*/ 2515 w 1425"/>
                <a:gd name="T39" fmla="*/ 1456 h 1241"/>
                <a:gd name="T40" fmla="*/ 2715 w 1425"/>
                <a:gd name="T41" fmla="*/ 1376 h 1241"/>
                <a:gd name="T42" fmla="*/ 2814 w 1425"/>
                <a:gd name="T43" fmla="*/ 1536 h 1241"/>
                <a:gd name="T44" fmla="*/ 2933 w 1425"/>
                <a:gd name="T45" fmla="*/ 1482 h 1241"/>
                <a:gd name="T46" fmla="*/ 2933 w 1425"/>
                <a:gd name="T47" fmla="*/ 1403 h 1241"/>
                <a:gd name="T48" fmla="*/ 3374 w 1425"/>
                <a:gd name="T49" fmla="*/ 1310 h 1241"/>
                <a:gd name="T50" fmla="*/ 3434 w 1425"/>
                <a:gd name="T51" fmla="*/ 1217 h 1241"/>
                <a:gd name="T52" fmla="*/ 3274 w 1425"/>
                <a:gd name="T53" fmla="*/ 1122 h 1241"/>
                <a:gd name="T54" fmla="*/ 3155 w 1425"/>
                <a:gd name="T55" fmla="*/ 934 h 1241"/>
                <a:gd name="T56" fmla="*/ 3334 w 1425"/>
                <a:gd name="T57" fmla="*/ 934 h 1241"/>
                <a:gd name="T58" fmla="*/ 3374 w 1425"/>
                <a:gd name="T59" fmla="*/ 788 h 1241"/>
                <a:gd name="T60" fmla="*/ 3233 w 1425"/>
                <a:gd name="T61" fmla="*/ 721 h 1241"/>
                <a:gd name="T62" fmla="*/ 3472 w 1425"/>
                <a:gd name="T63" fmla="*/ 493 h 1241"/>
                <a:gd name="T64" fmla="*/ 3554 w 1425"/>
                <a:gd name="T65" fmla="*/ 214 h 1241"/>
                <a:gd name="T66" fmla="*/ 3355 w 1425"/>
                <a:gd name="T67" fmla="*/ 214 h 1241"/>
                <a:gd name="T68" fmla="*/ 3155 w 1425"/>
                <a:gd name="T69" fmla="*/ 122 h 1241"/>
                <a:gd name="T70" fmla="*/ 2974 w 1425"/>
                <a:gd name="T71" fmla="*/ 109 h 1241"/>
                <a:gd name="T72" fmla="*/ 2914 w 1425"/>
                <a:gd name="T73" fmla="*/ 0 h 1241"/>
                <a:gd name="T74" fmla="*/ 2896 w 1425"/>
                <a:gd name="T75" fmla="*/ 109 h 1241"/>
                <a:gd name="T76" fmla="*/ 2814 w 1425"/>
                <a:gd name="T77" fmla="*/ 280 h 1241"/>
                <a:gd name="T78" fmla="*/ 2795 w 1425"/>
                <a:gd name="T79" fmla="*/ 401 h 1241"/>
                <a:gd name="T80" fmla="*/ 2476 w 1425"/>
                <a:gd name="T81" fmla="*/ 466 h 1241"/>
                <a:gd name="T82" fmla="*/ 2476 w 1425"/>
                <a:gd name="T83" fmla="*/ 721 h 1241"/>
                <a:gd name="T84" fmla="*/ 2634 w 1425"/>
                <a:gd name="T85" fmla="*/ 695 h 1241"/>
                <a:gd name="T86" fmla="*/ 2836 w 1425"/>
                <a:gd name="T87" fmla="*/ 748 h 1241"/>
                <a:gd name="T88" fmla="*/ 2836 w 1425"/>
                <a:gd name="T89" fmla="*/ 841 h 1241"/>
                <a:gd name="T90" fmla="*/ 2596 w 1425"/>
                <a:gd name="T91" fmla="*/ 895 h 1241"/>
                <a:gd name="T92" fmla="*/ 2476 w 1425"/>
                <a:gd name="T93" fmla="*/ 988 h 1241"/>
                <a:gd name="T94" fmla="*/ 2155 w 1425"/>
                <a:gd name="T95" fmla="*/ 1109 h 1241"/>
                <a:gd name="T96" fmla="*/ 1897 w 1425"/>
                <a:gd name="T97" fmla="*/ 1082 h 1241"/>
                <a:gd name="T98" fmla="*/ 1916 w 1425"/>
                <a:gd name="T99" fmla="*/ 1255 h 1241"/>
                <a:gd name="T100" fmla="*/ 1596 w 1425"/>
                <a:gd name="T101" fmla="*/ 1415 h 1241"/>
                <a:gd name="T102" fmla="*/ 1139 w 1425"/>
                <a:gd name="T103" fmla="*/ 1469 h 1241"/>
                <a:gd name="T104" fmla="*/ 879 w 1425"/>
                <a:gd name="T105" fmla="*/ 1482 h 1241"/>
                <a:gd name="T106" fmla="*/ 620 w 1425"/>
                <a:gd name="T107" fmla="*/ 1441 h 1241"/>
                <a:gd name="T108" fmla="*/ 239 w 1425"/>
                <a:gd name="T109" fmla="*/ 1363 h 124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425"/>
                <a:gd name="T166" fmla="*/ 0 h 1241"/>
                <a:gd name="T167" fmla="*/ 1425 w 1425"/>
                <a:gd name="T168" fmla="*/ 1241 h 124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425" h="1241">
                  <a:moveTo>
                    <a:pt x="0" y="784"/>
                  </a:moveTo>
                  <a:lnTo>
                    <a:pt x="16" y="848"/>
                  </a:lnTo>
                  <a:lnTo>
                    <a:pt x="16" y="896"/>
                  </a:lnTo>
                  <a:lnTo>
                    <a:pt x="40" y="928"/>
                  </a:lnTo>
                  <a:lnTo>
                    <a:pt x="48" y="968"/>
                  </a:lnTo>
                  <a:lnTo>
                    <a:pt x="64" y="968"/>
                  </a:lnTo>
                  <a:lnTo>
                    <a:pt x="64" y="944"/>
                  </a:lnTo>
                  <a:lnTo>
                    <a:pt x="136" y="952"/>
                  </a:lnTo>
                  <a:lnTo>
                    <a:pt x="136" y="976"/>
                  </a:lnTo>
                  <a:lnTo>
                    <a:pt x="136" y="992"/>
                  </a:lnTo>
                  <a:lnTo>
                    <a:pt x="112" y="1016"/>
                  </a:lnTo>
                  <a:lnTo>
                    <a:pt x="112" y="1032"/>
                  </a:lnTo>
                  <a:lnTo>
                    <a:pt x="160" y="1080"/>
                  </a:lnTo>
                  <a:lnTo>
                    <a:pt x="160" y="1104"/>
                  </a:lnTo>
                  <a:lnTo>
                    <a:pt x="216" y="1128"/>
                  </a:lnTo>
                  <a:lnTo>
                    <a:pt x="224" y="1120"/>
                  </a:lnTo>
                  <a:lnTo>
                    <a:pt x="216" y="1088"/>
                  </a:lnTo>
                  <a:lnTo>
                    <a:pt x="256" y="1096"/>
                  </a:lnTo>
                  <a:lnTo>
                    <a:pt x="264" y="1096"/>
                  </a:lnTo>
                  <a:lnTo>
                    <a:pt x="336" y="1088"/>
                  </a:lnTo>
                  <a:lnTo>
                    <a:pt x="352" y="1104"/>
                  </a:lnTo>
                  <a:lnTo>
                    <a:pt x="312" y="1144"/>
                  </a:lnTo>
                  <a:lnTo>
                    <a:pt x="296" y="1192"/>
                  </a:lnTo>
                  <a:lnTo>
                    <a:pt x="328" y="1240"/>
                  </a:lnTo>
                  <a:lnTo>
                    <a:pt x="376" y="1232"/>
                  </a:lnTo>
                  <a:lnTo>
                    <a:pt x="400" y="1208"/>
                  </a:lnTo>
                  <a:lnTo>
                    <a:pt x="424" y="1200"/>
                  </a:lnTo>
                  <a:lnTo>
                    <a:pt x="432" y="1136"/>
                  </a:lnTo>
                  <a:lnTo>
                    <a:pt x="488" y="1088"/>
                  </a:lnTo>
                  <a:lnTo>
                    <a:pt x="496" y="1112"/>
                  </a:lnTo>
                  <a:lnTo>
                    <a:pt x="480" y="1176"/>
                  </a:lnTo>
                  <a:lnTo>
                    <a:pt x="520" y="1192"/>
                  </a:lnTo>
                  <a:lnTo>
                    <a:pt x="560" y="1224"/>
                  </a:lnTo>
                  <a:lnTo>
                    <a:pt x="576" y="1224"/>
                  </a:lnTo>
                  <a:lnTo>
                    <a:pt x="592" y="1224"/>
                  </a:lnTo>
                  <a:lnTo>
                    <a:pt x="600" y="1200"/>
                  </a:lnTo>
                  <a:lnTo>
                    <a:pt x="616" y="1200"/>
                  </a:lnTo>
                  <a:lnTo>
                    <a:pt x="608" y="1168"/>
                  </a:lnTo>
                  <a:lnTo>
                    <a:pt x="664" y="1112"/>
                  </a:lnTo>
                  <a:lnTo>
                    <a:pt x="664" y="1096"/>
                  </a:lnTo>
                  <a:lnTo>
                    <a:pt x="696" y="1096"/>
                  </a:lnTo>
                  <a:lnTo>
                    <a:pt x="704" y="1096"/>
                  </a:lnTo>
                  <a:lnTo>
                    <a:pt x="712" y="1080"/>
                  </a:lnTo>
                  <a:lnTo>
                    <a:pt x="720" y="1080"/>
                  </a:lnTo>
                  <a:lnTo>
                    <a:pt x="736" y="1096"/>
                  </a:lnTo>
                  <a:lnTo>
                    <a:pt x="736" y="1072"/>
                  </a:lnTo>
                  <a:lnTo>
                    <a:pt x="760" y="1080"/>
                  </a:lnTo>
                  <a:lnTo>
                    <a:pt x="800" y="1024"/>
                  </a:lnTo>
                  <a:lnTo>
                    <a:pt x="832" y="1016"/>
                  </a:lnTo>
                  <a:lnTo>
                    <a:pt x="848" y="1000"/>
                  </a:lnTo>
                  <a:lnTo>
                    <a:pt x="864" y="1008"/>
                  </a:lnTo>
                  <a:lnTo>
                    <a:pt x="896" y="1000"/>
                  </a:lnTo>
                  <a:lnTo>
                    <a:pt x="872" y="928"/>
                  </a:lnTo>
                  <a:lnTo>
                    <a:pt x="896" y="920"/>
                  </a:lnTo>
                  <a:lnTo>
                    <a:pt x="896" y="888"/>
                  </a:lnTo>
                  <a:lnTo>
                    <a:pt x="928" y="872"/>
                  </a:lnTo>
                  <a:lnTo>
                    <a:pt x="944" y="912"/>
                  </a:lnTo>
                  <a:lnTo>
                    <a:pt x="984" y="888"/>
                  </a:lnTo>
                  <a:lnTo>
                    <a:pt x="1000" y="896"/>
                  </a:lnTo>
                  <a:lnTo>
                    <a:pt x="1008" y="872"/>
                  </a:lnTo>
                  <a:lnTo>
                    <a:pt x="1040" y="880"/>
                  </a:lnTo>
                  <a:lnTo>
                    <a:pt x="1040" y="840"/>
                  </a:lnTo>
                  <a:lnTo>
                    <a:pt x="1088" y="824"/>
                  </a:lnTo>
                  <a:lnTo>
                    <a:pt x="1112" y="864"/>
                  </a:lnTo>
                  <a:lnTo>
                    <a:pt x="1112" y="904"/>
                  </a:lnTo>
                  <a:lnTo>
                    <a:pt x="1128" y="920"/>
                  </a:lnTo>
                  <a:lnTo>
                    <a:pt x="1160" y="912"/>
                  </a:lnTo>
                  <a:lnTo>
                    <a:pt x="1176" y="912"/>
                  </a:lnTo>
                  <a:lnTo>
                    <a:pt x="1176" y="888"/>
                  </a:lnTo>
                  <a:lnTo>
                    <a:pt x="1176" y="864"/>
                  </a:lnTo>
                  <a:lnTo>
                    <a:pt x="1160" y="832"/>
                  </a:lnTo>
                  <a:lnTo>
                    <a:pt x="1176" y="840"/>
                  </a:lnTo>
                  <a:lnTo>
                    <a:pt x="1200" y="872"/>
                  </a:lnTo>
                  <a:lnTo>
                    <a:pt x="1328" y="776"/>
                  </a:lnTo>
                  <a:lnTo>
                    <a:pt x="1352" y="784"/>
                  </a:lnTo>
                  <a:lnTo>
                    <a:pt x="1392" y="752"/>
                  </a:lnTo>
                  <a:lnTo>
                    <a:pt x="1392" y="728"/>
                  </a:lnTo>
                  <a:lnTo>
                    <a:pt x="1376" y="728"/>
                  </a:lnTo>
                  <a:lnTo>
                    <a:pt x="1376" y="688"/>
                  </a:lnTo>
                  <a:lnTo>
                    <a:pt x="1352" y="640"/>
                  </a:lnTo>
                  <a:lnTo>
                    <a:pt x="1312" y="672"/>
                  </a:lnTo>
                  <a:lnTo>
                    <a:pt x="1288" y="616"/>
                  </a:lnTo>
                  <a:lnTo>
                    <a:pt x="1296" y="592"/>
                  </a:lnTo>
                  <a:lnTo>
                    <a:pt x="1264" y="560"/>
                  </a:lnTo>
                  <a:lnTo>
                    <a:pt x="1272" y="536"/>
                  </a:lnTo>
                  <a:lnTo>
                    <a:pt x="1312" y="560"/>
                  </a:lnTo>
                  <a:lnTo>
                    <a:pt x="1336" y="560"/>
                  </a:lnTo>
                  <a:lnTo>
                    <a:pt x="1328" y="512"/>
                  </a:lnTo>
                  <a:lnTo>
                    <a:pt x="1328" y="488"/>
                  </a:lnTo>
                  <a:lnTo>
                    <a:pt x="1352" y="472"/>
                  </a:lnTo>
                  <a:lnTo>
                    <a:pt x="1352" y="456"/>
                  </a:lnTo>
                  <a:lnTo>
                    <a:pt x="1320" y="472"/>
                  </a:lnTo>
                  <a:lnTo>
                    <a:pt x="1296" y="432"/>
                  </a:lnTo>
                  <a:lnTo>
                    <a:pt x="1368" y="336"/>
                  </a:lnTo>
                  <a:lnTo>
                    <a:pt x="1384" y="360"/>
                  </a:lnTo>
                  <a:lnTo>
                    <a:pt x="1392" y="296"/>
                  </a:lnTo>
                  <a:lnTo>
                    <a:pt x="1408" y="272"/>
                  </a:lnTo>
                  <a:lnTo>
                    <a:pt x="1400" y="216"/>
                  </a:lnTo>
                  <a:lnTo>
                    <a:pt x="1424" y="128"/>
                  </a:lnTo>
                  <a:lnTo>
                    <a:pt x="1384" y="88"/>
                  </a:lnTo>
                  <a:lnTo>
                    <a:pt x="1360" y="120"/>
                  </a:lnTo>
                  <a:lnTo>
                    <a:pt x="1344" y="128"/>
                  </a:lnTo>
                  <a:lnTo>
                    <a:pt x="1296" y="144"/>
                  </a:lnTo>
                  <a:lnTo>
                    <a:pt x="1280" y="120"/>
                  </a:lnTo>
                  <a:lnTo>
                    <a:pt x="1264" y="72"/>
                  </a:lnTo>
                  <a:lnTo>
                    <a:pt x="1240" y="56"/>
                  </a:lnTo>
                  <a:lnTo>
                    <a:pt x="1224" y="72"/>
                  </a:lnTo>
                  <a:lnTo>
                    <a:pt x="1192" y="64"/>
                  </a:lnTo>
                  <a:lnTo>
                    <a:pt x="1208" y="32"/>
                  </a:lnTo>
                  <a:lnTo>
                    <a:pt x="1200" y="0"/>
                  </a:lnTo>
                  <a:lnTo>
                    <a:pt x="1168" y="0"/>
                  </a:lnTo>
                  <a:lnTo>
                    <a:pt x="1128" y="40"/>
                  </a:lnTo>
                  <a:lnTo>
                    <a:pt x="1128" y="56"/>
                  </a:lnTo>
                  <a:lnTo>
                    <a:pt x="1160" y="64"/>
                  </a:lnTo>
                  <a:lnTo>
                    <a:pt x="1168" y="88"/>
                  </a:lnTo>
                  <a:lnTo>
                    <a:pt x="1136" y="136"/>
                  </a:lnTo>
                  <a:lnTo>
                    <a:pt x="1128" y="168"/>
                  </a:lnTo>
                  <a:lnTo>
                    <a:pt x="1112" y="200"/>
                  </a:lnTo>
                  <a:lnTo>
                    <a:pt x="1112" y="232"/>
                  </a:lnTo>
                  <a:lnTo>
                    <a:pt x="1120" y="240"/>
                  </a:lnTo>
                  <a:lnTo>
                    <a:pt x="1056" y="288"/>
                  </a:lnTo>
                  <a:lnTo>
                    <a:pt x="1016" y="280"/>
                  </a:lnTo>
                  <a:lnTo>
                    <a:pt x="992" y="280"/>
                  </a:lnTo>
                  <a:lnTo>
                    <a:pt x="944" y="416"/>
                  </a:lnTo>
                  <a:lnTo>
                    <a:pt x="960" y="432"/>
                  </a:lnTo>
                  <a:lnTo>
                    <a:pt x="992" y="432"/>
                  </a:lnTo>
                  <a:lnTo>
                    <a:pt x="1032" y="432"/>
                  </a:lnTo>
                  <a:lnTo>
                    <a:pt x="1040" y="440"/>
                  </a:lnTo>
                  <a:lnTo>
                    <a:pt x="1056" y="416"/>
                  </a:lnTo>
                  <a:lnTo>
                    <a:pt x="1080" y="408"/>
                  </a:lnTo>
                  <a:lnTo>
                    <a:pt x="1104" y="416"/>
                  </a:lnTo>
                  <a:lnTo>
                    <a:pt x="1136" y="448"/>
                  </a:lnTo>
                  <a:lnTo>
                    <a:pt x="1160" y="480"/>
                  </a:lnTo>
                  <a:lnTo>
                    <a:pt x="1160" y="512"/>
                  </a:lnTo>
                  <a:lnTo>
                    <a:pt x="1136" y="504"/>
                  </a:lnTo>
                  <a:lnTo>
                    <a:pt x="1088" y="520"/>
                  </a:lnTo>
                  <a:lnTo>
                    <a:pt x="1048" y="520"/>
                  </a:lnTo>
                  <a:lnTo>
                    <a:pt x="1040" y="536"/>
                  </a:lnTo>
                  <a:lnTo>
                    <a:pt x="1016" y="536"/>
                  </a:lnTo>
                  <a:lnTo>
                    <a:pt x="992" y="560"/>
                  </a:lnTo>
                  <a:lnTo>
                    <a:pt x="992" y="592"/>
                  </a:lnTo>
                  <a:lnTo>
                    <a:pt x="968" y="608"/>
                  </a:lnTo>
                  <a:lnTo>
                    <a:pt x="912" y="616"/>
                  </a:lnTo>
                  <a:lnTo>
                    <a:pt x="864" y="664"/>
                  </a:lnTo>
                  <a:lnTo>
                    <a:pt x="800" y="664"/>
                  </a:lnTo>
                  <a:lnTo>
                    <a:pt x="784" y="648"/>
                  </a:lnTo>
                  <a:lnTo>
                    <a:pt x="760" y="648"/>
                  </a:lnTo>
                  <a:lnTo>
                    <a:pt x="752" y="680"/>
                  </a:lnTo>
                  <a:lnTo>
                    <a:pt x="728" y="704"/>
                  </a:lnTo>
                  <a:lnTo>
                    <a:pt x="768" y="752"/>
                  </a:lnTo>
                  <a:lnTo>
                    <a:pt x="720" y="784"/>
                  </a:lnTo>
                  <a:lnTo>
                    <a:pt x="696" y="824"/>
                  </a:lnTo>
                  <a:lnTo>
                    <a:pt x="640" y="848"/>
                  </a:lnTo>
                  <a:lnTo>
                    <a:pt x="560" y="856"/>
                  </a:lnTo>
                  <a:lnTo>
                    <a:pt x="496" y="864"/>
                  </a:lnTo>
                  <a:lnTo>
                    <a:pt x="456" y="880"/>
                  </a:lnTo>
                  <a:lnTo>
                    <a:pt x="408" y="912"/>
                  </a:lnTo>
                  <a:lnTo>
                    <a:pt x="384" y="912"/>
                  </a:lnTo>
                  <a:lnTo>
                    <a:pt x="352" y="888"/>
                  </a:lnTo>
                  <a:lnTo>
                    <a:pt x="312" y="888"/>
                  </a:lnTo>
                  <a:lnTo>
                    <a:pt x="280" y="864"/>
                  </a:lnTo>
                  <a:lnTo>
                    <a:pt x="248" y="864"/>
                  </a:lnTo>
                  <a:lnTo>
                    <a:pt x="224" y="824"/>
                  </a:lnTo>
                  <a:lnTo>
                    <a:pt x="160" y="816"/>
                  </a:lnTo>
                  <a:lnTo>
                    <a:pt x="96" y="816"/>
                  </a:lnTo>
                  <a:lnTo>
                    <a:pt x="64" y="792"/>
                  </a:lnTo>
                  <a:lnTo>
                    <a:pt x="0" y="784"/>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46" name="Freeform 33">
              <a:extLst>
                <a:ext uri="{FF2B5EF4-FFF2-40B4-BE49-F238E27FC236}">
                  <a16:creationId xmlns:a16="http://schemas.microsoft.com/office/drawing/2014/main" id="{1F41C188-F053-403C-8447-57D6F7241574}"/>
                </a:ext>
              </a:extLst>
            </p:cNvPr>
            <p:cNvSpPr>
              <a:spLocks noChangeArrowheads="1"/>
            </p:cNvSpPr>
            <p:nvPr/>
          </p:nvSpPr>
          <p:spPr bwMode="auto">
            <a:xfrm>
              <a:off x="0" y="417432"/>
              <a:ext cx="2142419" cy="1762148"/>
            </a:xfrm>
            <a:custGeom>
              <a:avLst/>
              <a:gdLst>
                <a:gd name="T0" fmla="*/ 3140 w 1273"/>
                <a:gd name="T1" fmla="*/ 960 h 1033"/>
                <a:gd name="T2" fmla="*/ 3099 w 1273"/>
                <a:gd name="T3" fmla="*/ 1052 h 1033"/>
                <a:gd name="T4" fmla="*/ 2939 w 1273"/>
                <a:gd name="T5" fmla="*/ 1052 h 1033"/>
                <a:gd name="T6" fmla="*/ 2879 w 1273"/>
                <a:gd name="T7" fmla="*/ 1105 h 1033"/>
                <a:gd name="T8" fmla="*/ 2699 w 1273"/>
                <a:gd name="T9" fmla="*/ 1199 h 1033"/>
                <a:gd name="T10" fmla="*/ 2620 w 1273"/>
                <a:gd name="T11" fmla="*/ 1213 h 1033"/>
                <a:gd name="T12" fmla="*/ 2339 w 1273"/>
                <a:gd name="T13" fmla="*/ 1373 h 1033"/>
                <a:gd name="T14" fmla="*/ 2200 w 1273"/>
                <a:gd name="T15" fmla="*/ 1467 h 1033"/>
                <a:gd name="T16" fmla="*/ 2300 w 1273"/>
                <a:gd name="T17" fmla="*/ 1571 h 1033"/>
                <a:gd name="T18" fmla="*/ 2222 w 1273"/>
                <a:gd name="T19" fmla="*/ 1653 h 1033"/>
                <a:gd name="T20" fmla="*/ 2239 w 1273"/>
                <a:gd name="T21" fmla="*/ 1720 h 1033"/>
                <a:gd name="T22" fmla="*/ 2101 w 1273"/>
                <a:gd name="T23" fmla="*/ 1692 h 1033"/>
                <a:gd name="T24" fmla="*/ 2018 w 1273"/>
                <a:gd name="T25" fmla="*/ 1666 h 1033"/>
                <a:gd name="T26" fmla="*/ 1841 w 1273"/>
                <a:gd name="T27" fmla="*/ 1598 h 1033"/>
                <a:gd name="T28" fmla="*/ 1500 w 1273"/>
                <a:gd name="T29" fmla="*/ 1640 h 1033"/>
                <a:gd name="T30" fmla="*/ 1282 w 1273"/>
                <a:gd name="T31" fmla="*/ 1653 h 1033"/>
                <a:gd name="T32" fmla="*/ 1079 w 1273"/>
                <a:gd name="T33" fmla="*/ 1585 h 1033"/>
                <a:gd name="T34" fmla="*/ 920 w 1273"/>
                <a:gd name="T35" fmla="*/ 1598 h 1033"/>
                <a:gd name="T36" fmla="*/ 681 w 1273"/>
                <a:gd name="T37" fmla="*/ 1545 h 1033"/>
                <a:gd name="T38" fmla="*/ 539 w 1273"/>
                <a:gd name="T39" fmla="*/ 1640 h 1033"/>
                <a:gd name="T40" fmla="*/ 381 w 1273"/>
                <a:gd name="T41" fmla="*/ 1571 h 1033"/>
                <a:gd name="T42" fmla="*/ 259 w 1273"/>
                <a:gd name="T43" fmla="*/ 1440 h 1033"/>
                <a:gd name="T44" fmla="*/ 138 w 1273"/>
                <a:gd name="T45" fmla="*/ 1332 h 1033"/>
                <a:gd name="T46" fmla="*/ 160 w 1273"/>
                <a:gd name="T47" fmla="*/ 1291 h 1033"/>
                <a:gd name="T48" fmla="*/ 101 w 1273"/>
                <a:gd name="T49" fmla="*/ 1187 h 1033"/>
                <a:gd name="T50" fmla="*/ 0 w 1273"/>
                <a:gd name="T51" fmla="*/ 1146 h 1033"/>
                <a:gd name="T52" fmla="*/ 79 w 1273"/>
                <a:gd name="T53" fmla="*/ 1146 h 1033"/>
                <a:gd name="T54" fmla="*/ 79 w 1273"/>
                <a:gd name="T55" fmla="*/ 1026 h 1033"/>
                <a:gd name="T56" fmla="*/ 60 w 1273"/>
                <a:gd name="T57" fmla="*/ 947 h 1033"/>
                <a:gd name="T58" fmla="*/ 0 w 1273"/>
                <a:gd name="T59" fmla="*/ 867 h 1033"/>
                <a:gd name="T60" fmla="*/ 221 w 1273"/>
                <a:gd name="T61" fmla="*/ 773 h 1033"/>
                <a:gd name="T62" fmla="*/ 339 w 1273"/>
                <a:gd name="T63" fmla="*/ 760 h 1033"/>
                <a:gd name="T64" fmla="*/ 381 w 1273"/>
                <a:gd name="T65" fmla="*/ 800 h 1033"/>
                <a:gd name="T66" fmla="*/ 500 w 1273"/>
                <a:gd name="T67" fmla="*/ 800 h 1033"/>
                <a:gd name="T68" fmla="*/ 759 w 1273"/>
                <a:gd name="T69" fmla="*/ 760 h 1033"/>
                <a:gd name="T70" fmla="*/ 1041 w 1273"/>
                <a:gd name="T71" fmla="*/ 708 h 1033"/>
                <a:gd name="T72" fmla="*/ 1059 w 1273"/>
                <a:gd name="T73" fmla="*/ 627 h 1033"/>
                <a:gd name="T74" fmla="*/ 1179 w 1273"/>
                <a:gd name="T75" fmla="*/ 388 h 1033"/>
                <a:gd name="T76" fmla="*/ 1140 w 1273"/>
                <a:gd name="T77" fmla="*/ 332 h 1033"/>
                <a:gd name="T78" fmla="*/ 1480 w 1273"/>
                <a:gd name="T79" fmla="*/ 374 h 1033"/>
                <a:gd name="T80" fmla="*/ 1660 w 1273"/>
                <a:gd name="T81" fmla="*/ 159 h 1033"/>
                <a:gd name="T82" fmla="*/ 1959 w 1273"/>
                <a:gd name="T83" fmla="*/ 214 h 1033"/>
                <a:gd name="T84" fmla="*/ 1959 w 1273"/>
                <a:gd name="T85" fmla="*/ 135 h 1033"/>
                <a:gd name="T86" fmla="*/ 2101 w 1273"/>
                <a:gd name="T87" fmla="*/ 66 h 1033"/>
                <a:gd name="T88" fmla="*/ 2200 w 1273"/>
                <a:gd name="T89" fmla="*/ 0 h 1033"/>
                <a:gd name="T90" fmla="*/ 2319 w 1273"/>
                <a:gd name="T91" fmla="*/ 27 h 1033"/>
                <a:gd name="T92" fmla="*/ 2319 w 1273"/>
                <a:gd name="T93" fmla="*/ 80 h 1033"/>
                <a:gd name="T94" fmla="*/ 2401 w 1273"/>
                <a:gd name="T95" fmla="*/ 186 h 1033"/>
                <a:gd name="T96" fmla="*/ 2560 w 1273"/>
                <a:gd name="T97" fmla="*/ 239 h 1033"/>
                <a:gd name="T98" fmla="*/ 2599 w 1273"/>
                <a:gd name="T99" fmla="*/ 414 h 1033"/>
                <a:gd name="T100" fmla="*/ 2539 w 1273"/>
                <a:gd name="T101" fmla="*/ 559 h 1033"/>
                <a:gd name="T102" fmla="*/ 2782 w 1273"/>
                <a:gd name="T103" fmla="*/ 615 h 1033"/>
                <a:gd name="T104" fmla="*/ 3021 w 1273"/>
                <a:gd name="T105" fmla="*/ 732 h 1033"/>
                <a:gd name="T106" fmla="*/ 3082 w 1273"/>
                <a:gd name="T107" fmla="*/ 800 h 1033"/>
                <a:gd name="T108" fmla="*/ 3179 w 1273"/>
                <a:gd name="T109" fmla="*/ 947 h 103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273"/>
                <a:gd name="T166" fmla="*/ 0 h 1033"/>
                <a:gd name="T167" fmla="*/ 1273 w 1273"/>
                <a:gd name="T168" fmla="*/ 1033 h 103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273" h="1033">
                  <a:moveTo>
                    <a:pt x="1272" y="568"/>
                  </a:moveTo>
                  <a:lnTo>
                    <a:pt x="1256" y="576"/>
                  </a:lnTo>
                  <a:lnTo>
                    <a:pt x="1256" y="600"/>
                  </a:lnTo>
                  <a:lnTo>
                    <a:pt x="1240" y="632"/>
                  </a:lnTo>
                  <a:lnTo>
                    <a:pt x="1208" y="632"/>
                  </a:lnTo>
                  <a:lnTo>
                    <a:pt x="1176" y="632"/>
                  </a:lnTo>
                  <a:lnTo>
                    <a:pt x="1176" y="648"/>
                  </a:lnTo>
                  <a:lnTo>
                    <a:pt x="1152" y="664"/>
                  </a:lnTo>
                  <a:lnTo>
                    <a:pt x="1112" y="680"/>
                  </a:lnTo>
                  <a:lnTo>
                    <a:pt x="1080" y="720"/>
                  </a:lnTo>
                  <a:lnTo>
                    <a:pt x="1064" y="712"/>
                  </a:lnTo>
                  <a:lnTo>
                    <a:pt x="1048" y="728"/>
                  </a:lnTo>
                  <a:lnTo>
                    <a:pt x="1040" y="816"/>
                  </a:lnTo>
                  <a:lnTo>
                    <a:pt x="936" y="824"/>
                  </a:lnTo>
                  <a:lnTo>
                    <a:pt x="888" y="840"/>
                  </a:lnTo>
                  <a:lnTo>
                    <a:pt x="880" y="880"/>
                  </a:lnTo>
                  <a:lnTo>
                    <a:pt x="920" y="928"/>
                  </a:lnTo>
                  <a:lnTo>
                    <a:pt x="920" y="944"/>
                  </a:lnTo>
                  <a:lnTo>
                    <a:pt x="888" y="968"/>
                  </a:lnTo>
                  <a:lnTo>
                    <a:pt x="888" y="992"/>
                  </a:lnTo>
                  <a:lnTo>
                    <a:pt x="896" y="1000"/>
                  </a:lnTo>
                  <a:lnTo>
                    <a:pt x="896" y="1032"/>
                  </a:lnTo>
                  <a:lnTo>
                    <a:pt x="840" y="1008"/>
                  </a:lnTo>
                  <a:lnTo>
                    <a:pt x="840" y="1016"/>
                  </a:lnTo>
                  <a:lnTo>
                    <a:pt x="816" y="1016"/>
                  </a:lnTo>
                  <a:lnTo>
                    <a:pt x="808" y="1000"/>
                  </a:lnTo>
                  <a:lnTo>
                    <a:pt x="760" y="976"/>
                  </a:lnTo>
                  <a:lnTo>
                    <a:pt x="736" y="960"/>
                  </a:lnTo>
                  <a:lnTo>
                    <a:pt x="624" y="968"/>
                  </a:lnTo>
                  <a:lnTo>
                    <a:pt x="600" y="984"/>
                  </a:lnTo>
                  <a:lnTo>
                    <a:pt x="528" y="984"/>
                  </a:lnTo>
                  <a:lnTo>
                    <a:pt x="512" y="992"/>
                  </a:lnTo>
                  <a:lnTo>
                    <a:pt x="440" y="984"/>
                  </a:lnTo>
                  <a:lnTo>
                    <a:pt x="432" y="952"/>
                  </a:lnTo>
                  <a:lnTo>
                    <a:pt x="384" y="944"/>
                  </a:lnTo>
                  <a:lnTo>
                    <a:pt x="368" y="960"/>
                  </a:lnTo>
                  <a:lnTo>
                    <a:pt x="296" y="928"/>
                  </a:lnTo>
                  <a:lnTo>
                    <a:pt x="272" y="928"/>
                  </a:lnTo>
                  <a:lnTo>
                    <a:pt x="248" y="968"/>
                  </a:lnTo>
                  <a:lnTo>
                    <a:pt x="216" y="984"/>
                  </a:lnTo>
                  <a:lnTo>
                    <a:pt x="176" y="976"/>
                  </a:lnTo>
                  <a:lnTo>
                    <a:pt x="152" y="944"/>
                  </a:lnTo>
                  <a:lnTo>
                    <a:pt x="152" y="872"/>
                  </a:lnTo>
                  <a:lnTo>
                    <a:pt x="104" y="864"/>
                  </a:lnTo>
                  <a:lnTo>
                    <a:pt x="72" y="816"/>
                  </a:lnTo>
                  <a:lnTo>
                    <a:pt x="56" y="800"/>
                  </a:lnTo>
                  <a:lnTo>
                    <a:pt x="48" y="784"/>
                  </a:lnTo>
                  <a:lnTo>
                    <a:pt x="64" y="776"/>
                  </a:lnTo>
                  <a:lnTo>
                    <a:pt x="64" y="752"/>
                  </a:lnTo>
                  <a:lnTo>
                    <a:pt x="40" y="712"/>
                  </a:lnTo>
                  <a:lnTo>
                    <a:pt x="16" y="704"/>
                  </a:lnTo>
                  <a:lnTo>
                    <a:pt x="0" y="688"/>
                  </a:lnTo>
                  <a:lnTo>
                    <a:pt x="16" y="680"/>
                  </a:lnTo>
                  <a:lnTo>
                    <a:pt x="32" y="688"/>
                  </a:lnTo>
                  <a:lnTo>
                    <a:pt x="40" y="672"/>
                  </a:lnTo>
                  <a:lnTo>
                    <a:pt x="32" y="616"/>
                  </a:lnTo>
                  <a:lnTo>
                    <a:pt x="48" y="592"/>
                  </a:lnTo>
                  <a:lnTo>
                    <a:pt x="24" y="568"/>
                  </a:lnTo>
                  <a:lnTo>
                    <a:pt x="0" y="568"/>
                  </a:lnTo>
                  <a:lnTo>
                    <a:pt x="0" y="520"/>
                  </a:lnTo>
                  <a:lnTo>
                    <a:pt x="48" y="464"/>
                  </a:lnTo>
                  <a:lnTo>
                    <a:pt x="88" y="464"/>
                  </a:lnTo>
                  <a:lnTo>
                    <a:pt x="112" y="448"/>
                  </a:lnTo>
                  <a:lnTo>
                    <a:pt x="136" y="456"/>
                  </a:lnTo>
                  <a:lnTo>
                    <a:pt x="144" y="448"/>
                  </a:lnTo>
                  <a:lnTo>
                    <a:pt x="152" y="480"/>
                  </a:lnTo>
                  <a:lnTo>
                    <a:pt x="168" y="472"/>
                  </a:lnTo>
                  <a:lnTo>
                    <a:pt x="200" y="480"/>
                  </a:lnTo>
                  <a:lnTo>
                    <a:pt x="208" y="456"/>
                  </a:lnTo>
                  <a:lnTo>
                    <a:pt x="304" y="456"/>
                  </a:lnTo>
                  <a:lnTo>
                    <a:pt x="320" y="432"/>
                  </a:lnTo>
                  <a:lnTo>
                    <a:pt x="416" y="424"/>
                  </a:lnTo>
                  <a:lnTo>
                    <a:pt x="424" y="408"/>
                  </a:lnTo>
                  <a:lnTo>
                    <a:pt x="424" y="376"/>
                  </a:lnTo>
                  <a:lnTo>
                    <a:pt x="464" y="352"/>
                  </a:lnTo>
                  <a:lnTo>
                    <a:pt x="472" y="232"/>
                  </a:lnTo>
                  <a:lnTo>
                    <a:pt x="456" y="224"/>
                  </a:lnTo>
                  <a:lnTo>
                    <a:pt x="456" y="200"/>
                  </a:lnTo>
                  <a:lnTo>
                    <a:pt x="576" y="208"/>
                  </a:lnTo>
                  <a:lnTo>
                    <a:pt x="592" y="224"/>
                  </a:lnTo>
                  <a:lnTo>
                    <a:pt x="608" y="176"/>
                  </a:lnTo>
                  <a:lnTo>
                    <a:pt x="664" y="96"/>
                  </a:lnTo>
                  <a:lnTo>
                    <a:pt x="744" y="136"/>
                  </a:lnTo>
                  <a:lnTo>
                    <a:pt x="784" y="128"/>
                  </a:lnTo>
                  <a:lnTo>
                    <a:pt x="792" y="104"/>
                  </a:lnTo>
                  <a:lnTo>
                    <a:pt x="784" y="80"/>
                  </a:lnTo>
                  <a:lnTo>
                    <a:pt x="816" y="48"/>
                  </a:lnTo>
                  <a:lnTo>
                    <a:pt x="840" y="40"/>
                  </a:lnTo>
                  <a:lnTo>
                    <a:pt x="872" y="24"/>
                  </a:lnTo>
                  <a:lnTo>
                    <a:pt x="880" y="0"/>
                  </a:lnTo>
                  <a:lnTo>
                    <a:pt x="928" y="8"/>
                  </a:lnTo>
                  <a:lnTo>
                    <a:pt x="928" y="16"/>
                  </a:lnTo>
                  <a:lnTo>
                    <a:pt x="912" y="32"/>
                  </a:lnTo>
                  <a:lnTo>
                    <a:pt x="928" y="48"/>
                  </a:lnTo>
                  <a:lnTo>
                    <a:pt x="936" y="72"/>
                  </a:lnTo>
                  <a:lnTo>
                    <a:pt x="960" y="112"/>
                  </a:lnTo>
                  <a:lnTo>
                    <a:pt x="984" y="120"/>
                  </a:lnTo>
                  <a:lnTo>
                    <a:pt x="1024" y="144"/>
                  </a:lnTo>
                  <a:lnTo>
                    <a:pt x="1024" y="200"/>
                  </a:lnTo>
                  <a:lnTo>
                    <a:pt x="1040" y="248"/>
                  </a:lnTo>
                  <a:lnTo>
                    <a:pt x="1008" y="304"/>
                  </a:lnTo>
                  <a:lnTo>
                    <a:pt x="1016" y="336"/>
                  </a:lnTo>
                  <a:lnTo>
                    <a:pt x="1048" y="360"/>
                  </a:lnTo>
                  <a:lnTo>
                    <a:pt x="1112" y="368"/>
                  </a:lnTo>
                  <a:lnTo>
                    <a:pt x="1160" y="392"/>
                  </a:lnTo>
                  <a:lnTo>
                    <a:pt x="1208" y="440"/>
                  </a:lnTo>
                  <a:lnTo>
                    <a:pt x="1232" y="440"/>
                  </a:lnTo>
                  <a:lnTo>
                    <a:pt x="1232" y="480"/>
                  </a:lnTo>
                  <a:lnTo>
                    <a:pt x="1248" y="520"/>
                  </a:lnTo>
                  <a:lnTo>
                    <a:pt x="1272" y="568"/>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sp>
          <p:nvSpPr>
            <p:cNvPr id="247" name="Freeform 34">
              <a:extLst>
                <a:ext uri="{FF2B5EF4-FFF2-40B4-BE49-F238E27FC236}">
                  <a16:creationId xmlns:a16="http://schemas.microsoft.com/office/drawing/2014/main" id="{0F16729D-973F-4996-8960-09BFB83FABFB}"/>
                </a:ext>
              </a:extLst>
            </p:cNvPr>
            <p:cNvSpPr>
              <a:spLocks noChangeArrowheads="1"/>
            </p:cNvSpPr>
            <p:nvPr/>
          </p:nvSpPr>
          <p:spPr bwMode="auto">
            <a:xfrm>
              <a:off x="4458586" y="3652144"/>
              <a:ext cx="214382" cy="440537"/>
            </a:xfrm>
            <a:custGeom>
              <a:avLst/>
              <a:gdLst>
                <a:gd name="T0" fmla="*/ 55 w 129"/>
                <a:gd name="T1" fmla="*/ 395 h 257"/>
                <a:gd name="T2" fmla="*/ 75 w 129"/>
                <a:gd name="T3" fmla="*/ 424 h 257"/>
                <a:gd name="T4" fmla="*/ 130 w 129"/>
                <a:gd name="T5" fmla="*/ 437 h 257"/>
                <a:gd name="T6" fmla="*/ 151 w 129"/>
                <a:gd name="T7" fmla="*/ 382 h 257"/>
                <a:gd name="T8" fmla="*/ 243 w 129"/>
                <a:gd name="T9" fmla="*/ 315 h 257"/>
                <a:gd name="T10" fmla="*/ 243 w 129"/>
                <a:gd name="T11" fmla="*/ 218 h 257"/>
                <a:gd name="T12" fmla="*/ 280 w 129"/>
                <a:gd name="T13" fmla="*/ 164 h 257"/>
                <a:gd name="T14" fmla="*/ 300 w 129"/>
                <a:gd name="T15" fmla="*/ 122 h 257"/>
                <a:gd name="T16" fmla="*/ 263 w 129"/>
                <a:gd name="T17" fmla="*/ 96 h 257"/>
                <a:gd name="T18" fmla="*/ 243 w 129"/>
                <a:gd name="T19" fmla="*/ 0 h 257"/>
                <a:gd name="T20" fmla="*/ 151 w 129"/>
                <a:gd name="T21" fmla="*/ 41 h 257"/>
                <a:gd name="T22" fmla="*/ 114 w 129"/>
                <a:gd name="T23" fmla="*/ 41 h 257"/>
                <a:gd name="T24" fmla="*/ 130 w 129"/>
                <a:gd name="T25" fmla="*/ 69 h 257"/>
                <a:gd name="T26" fmla="*/ 55 w 129"/>
                <a:gd name="T27" fmla="*/ 122 h 257"/>
                <a:gd name="T28" fmla="*/ 55 w 129"/>
                <a:gd name="T29" fmla="*/ 191 h 257"/>
                <a:gd name="T30" fmla="*/ 0 w 129"/>
                <a:gd name="T31" fmla="*/ 231 h 257"/>
                <a:gd name="T32" fmla="*/ 18 w 129"/>
                <a:gd name="T33" fmla="*/ 286 h 257"/>
                <a:gd name="T34" fmla="*/ 38 w 129"/>
                <a:gd name="T35" fmla="*/ 382 h 257"/>
                <a:gd name="T36" fmla="*/ 55 w 129"/>
                <a:gd name="T37" fmla="*/ 395 h 2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9"/>
                <a:gd name="T58" fmla="*/ 0 h 257"/>
                <a:gd name="T59" fmla="*/ 129 w 129"/>
                <a:gd name="T60" fmla="*/ 257 h 2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9" h="257">
                  <a:moveTo>
                    <a:pt x="24" y="232"/>
                  </a:moveTo>
                  <a:lnTo>
                    <a:pt x="32" y="248"/>
                  </a:lnTo>
                  <a:lnTo>
                    <a:pt x="56" y="256"/>
                  </a:lnTo>
                  <a:lnTo>
                    <a:pt x="64" y="224"/>
                  </a:lnTo>
                  <a:lnTo>
                    <a:pt x="104" y="184"/>
                  </a:lnTo>
                  <a:lnTo>
                    <a:pt x="104" y="128"/>
                  </a:lnTo>
                  <a:lnTo>
                    <a:pt x="120" y="96"/>
                  </a:lnTo>
                  <a:lnTo>
                    <a:pt x="128" y="72"/>
                  </a:lnTo>
                  <a:lnTo>
                    <a:pt x="112" y="56"/>
                  </a:lnTo>
                  <a:lnTo>
                    <a:pt x="104" y="0"/>
                  </a:lnTo>
                  <a:lnTo>
                    <a:pt x="64" y="24"/>
                  </a:lnTo>
                  <a:lnTo>
                    <a:pt x="48" y="24"/>
                  </a:lnTo>
                  <a:lnTo>
                    <a:pt x="56" y="40"/>
                  </a:lnTo>
                  <a:lnTo>
                    <a:pt x="24" y="72"/>
                  </a:lnTo>
                  <a:lnTo>
                    <a:pt x="24" y="112"/>
                  </a:lnTo>
                  <a:lnTo>
                    <a:pt x="0" y="136"/>
                  </a:lnTo>
                  <a:lnTo>
                    <a:pt x="8" y="168"/>
                  </a:lnTo>
                  <a:lnTo>
                    <a:pt x="16" y="224"/>
                  </a:lnTo>
                  <a:lnTo>
                    <a:pt x="24" y="232"/>
                  </a:lnTo>
                </a:path>
              </a:pathLst>
            </a:custGeom>
            <a:grpFill/>
            <a:ln w="9525" cmpd="sng">
              <a:solidFill>
                <a:srgbClr val="992677"/>
              </a:solidFill>
              <a:bevel/>
              <a:headEnd/>
              <a:tailEnd/>
            </a:ln>
          </p:spPr>
          <p:txBody>
            <a:bodyPr/>
            <a:lstStyle/>
            <a:p>
              <a:pPr>
                <a:defRPr/>
              </a:pPr>
              <a:endParaRPr lang="zh-CN" altLang="zh-CN" sz="2000" b="1">
                <a:solidFill>
                  <a:srgbClr val="992677"/>
                </a:solidFill>
                <a:cs typeface="+mn-ea"/>
                <a:sym typeface="+mn-lt"/>
              </a:endParaRPr>
            </a:p>
          </p:txBody>
        </p:sp>
      </p:grpSp>
      <p:grpSp>
        <p:nvGrpSpPr>
          <p:cNvPr id="461" name="组合 460">
            <a:extLst>
              <a:ext uri="{FF2B5EF4-FFF2-40B4-BE49-F238E27FC236}">
                <a16:creationId xmlns:a16="http://schemas.microsoft.com/office/drawing/2014/main" id="{EA677210-CA96-47A0-A04D-699F6384D587}"/>
              </a:ext>
            </a:extLst>
          </p:cNvPr>
          <p:cNvGrpSpPr/>
          <p:nvPr/>
        </p:nvGrpSpPr>
        <p:grpSpPr>
          <a:xfrm>
            <a:off x="7556494" y="1908909"/>
            <a:ext cx="3174774" cy="707878"/>
            <a:chOff x="7672046" y="1635352"/>
            <a:chExt cx="3174774" cy="707878"/>
          </a:xfrm>
        </p:grpSpPr>
        <p:sp>
          <p:nvSpPr>
            <p:cNvPr id="271" name="place-optimization_48561">
              <a:extLst>
                <a:ext uri="{FF2B5EF4-FFF2-40B4-BE49-F238E27FC236}">
                  <a16:creationId xmlns:a16="http://schemas.microsoft.com/office/drawing/2014/main" id="{225FE151-C26C-4077-AFFF-4A0BB64F835B}"/>
                </a:ext>
              </a:extLst>
            </p:cNvPr>
            <p:cNvSpPr>
              <a:spLocks noChangeAspect="1"/>
            </p:cNvSpPr>
            <p:nvPr/>
          </p:nvSpPr>
          <p:spPr bwMode="auto">
            <a:xfrm>
              <a:off x="7672046" y="1758576"/>
              <a:ext cx="414767" cy="461430"/>
            </a:xfrm>
            <a:custGeom>
              <a:avLst/>
              <a:gdLst>
                <a:gd name="connsiteX0" fmla="*/ 229425 w 525763"/>
                <a:gd name="connsiteY0" fmla="*/ 468872 h 584913"/>
                <a:gd name="connsiteX1" fmla="*/ 248795 w 525763"/>
                <a:gd name="connsiteY1" fmla="*/ 493487 h 584913"/>
                <a:gd name="connsiteX2" fmla="*/ 252316 w 525763"/>
                <a:gd name="connsiteY2" fmla="*/ 497003 h 584913"/>
                <a:gd name="connsiteX3" fmla="*/ 156057 w 525763"/>
                <a:gd name="connsiteY3" fmla="*/ 505794 h 584913"/>
                <a:gd name="connsiteX4" fmla="*/ 262882 w 525763"/>
                <a:gd name="connsiteY4" fmla="*/ 514585 h 584913"/>
                <a:gd name="connsiteX5" fmla="*/ 369706 w 525763"/>
                <a:gd name="connsiteY5" fmla="*/ 505794 h 584913"/>
                <a:gd name="connsiteX6" fmla="*/ 273447 w 525763"/>
                <a:gd name="connsiteY6" fmla="*/ 497003 h 584913"/>
                <a:gd name="connsiteX7" fmla="*/ 276968 w 525763"/>
                <a:gd name="connsiteY7" fmla="*/ 493487 h 584913"/>
                <a:gd name="connsiteX8" fmla="*/ 296338 w 525763"/>
                <a:gd name="connsiteY8" fmla="*/ 468872 h 584913"/>
                <a:gd name="connsiteX9" fmla="*/ 422532 w 525763"/>
                <a:gd name="connsiteY9" fmla="*/ 505794 h 584913"/>
                <a:gd name="connsiteX10" fmla="*/ 262882 w 525763"/>
                <a:gd name="connsiteY10" fmla="*/ 542716 h 584913"/>
                <a:gd name="connsiteX11" fmla="*/ 103231 w 525763"/>
                <a:gd name="connsiteY11" fmla="*/ 505794 h 584913"/>
                <a:gd name="connsiteX12" fmla="*/ 229425 w 525763"/>
                <a:gd name="connsiteY12" fmla="*/ 468872 h 584913"/>
                <a:gd name="connsiteX13" fmla="*/ 195988 w 525763"/>
                <a:gd name="connsiteY13" fmla="*/ 430726 h 584913"/>
                <a:gd name="connsiteX14" fmla="*/ 217112 w 525763"/>
                <a:gd name="connsiteY14" fmla="*/ 458867 h 584913"/>
                <a:gd name="connsiteX15" fmla="*/ 35207 w 525763"/>
                <a:gd name="connsiteY15" fmla="*/ 507526 h 584913"/>
                <a:gd name="connsiteX16" fmla="*/ 261121 w 525763"/>
                <a:gd name="connsiteY16" fmla="*/ 558531 h 584913"/>
                <a:gd name="connsiteX17" fmla="*/ 487035 w 525763"/>
                <a:gd name="connsiteY17" fmla="*/ 507526 h 584913"/>
                <a:gd name="connsiteX18" fmla="*/ 304544 w 525763"/>
                <a:gd name="connsiteY18" fmla="*/ 458867 h 584913"/>
                <a:gd name="connsiteX19" fmla="*/ 325668 w 525763"/>
                <a:gd name="connsiteY19" fmla="*/ 430726 h 584913"/>
                <a:gd name="connsiteX20" fmla="*/ 525763 w 525763"/>
                <a:gd name="connsiteY20" fmla="*/ 505768 h 584913"/>
                <a:gd name="connsiteX21" fmla="*/ 262882 w 525763"/>
                <a:gd name="connsiteY21" fmla="*/ 584913 h 584913"/>
                <a:gd name="connsiteX22" fmla="*/ 0 w 525763"/>
                <a:gd name="connsiteY22" fmla="*/ 505768 h 584913"/>
                <a:gd name="connsiteX23" fmla="*/ 195988 w 525763"/>
                <a:gd name="connsiteY23" fmla="*/ 430726 h 584913"/>
                <a:gd name="connsiteX24" fmla="*/ 262892 w 525763"/>
                <a:gd name="connsiteY24" fmla="*/ 67982 h 584913"/>
                <a:gd name="connsiteX25" fmla="*/ 225923 w 525763"/>
                <a:gd name="connsiteY25" fmla="*/ 141824 h 584913"/>
                <a:gd name="connsiteX26" fmla="*/ 145531 w 525763"/>
                <a:gd name="connsiteY26" fmla="*/ 154131 h 584913"/>
                <a:gd name="connsiteX27" fmla="*/ 204798 w 525763"/>
                <a:gd name="connsiteY27" fmla="*/ 211564 h 584913"/>
                <a:gd name="connsiteX28" fmla="*/ 190715 w 525763"/>
                <a:gd name="connsiteY28" fmla="*/ 292439 h 584913"/>
                <a:gd name="connsiteX29" fmla="*/ 262892 w 525763"/>
                <a:gd name="connsiteY29" fmla="*/ 253760 h 584913"/>
                <a:gd name="connsiteX30" fmla="*/ 334483 w 525763"/>
                <a:gd name="connsiteY30" fmla="*/ 292439 h 584913"/>
                <a:gd name="connsiteX31" fmla="*/ 320400 w 525763"/>
                <a:gd name="connsiteY31" fmla="*/ 211564 h 584913"/>
                <a:gd name="connsiteX32" fmla="*/ 380254 w 525763"/>
                <a:gd name="connsiteY32" fmla="*/ 154131 h 584913"/>
                <a:gd name="connsiteX33" fmla="*/ 299275 w 525763"/>
                <a:gd name="connsiteY33" fmla="*/ 141824 h 584913"/>
                <a:gd name="connsiteX34" fmla="*/ 262892 w 525763"/>
                <a:gd name="connsiteY34" fmla="*/ 0 h 584913"/>
                <a:gd name="connsiteX35" fmla="*/ 436001 w 525763"/>
                <a:gd name="connsiteY35" fmla="*/ 173471 h 584913"/>
                <a:gd name="connsiteX36" fmla="*/ 262892 w 525763"/>
                <a:gd name="connsiteY36" fmla="*/ 482906 h 584913"/>
                <a:gd name="connsiteX37" fmla="*/ 89197 w 525763"/>
                <a:gd name="connsiteY37" fmla="*/ 173471 h 584913"/>
                <a:gd name="connsiteX38" fmla="*/ 262892 w 525763"/>
                <a:gd name="connsiteY38" fmla="*/ 0 h 58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25763" h="584913">
                  <a:moveTo>
                    <a:pt x="229425" y="468872"/>
                  </a:moveTo>
                  <a:cubicBezTo>
                    <a:pt x="239990" y="482938"/>
                    <a:pt x="247034" y="491728"/>
                    <a:pt x="248795" y="493487"/>
                  </a:cubicBezTo>
                  <a:lnTo>
                    <a:pt x="252316" y="497003"/>
                  </a:lnTo>
                  <a:cubicBezTo>
                    <a:pt x="206534" y="497003"/>
                    <a:pt x="174839" y="502278"/>
                    <a:pt x="156057" y="505794"/>
                  </a:cubicBezTo>
                  <a:cubicBezTo>
                    <a:pt x="174839" y="511069"/>
                    <a:pt x="211817" y="514585"/>
                    <a:pt x="262882" y="514585"/>
                  </a:cubicBezTo>
                  <a:cubicBezTo>
                    <a:pt x="313359" y="514585"/>
                    <a:pt x="350337" y="509310"/>
                    <a:pt x="369706" y="505794"/>
                  </a:cubicBezTo>
                  <a:cubicBezTo>
                    <a:pt x="352098" y="502278"/>
                    <a:pt x="318642" y="497003"/>
                    <a:pt x="273447" y="497003"/>
                  </a:cubicBezTo>
                  <a:lnTo>
                    <a:pt x="276968" y="493487"/>
                  </a:lnTo>
                  <a:cubicBezTo>
                    <a:pt x="278729" y="491728"/>
                    <a:pt x="285773" y="482938"/>
                    <a:pt x="296338" y="468872"/>
                  </a:cubicBezTo>
                  <a:cubicBezTo>
                    <a:pt x="348576" y="470630"/>
                    <a:pt x="422532" y="477663"/>
                    <a:pt x="422532" y="505794"/>
                  </a:cubicBezTo>
                  <a:cubicBezTo>
                    <a:pt x="422532" y="539200"/>
                    <a:pt x="309838" y="542716"/>
                    <a:pt x="262882" y="542716"/>
                  </a:cubicBezTo>
                  <a:cubicBezTo>
                    <a:pt x="215339" y="542716"/>
                    <a:pt x="103231" y="539200"/>
                    <a:pt x="103231" y="505794"/>
                  </a:cubicBezTo>
                  <a:cubicBezTo>
                    <a:pt x="103231" y="477663"/>
                    <a:pt x="176600" y="470630"/>
                    <a:pt x="229425" y="468872"/>
                  </a:cubicBezTo>
                  <a:close/>
                  <a:moveTo>
                    <a:pt x="195988" y="430726"/>
                  </a:moveTo>
                  <a:cubicBezTo>
                    <a:pt x="204789" y="441279"/>
                    <a:pt x="210070" y="450073"/>
                    <a:pt x="217112" y="458867"/>
                  </a:cubicBezTo>
                  <a:cubicBezTo>
                    <a:pt x="105035" y="463557"/>
                    <a:pt x="35207" y="489938"/>
                    <a:pt x="35207" y="507526"/>
                  </a:cubicBezTo>
                  <a:cubicBezTo>
                    <a:pt x="35207" y="528632"/>
                    <a:pt x="122639" y="558531"/>
                    <a:pt x="261121" y="558531"/>
                  </a:cubicBezTo>
                  <a:cubicBezTo>
                    <a:pt x="399603" y="558531"/>
                    <a:pt x="487035" y="528632"/>
                    <a:pt x="487035" y="507526"/>
                  </a:cubicBezTo>
                  <a:cubicBezTo>
                    <a:pt x="487035" y="489938"/>
                    <a:pt x="417207" y="463557"/>
                    <a:pt x="304544" y="458867"/>
                  </a:cubicBezTo>
                  <a:cubicBezTo>
                    <a:pt x="311585" y="450073"/>
                    <a:pt x="318626" y="441279"/>
                    <a:pt x="325668" y="430726"/>
                  </a:cubicBezTo>
                  <a:cubicBezTo>
                    <a:pt x="432464" y="437761"/>
                    <a:pt x="525763" y="463557"/>
                    <a:pt x="525763" y="505768"/>
                  </a:cubicBezTo>
                  <a:cubicBezTo>
                    <a:pt x="525763" y="558531"/>
                    <a:pt x="394322" y="584913"/>
                    <a:pt x="262882" y="584913"/>
                  </a:cubicBezTo>
                  <a:cubicBezTo>
                    <a:pt x="131441" y="584913"/>
                    <a:pt x="0" y="558531"/>
                    <a:pt x="0" y="505768"/>
                  </a:cubicBezTo>
                  <a:cubicBezTo>
                    <a:pt x="0" y="463557"/>
                    <a:pt x="92713" y="437761"/>
                    <a:pt x="195988" y="430726"/>
                  </a:cubicBezTo>
                  <a:close/>
                  <a:moveTo>
                    <a:pt x="262892" y="67982"/>
                  </a:moveTo>
                  <a:lnTo>
                    <a:pt x="225923" y="141824"/>
                  </a:lnTo>
                  <a:lnTo>
                    <a:pt x="145531" y="154131"/>
                  </a:lnTo>
                  <a:lnTo>
                    <a:pt x="204798" y="211564"/>
                  </a:lnTo>
                  <a:lnTo>
                    <a:pt x="190715" y="292439"/>
                  </a:lnTo>
                  <a:lnTo>
                    <a:pt x="262892" y="253760"/>
                  </a:lnTo>
                  <a:lnTo>
                    <a:pt x="334483" y="292439"/>
                  </a:lnTo>
                  <a:lnTo>
                    <a:pt x="320400" y="211564"/>
                  </a:lnTo>
                  <a:lnTo>
                    <a:pt x="380254" y="154131"/>
                  </a:lnTo>
                  <a:lnTo>
                    <a:pt x="299275" y="141824"/>
                  </a:lnTo>
                  <a:close/>
                  <a:moveTo>
                    <a:pt x="262892" y="0"/>
                  </a:moveTo>
                  <a:cubicBezTo>
                    <a:pt x="359129" y="0"/>
                    <a:pt x="436001" y="76773"/>
                    <a:pt x="436001" y="173471"/>
                  </a:cubicBezTo>
                  <a:cubicBezTo>
                    <a:pt x="436001" y="269583"/>
                    <a:pt x="262892" y="482906"/>
                    <a:pt x="262892" y="482906"/>
                  </a:cubicBezTo>
                  <a:cubicBezTo>
                    <a:pt x="262892" y="482906"/>
                    <a:pt x="89197" y="269583"/>
                    <a:pt x="89197" y="173471"/>
                  </a:cubicBezTo>
                  <a:cubicBezTo>
                    <a:pt x="89197" y="76773"/>
                    <a:pt x="166656" y="0"/>
                    <a:pt x="262892" y="0"/>
                  </a:cubicBezTo>
                  <a:close/>
                </a:path>
              </a:pathLst>
            </a:custGeom>
            <a:solidFill>
              <a:srgbClr val="C27DAD"/>
            </a:solidFill>
            <a:ln>
              <a:noFill/>
            </a:ln>
          </p:spPr>
          <p:txBody>
            <a:bodyPr/>
            <a:lstStyle/>
            <a:p>
              <a:endParaRPr lang="zh-CN" altLang="en-US">
                <a:cs typeface="+mn-ea"/>
                <a:sym typeface="+mn-lt"/>
              </a:endParaRPr>
            </a:p>
          </p:txBody>
        </p:sp>
        <p:sp>
          <p:nvSpPr>
            <p:cNvPr id="460" name="矩形 459">
              <a:extLst>
                <a:ext uri="{FF2B5EF4-FFF2-40B4-BE49-F238E27FC236}">
                  <a16:creationId xmlns:a16="http://schemas.microsoft.com/office/drawing/2014/main" id="{761A5EE5-819F-406C-9F59-8168A146CF43}"/>
                </a:ext>
              </a:extLst>
            </p:cNvPr>
            <p:cNvSpPr/>
            <p:nvPr/>
          </p:nvSpPr>
          <p:spPr>
            <a:xfrm>
              <a:off x="8271232" y="1635352"/>
              <a:ext cx="2575588" cy="707878"/>
            </a:xfrm>
            <a:prstGeom prst="rect">
              <a:avLst/>
            </a:prstGeom>
            <a:noFill/>
            <a:ln w="19050">
              <a:solidFill>
                <a:srgbClr val="C27DA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rgbClr val="992677"/>
                  </a:solidFill>
                  <a:cs typeface="+mn-ea"/>
                  <a:sym typeface="+mn-lt"/>
                </a:rPr>
                <a:t>标题</a:t>
              </a:r>
              <a:r>
                <a:rPr lang="en-US" altLang="zh-CN" sz="2000" b="1" dirty="0">
                  <a:solidFill>
                    <a:srgbClr val="992677"/>
                  </a:solidFill>
                  <a:cs typeface="+mn-ea"/>
                  <a:sym typeface="+mn-lt"/>
                </a:rPr>
                <a:t>1</a:t>
              </a:r>
            </a:p>
            <a:p>
              <a:r>
                <a:rPr lang="zh-CN" altLang="en-US" sz="1400" dirty="0">
                  <a:solidFill>
                    <a:srgbClr val="992677"/>
                  </a:solidFill>
                  <a:cs typeface="+mn-ea"/>
                  <a:sym typeface="+mn-lt"/>
                </a:rPr>
                <a:t>内容</a:t>
              </a:r>
              <a:r>
                <a:rPr lang="en-US" altLang="zh-CN" sz="1400" dirty="0">
                  <a:solidFill>
                    <a:srgbClr val="992677"/>
                  </a:solidFill>
                  <a:cs typeface="+mn-ea"/>
                  <a:sym typeface="+mn-lt"/>
                </a:rPr>
                <a:t>1</a:t>
              </a:r>
              <a:endParaRPr lang="zh-CN" altLang="en-US" sz="1400" dirty="0">
                <a:solidFill>
                  <a:srgbClr val="992677"/>
                </a:solidFill>
                <a:cs typeface="+mn-ea"/>
                <a:sym typeface="+mn-lt"/>
              </a:endParaRPr>
            </a:p>
          </p:txBody>
        </p:sp>
      </p:grpSp>
      <p:grpSp>
        <p:nvGrpSpPr>
          <p:cNvPr id="276" name="组合 275">
            <a:extLst>
              <a:ext uri="{FF2B5EF4-FFF2-40B4-BE49-F238E27FC236}">
                <a16:creationId xmlns:a16="http://schemas.microsoft.com/office/drawing/2014/main" id="{5D7212B7-C31B-4B7E-A34E-9D25DD293EE6}"/>
              </a:ext>
            </a:extLst>
          </p:cNvPr>
          <p:cNvGrpSpPr/>
          <p:nvPr/>
        </p:nvGrpSpPr>
        <p:grpSpPr>
          <a:xfrm>
            <a:off x="7556493" y="3441096"/>
            <a:ext cx="3197043" cy="707878"/>
            <a:chOff x="7672046" y="1635352"/>
            <a:chExt cx="2815936" cy="707878"/>
          </a:xfrm>
        </p:grpSpPr>
        <p:sp>
          <p:nvSpPr>
            <p:cNvPr id="277" name="place-optimization_48561">
              <a:extLst>
                <a:ext uri="{FF2B5EF4-FFF2-40B4-BE49-F238E27FC236}">
                  <a16:creationId xmlns:a16="http://schemas.microsoft.com/office/drawing/2014/main" id="{B3419C13-F7AF-4F5E-9B3A-5131C613EC65}"/>
                </a:ext>
              </a:extLst>
            </p:cNvPr>
            <p:cNvSpPr>
              <a:spLocks noChangeAspect="1"/>
            </p:cNvSpPr>
            <p:nvPr/>
          </p:nvSpPr>
          <p:spPr bwMode="auto">
            <a:xfrm>
              <a:off x="7672046" y="1758576"/>
              <a:ext cx="414767" cy="461430"/>
            </a:xfrm>
            <a:custGeom>
              <a:avLst/>
              <a:gdLst>
                <a:gd name="connsiteX0" fmla="*/ 229425 w 525763"/>
                <a:gd name="connsiteY0" fmla="*/ 468872 h 584913"/>
                <a:gd name="connsiteX1" fmla="*/ 248795 w 525763"/>
                <a:gd name="connsiteY1" fmla="*/ 493487 h 584913"/>
                <a:gd name="connsiteX2" fmla="*/ 252316 w 525763"/>
                <a:gd name="connsiteY2" fmla="*/ 497003 h 584913"/>
                <a:gd name="connsiteX3" fmla="*/ 156057 w 525763"/>
                <a:gd name="connsiteY3" fmla="*/ 505794 h 584913"/>
                <a:gd name="connsiteX4" fmla="*/ 262882 w 525763"/>
                <a:gd name="connsiteY4" fmla="*/ 514585 h 584913"/>
                <a:gd name="connsiteX5" fmla="*/ 369706 w 525763"/>
                <a:gd name="connsiteY5" fmla="*/ 505794 h 584913"/>
                <a:gd name="connsiteX6" fmla="*/ 273447 w 525763"/>
                <a:gd name="connsiteY6" fmla="*/ 497003 h 584913"/>
                <a:gd name="connsiteX7" fmla="*/ 276968 w 525763"/>
                <a:gd name="connsiteY7" fmla="*/ 493487 h 584913"/>
                <a:gd name="connsiteX8" fmla="*/ 296338 w 525763"/>
                <a:gd name="connsiteY8" fmla="*/ 468872 h 584913"/>
                <a:gd name="connsiteX9" fmla="*/ 422532 w 525763"/>
                <a:gd name="connsiteY9" fmla="*/ 505794 h 584913"/>
                <a:gd name="connsiteX10" fmla="*/ 262882 w 525763"/>
                <a:gd name="connsiteY10" fmla="*/ 542716 h 584913"/>
                <a:gd name="connsiteX11" fmla="*/ 103231 w 525763"/>
                <a:gd name="connsiteY11" fmla="*/ 505794 h 584913"/>
                <a:gd name="connsiteX12" fmla="*/ 229425 w 525763"/>
                <a:gd name="connsiteY12" fmla="*/ 468872 h 584913"/>
                <a:gd name="connsiteX13" fmla="*/ 195988 w 525763"/>
                <a:gd name="connsiteY13" fmla="*/ 430726 h 584913"/>
                <a:gd name="connsiteX14" fmla="*/ 217112 w 525763"/>
                <a:gd name="connsiteY14" fmla="*/ 458867 h 584913"/>
                <a:gd name="connsiteX15" fmla="*/ 35207 w 525763"/>
                <a:gd name="connsiteY15" fmla="*/ 507526 h 584913"/>
                <a:gd name="connsiteX16" fmla="*/ 261121 w 525763"/>
                <a:gd name="connsiteY16" fmla="*/ 558531 h 584913"/>
                <a:gd name="connsiteX17" fmla="*/ 487035 w 525763"/>
                <a:gd name="connsiteY17" fmla="*/ 507526 h 584913"/>
                <a:gd name="connsiteX18" fmla="*/ 304544 w 525763"/>
                <a:gd name="connsiteY18" fmla="*/ 458867 h 584913"/>
                <a:gd name="connsiteX19" fmla="*/ 325668 w 525763"/>
                <a:gd name="connsiteY19" fmla="*/ 430726 h 584913"/>
                <a:gd name="connsiteX20" fmla="*/ 525763 w 525763"/>
                <a:gd name="connsiteY20" fmla="*/ 505768 h 584913"/>
                <a:gd name="connsiteX21" fmla="*/ 262882 w 525763"/>
                <a:gd name="connsiteY21" fmla="*/ 584913 h 584913"/>
                <a:gd name="connsiteX22" fmla="*/ 0 w 525763"/>
                <a:gd name="connsiteY22" fmla="*/ 505768 h 584913"/>
                <a:gd name="connsiteX23" fmla="*/ 195988 w 525763"/>
                <a:gd name="connsiteY23" fmla="*/ 430726 h 584913"/>
                <a:gd name="connsiteX24" fmla="*/ 262892 w 525763"/>
                <a:gd name="connsiteY24" fmla="*/ 67982 h 584913"/>
                <a:gd name="connsiteX25" fmla="*/ 225923 w 525763"/>
                <a:gd name="connsiteY25" fmla="*/ 141824 h 584913"/>
                <a:gd name="connsiteX26" fmla="*/ 145531 w 525763"/>
                <a:gd name="connsiteY26" fmla="*/ 154131 h 584913"/>
                <a:gd name="connsiteX27" fmla="*/ 204798 w 525763"/>
                <a:gd name="connsiteY27" fmla="*/ 211564 h 584913"/>
                <a:gd name="connsiteX28" fmla="*/ 190715 w 525763"/>
                <a:gd name="connsiteY28" fmla="*/ 292439 h 584913"/>
                <a:gd name="connsiteX29" fmla="*/ 262892 w 525763"/>
                <a:gd name="connsiteY29" fmla="*/ 253760 h 584913"/>
                <a:gd name="connsiteX30" fmla="*/ 334483 w 525763"/>
                <a:gd name="connsiteY30" fmla="*/ 292439 h 584913"/>
                <a:gd name="connsiteX31" fmla="*/ 320400 w 525763"/>
                <a:gd name="connsiteY31" fmla="*/ 211564 h 584913"/>
                <a:gd name="connsiteX32" fmla="*/ 380254 w 525763"/>
                <a:gd name="connsiteY32" fmla="*/ 154131 h 584913"/>
                <a:gd name="connsiteX33" fmla="*/ 299275 w 525763"/>
                <a:gd name="connsiteY33" fmla="*/ 141824 h 584913"/>
                <a:gd name="connsiteX34" fmla="*/ 262892 w 525763"/>
                <a:gd name="connsiteY34" fmla="*/ 0 h 584913"/>
                <a:gd name="connsiteX35" fmla="*/ 436001 w 525763"/>
                <a:gd name="connsiteY35" fmla="*/ 173471 h 584913"/>
                <a:gd name="connsiteX36" fmla="*/ 262892 w 525763"/>
                <a:gd name="connsiteY36" fmla="*/ 482906 h 584913"/>
                <a:gd name="connsiteX37" fmla="*/ 89197 w 525763"/>
                <a:gd name="connsiteY37" fmla="*/ 173471 h 584913"/>
                <a:gd name="connsiteX38" fmla="*/ 262892 w 525763"/>
                <a:gd name="connsiteY38" fmla="*/ 0 h 58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25763" h="584913">
                  <a:moveTo>
                    <a:pt x="229425" y="468872"/>
                  </a:moveTo>
                  <a:cubicBezTo>
                    <a:pt x="239990" y="482938"/>
                    <a:pt x="247034" y="491728"/>
                    <a:pt x="248795" y="493487"/>
                  </a:cubicBezTo>
                  <a:lnTo>
                    <a:pt x="252316" y="497003"/>
                  </a:lnTo>
                  <a:cubicBezTo>
                    <a:pt x="206534" y="497003"/>
                    <a:pt x="174839" y="502278"/>
                    <a:pt x="156057" y="505794"/>
                  </a:cubicBezTo>
                  <a:cubicBezTo>
                    <a:pt x="174839" y="511069"/>
                    <a:pt x="211817" y="514585"/>
                    <a:pt x="262882" y="514585"/>
                  </a:cubicBezTo>
                  <a:cubicBezTo>
                    <a:pt x="313359" y="514585"/>
                    <a:pt x="350337" y="509310"/>
                    <a:pt x="369706" y="505794"/>
                  </a:cubicBezTo>
                  <a:cubicBezTo>
                    <a:pt x="352098" y="502278"/>
                    <a:pt x="318642" y="497003"/>
                    <a:pt x="273447" y="497003"/>
                  </a:cubicBezTo>
                  <a:lnTo>
                    <a:pt x="276968" y="493487"/>
                  </a:lnTo>
                  <a:cubicBezTo>
                    <a:pt x="278729" y="491728"/>
                    <a:pt x="285773" y="482938"/>
                    <a:pt x="296338" y="468872"/>
                  </a:cubicBezTo>
                  <a:cubicBezTo>
                    <a:pt x="348576" y="470630"/>
                    <a:pt x="422532" y="477663"/>
                    <a:pt x="422532" y="505794"/>
                  </a:cubicBezTo>
                  <a:cubicBezTo>
                    <a:pt x="422532" y="539200"/>
                    <a:pt x="309838" y="542716"/>
                    <a:pt x="262882" y="542716"/>
                  </a:cubicBezTo>
                  <a:cubicBezTo>
                    <a:pt x="215339" y="542716"/>
                    <a:pt x="103231" y="539200"/>
                    <a:pt x="103231" y="505794"/>
                  </a:cubicBezTo>
                  <a:cubicBezTo>
                    <a:pt x="103231" y="477663"/>
                    <a:pt x="176600" y="470630"/>
                    <a:pt x="229425" y="468872"/>
                  </a:cubicBezTo>
                  <a:close/>
                  <a:moveTo>
                    <a:pt x="195988" y="430726"/>
                  </a:moveTo>
                  <a:cubicBezTo>
                    <a:pt x="204789" y="441279"/>
                    <a:pt x="210070" y="450073"/>
                    <a:pt x="217112" y="458867"/>
                  </a:cubicBezTo>
                  <a:cubicBezTo>
                    <a:pt x="105035" y="463557"/>
                    <a:pt x="35207" y="489938"/>
                    <a:pt x="35207" y="507526"/>
                  </a:cubicBezTo>
                  <a:cubicBezTo>
                    <a:pt x="35207" y="528632"/>
                    <a:pt x="122639" y="558531"/>
                    <a:pt x="261121" y="558531"/>
                  </a:cubicBezTo>
                  <a:cubicBezTo>
                    <a:pt x="399603" y="558531"/>
                    <a:pt x="487035" y="528632"/>
                    <a:pt x="487035" y="507526"/>
                  </a:cubicBezTo>
                  <a:cubicBezTo>
                    <a:pt x="487035" y="489938"/>
                    <a:pt x="417207" y="463557"/>
                    <a:pt x="304544" y="458867"/>
                  </a:cubicBezTo>
                  <a:cubicBezTo>
                    <a:pt x="311585" y="450073"/>
                    <a:pt x="318626" y="441279"/>
                    <a:pt x="325668" y="430726"/>
                  </a:cubicBezTo>
                  <a:cubicBezTo>
                    <a:pt x="432464" y="437761"/>
                    <a:pt x="525763" y="463557"/>
                    <a:pt x="525763" y="505768"/>
                  </a:cubicBezTo>
                  <a:cubicBezTo>
                    <a:pt x="525763" y="558531"/>
                    <a:pt x="394322" y="584913"/>
                    <a:pt x="262882" y="584913"/>
                  </a:cubicBezTo>
                  <a:cubicBezTo>
                    <a:pt x="131441" y="584913"/>
                    <a:pt x="0" y="558531"/>
                    <a:pt x="0" y="505768"/>
                  </a:cubicBezTo>
                  <a:cubicBezTo>
                    <a:pt x="0" y="463557"/>
                    <a:pt x="92713" y="437761"/>
                    <a:pt x="195988" y="430726"/>
                  </a:cubicBezTo>
                  <a:close/>
                  <a:moveTo>
                    <a:pt x="262892" y="67982"/>
                  </a:moveTo>
                  <a:lnTo>
                    <a:pt x="225923" y="141824"/>
                  </a:lnTo>
                  <a:lnTo>
                    <a:pt x="145531" y="154131"/>
                  </a:lnTo>
                  <a:lnTo>
                    <a:pt x="204798" y="211564"/>
                  </a:lnTo>
                  <a:lnTo>
                    <a:pt x="190715" y="292439"/>
                  </a:lnTo>
                  <a:lnTo>
                    <a:pt x="262892" y="253760"/>
                  </a:lnTo>
                  <a:lnTo>
                    <a:pt x="334483" y="292439"/>
                  </a:lnTo>
                  <a:lnTo>
                    <a:pt x="320400" y="211564"/>
                  </a:lnTo>
                  <a:lnTo>
                    <a:pt x="380254" y="154131"/>
                  </a:lnTo>
                  <a:lnTo>
                    <a:pt x="299275" y="141824"/>
                  </a:lnTo>
                  <a:close/>
                  <a:moveTo>
                    <a:pt x="262892" y="0"/>
                  </a:moveTo>
                  <a:cubicBezTo>
                    <a:pt x="359129" y="0"/>
                    <a:pt x="436001" y="76773"/>
                    <a:pt x="436001" y="173471"/>
                  </a:cubicBezTo>
                  <a:cubicBezTo>
                    <a:pt x="436001" y="269583"/>
                    <a:pt x="262892" y="482906"/>
                    <a:pt x="262892" y="482906"/>
                  </a:cubicBezTo>
                  <a:cubicBezTo>
                    <a:pt x="262892" y="482906"/>
                    <a:pt x="89197" y="269583"/>
                    <a:pt x="89197" y="173471"/>
                  </a:cubicBezTo>
                  <a:cubicBezTo>
                    <a:pt x="89197" y="76773"/>
                    <a:pt x="166656" y="0"/>
                    <a:pt x="262892" y="0"/>
                  </a:cubicBezTo>
                  <a:close/>
                </a:path>
              </a:pathLst>
            </a:custGeom>
            <a:solidFill>
              <a:srgbClr val="D6A8C9"/>
            </a:solidFill>
            <a:ln>
              <a:noFill/>
            </a:ln>
          </p:spPr>
          <p:txBody>
            <a:bodyPr/>
            <a:lstStyle/>
            <a:p>
              <a:endParaRPr lang="zh-CN" altLang="en-US">
                <a:cs typeface="+mn-ea"/>
                <a:sym typeface="+mn-lt"/>
              </a:endParaRPr>
            </a:p>
          </p:txBody>
        </p:sp>
        <p:sp>
          <p:nvSpPr>
            <p:cNvPr id="278" name="矩形 277">
              <a:extLst>
                <a:ext uri="{FF2B5EF4-FFF2-40B4-BE49-F238E27FC236}">
                  <a16:creationId xmlns:a16="http://schemas.microsoft.com/office/drawing/2014/main" id="{8B2D3B79-F232-430E-94F5-D175B8A59368}"/>
                </a:ext>
              </a:extLst>
            </p:cNvPr>
            <p:cNvSpPr/>
            <p:nvPr/>
          </p:nvSpPr>
          <p:spPr>
            <a:xfrm>
              <a:off x="8271232" y="1635352"/>
              <a:ext cx="2216750" cy="707878"/>
            </a:xfrm>
            <a:prstGeom prst="rect">
              <a:avLst/>
            </a:prstGeom>
            <a:noFill/>
            <a:ln w="19050">
              <a:solidFill>
                <a:srgbClr val="D6A8C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rgbClr val="992677"/>
                  </a:solidFill>
                  <a:cs typeface="+mn-ea"/>
                  <a:sym typeface="+mn-lt"/>
                </a:rPr>
                <a:t>标题</a:t>
              </a:r>
              <a:r>
                <a:rPr lang="en-US" altLang="zh-CN" sz="2000" b="1" dirty="0">
                  <a:solidFill>
                    <a:srgbClr val="992677"/>
                  </a:solidFill>
                  <a:cs typeface="+mn-ea"/>
                  <a:sym typeface="+mn-lt"/>
                </a:rPr>
                <a:t>2</a:t>
              </a:r>
            </a:p>
            <a:p>
              <a:r>
                <a:rPr lang="zh-CN" altLang="en-US" sz="1400" dirty="0">
                  <a:solidFill>
                    <a:srgbClr val="992677"/>
                  </a:solidFill>
                  <a:cs typeface="+mn-ea"/>
                  <a:sym typeface="+mn-lt"/>
                </a:rPr>
                <a:t>内容</a:t>
              </a:r>
              <a:r>
                <a:rPr lang="en-US" altLang="zh-CN" sz="1400" dirty="0">
                  <a:solidFill>
                    <a:srgbClr val="992677"/>
                  </a:solidFill>
                  <a:cs typeface="+mn-ea"/>
                  <a:sym typeface="+mn-lt"/>
                </a:rPr>
                <a:t>2</a:t>
              </a:r>
              <a:endParaRPr lang="zh-CN" altLang="en-US" sz="1400" dirty="0">
                <a:solidFill>
                  <a:srgbClr val="992677"/>
                </a:solidFill>
                <a:cs typeface="+mn-ea"/>
                <a:sym typeface="+mn-lt"/>
              </a:endParaRPr>
            </a:p>
          </p:txBody>
        </p:sp>
      </p:grpSp>
      <p:grpSp>
        <p:nvGrpSpPr>
          <p:cNvPr id="279" name="组合 278">
            <a:extLst>
              <a:ext uri="{FF2B5EF4-FFF2-40B4-BE49-F238E27FC236}">
                <a16:creationId xmlns:a16="http://schemas.microsoft.com/office/drawing/2014/main" id="{2EAFAA81-94C0-4C29-B496-7387C7213641}"/>
              </a:ext>
            </a:extLst>
          </p:cNvPr>
          <p:cNvGrpSpPr/>
          <p:nvPr/>
        </p:nvGrpSpPr>
        <p:grpSpPr>
          <a:xfrm>
            <a:off x="7587236" y="4973283"/>
            <a:ext cx="3191044" cy="707878"/>
            <a:chOff x="7672046" y="1635352"/>
            <a:chExt cx="3191044" cy="707878"/>
          </a:xfrm>
        </p:grpSpPr>
        <p:sp>
          <p:nvSpPr>
            <p:cNvPr id="280" name="place-optimization_48561">
              <a:extLst>
                <a:ext uri="{FF2B5EF4-FFF2-40B4-BE49-F238E27FC236}">
                  <a16:creationId xmlns:a16="http://schemas.microsoft.com/office/drawing/2014/main" id="{D73C5710-B75A-4ABB-9391-6E36449D0560}"/>
                </a:ext>
              </a:extLst>
            </p:cNvPr>
            <p:cNvSpPr>
              <a:spLocks noChangeAspect="1"/>
            </p:cNvSpPr>
            <p:nvPr/>
          </p:nvSpPr>
          <p:spPr bwMode="auto">
            <a:xfrm>
              <a:off x="7672046" y="1758576"/>
              <a:ext cx="414767" cy="461430"/>
            </a:xfrm>
            <a:custGeom>
              <a:avLst/>
              <a:gdLst>
                <a:gd name="connsiteX0" fmla="*/ 229425 w 525763"/>
                <a:gd name="connsiteY0" fmla="*/ 468872 h 584913"/>
                <a:gd name="connsiteX1" fmla="*/ 248795 w 525763"/>
                <a:gd name="connsiteY1" fmla="*/ 493487 h 584913"/>
                <a:gd name="connsiteX2" fmla="*/ 252316 w 525763"/>
                <a:gd name="connsiteY2" fmla="*/ 497003 h 584913"/>
                <a:gd name="connsiteX3" fmla="*/ 156057 w 525763"/>
                <a:gd name="connsiteY3" fmla="*/ 505794 h 584913"/>
                <a:gd name="connsiteX4" fmla="*/ 262882 w 525763"/>
                <a:gd name="connsiteY4" fmla="*/ 514585 h 584913"/>
                <a:gd name="connsiteX5" fmla="*/ 369706 w 525763"/>
                <a:gd name="connsiteY5" fmla="*/ 505794 h 584913"/>
                <a:gd name="connsiteX6" fmla="*/ 273447 w 525763"/>
                <a:gd name="connsiteY6" fmla="*/ 497003 h 584913"/>
                <a:gd name="connsiteX7" fmla="*/ 276968 w 525763"/>
                <a:gd name="connsiteY7" fmla="*/ 493487 h 584913"/>
                <a:gd name="connsiteX8" fmla="*/ 296338 w 525763"/>
                <a:gd name="connsiteY8" fmla="*/ 468872 h 584913"/>
                <a:gd name="connsiteX9" fmla="*/ 422532 w 525763"/>
                <a:gd name="connsiteY9" fmla="*/ 505794 h 584913"/>
                <a:gd name="connsiteX10" fmla="*/ 262882 w 525763"/>
                <a:gd name="connsiteY10" fmla="*/ 542716 h 584913"/>
                <a:gd name="connsiteX11" fmla="*/ 103231 w 525763"/>
                <a:gd name="connsiteY11" fmla="*/ 505794 h 584913"/>
                <a:gd name="connsiteX12" fmla="*/ 229425 w 525763"/>
                <a:gd name="connsiteY12" fmla="*/ 468872 h 584913"/>
                <a:gd name="connsiteX13" fmla="*/ 195988 w 525763"/>
                <a:gd name="connsiteY13" fmla="*/ 430726 h 584913"/>
                <a:gd name="connsiteX14" fmla="*/ 217112 w 525763"/>
                <a:gd name="connsiteY14" fmla="*/ 458867 h 584913"/>
                <a:gd name="connsiteX15" fmla="*/ 35207 w 525763"/>
                <a:gd name="connsiteY15" fmla="*/ 507526 h 584913"/>
                <a:gd name="connsiteX16" fmla="*/ 261121 w 525763"/>
                <a:gd name="connsiteY16" fmla="*/ 558531 h 584913"/>
                <a:gd name="connsiteX17" fmla="*/ 487035 w 525763"/>
                <a:gd name="connsiteY17" fmla="*/ 507526 h 584913"/>
                <a:gd name="connsiteX18" fmla="*/ 304544 w 525763"/>
                <a:gd name="connsiteY18" fmla="*/ 458867 h 584913"/>
                <a:gd name="connsiteX19" fmla="*/ 325668 w 525763"/>
                <a:gd name="connsiteY19" fmla="*/ 430726 h 584913"/>
                <a:gd name="connsiteX20" fmla="*/ 525763 w 525763"/>
                <a:gd name="connsiteY20" fmla="*/ 505768 h 584913"/>
                <a:gd name="connsiteX21" fmla="*/ 262882 w 525763"/>
                <a:gd name="connsiteY21" fmla="*/ 584913 h 584913"/>
                <a:gd name="connsiteX22" fmla="*/ 0 w 525763"/>
                <a:gd name="connsiteY22" fmla="*/ 505768 h 584913"/>
                <a:gd name="connsiteX23" fmla="*/ 195988 w 525763"/>
                <a:gd name="connsiteY23" fmla="*/ 430726 h 584913"/>
                <a:gd name="connsiteX24" fmla="*/ 262892 w 525763"/>
                <a:gd name="connsiteY24" fmla="*/ 67982 h 584913"/>
                <a:gd name="connsiteX25" fmla="*/ 225923 w 525763"/>
                <a:gd name="connsiteY25" fmla="*/ 141824 h 584913"/>
                <a:gd name="connsiteX26" fmla="*/ 145531 w 525763"/>
                <a:gd name="connsiteY26" fmla="*/ 154131 h 584913"/>
                <a:gd name="connsiteX27" fmla="*/ 204798 w 525763"/>
                <a:gd name="connsiteY27" fmla="*/ 211564 h 584913"/>
                <a:gd name="connsiteX28" fmla="*/ 190715 w 525763"/>
                <a:gd name="connsiteY28" fmla="*/ 292439 h 584913"/>
                <a:gd name="connsiteX29" fmla="*/ 262892 w 525763"/>
                <a:gd name="connsiteY29" fmla="*/ 253760 h 584913"/>
                <a:gd name="connsiteX30" fmla="*/ 334483 w 525763"/>
                <a:gd name="connsiteY30" fmla="*/ 292439 h 584913"/>
                <a:gd name="connsiteX31" fmla="*/ 320400 w 525763"/>
                <a:gd name="connsiteY31" fmla="*/ 211564 h 584913"/>
                <a:gd name="connsiteX32" fmla="*/ 380254 w 525763"/>
                <a:gd name="connsiteY32" fmla="*/ 154131 h 584913"/>
                <a:gd name="connsiteX33" fmla="*/ 299275 w 525763"/>
                <a:gd name="connsiteY33" fmla="*/ 141824 h 584913"/>
                <a:gd name="connsiteX34" fmla="*/ 262892 w 525763"/>
                <a:gd name="connsiteY34" fmla="*/ 0 h 584913"/>
                <a:gd name="connsiteX35" fmla="*/ 436001 w 525763"/>
                <a:gd name="connsiteY35" fmla="*/ 173471 h 584913"/>
                <a:gd name="connsiteX36" fmla="*/ 262892 w 525763"/>
                <a:gd name="connsiteY36" fmla="*/ 482906 h 584913"/>
                <a:gd name="connsiteX37" fmla="*/ 89197 w 525763"/>
                <a:gd name="connsiteY37" fmla="*/ 173471 h 584913"/>
                <a:gd name="connsiteX38" fmla="*/ 262892 w 525763"/>
                <a:gd name="connsiteY38" fmla="*/ 0 h 58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25763" h="584913">
                  <a:moveTo>
                    <a:pt x="229425" y="468872"/>
                  </a:moveTo>
                  <a:cubicBezTo>
                    <a:pt x="239990" y="482938"/>
                    <a:pt x="247034" y="491728"/>
                    <a:pt x="248795" y="493487"/>
                  </a:cubicBezTo>
                  <a:lnTo>
                    <a:pt x="252316" y="497003"/>
                  </a:lnTo>
                  <a:cubicBezTo>
                    <a:pt x="206534" y="497003"/>
                    <a:pt x="174839" y="502278"/>
                    <a:pt x="156057" y="505794"/>
                  </a:cubicBezTo>
                  <a:cubicBezTo>
                    <a:pt x="174839" y="511069"/>
                    <a:pt x="211817" y="514585"/>
                    <a:pt x="262882" y="514585"/>
                  </a:cubicBezTo>
                  <a:cubicBezTo>
                    <a:pt x="313359" y="514585"/>
                    <a:pt x="350337" y="509310"/>
                    <a:pt x="369706" y="505794"/>
                  </a:cubicBezTo>
                  <a:cubicBezTo>
                    <a:pt x="352098" y="502278"/>
                    <a:pt x="318642" y="497003"/>
                    <a:pt x="273447" y="497003"/>
                  </a:cubicBezTo>
                  <a:lnTo>
                    <a:pt x="276968" y="493487"/>
                  </a:lnTo>
                  <a:cubicBezTo>
                    <a:pt x="278729" y="491728"/>
                    <a:pt x="285773" y="482938"/>
                    <a:pt x="296338" y="468872"/>
                  </a:cubicBezTo>
                  <a:cubicBezTo>
                    <a:pt x="348576" y="470630"/>
                    <a:pt x="422532" y="477663"/>
                    <a:pt x="422532" y="505794"/>
                  </a:cubicBezTo>
                  <a:cubicBezTo>
                    <a:pt x="422532" y="539200"/>
                    <a:pt x="309838" y="542716"/>
                    <a:pt x="262882" y="542716"/>
                  </a:cubicBezTo>
                  <a:cubicBezTo>
                    <a:pt x="215339" y="542716"/>
                    <a:pt x="103231" y="539200"/>
                    <a:pt x="103231" y="505794"/>
                  </a:cubicBezTo>
                  <a:cubicBezTo>
                    <a:pt x="103231" y="477663"/>
                    <a:pt x="176600" y="470630"/>
                    <a:pt x="229425" y="468872"/>
                  </a:cubicBezTo>
                  <a:close/>
                  <a:moveTo>
                    <a:pt x="195988" y="430726"/>
                  </a:moveTo>
                  <a:cubicBezTo>
                    <a:pt x="204789" y="441279"/>
                    <a:pt x="210070" y="450073"/>
                    <a:pt x="217112" y="458867"/>
                  </a:cubicBezTo>
                  <a:cubicBezTo>
                    <a:pt x="105035" y="463557"/>
                    <a:pt x="35207" y="489938"/>
                    <a:pt x="35207" y="507526"/>
                  </a:cubicBezTo>
                  <a:cubicBezTo>
                    <a:pt x="35207" y="528632"/>
                    <a:pt x="122639" y="558531"/>
                    <a:pt x="261121" y="558531"/>
                  </a:cubicBezTo>
                  <a:cubicBezTo>
                    <a:pt x="399603" y="558531"/>
                    <a:pt x="487035" y="528632"/>
                    <a:pt x="487035" y="507526"/>
                  </a:cubicBezTo>
                  <a:cubicBezTo>
                    <a:pt x="487035" y="489938"/>
                    <a:pt x="417207" y="463557"/>
                    <a:pt x="304544" y="458867"/>
                  </a:cubicBezTo>
                  <a:cubicBezTo>
                    <a:pt x="311585" y="450073"/>
                    <a:pt x="318626" y="441279"/>
                    <a:pt x="325668" y="430726"/>
                  </a:cubicBezTo>
                  <a:cubicBezTo>
                    <a:pt x="432464" y="437761"/>
                    <a:pt x="525763" y="463557"/>
                    <a:pt x="525763" y="505768"/>
                  </a:cubicBezTo>
                  <a:cubicBezTo>
                    <a:pt x="525763" y="558531"/>
                    <a:pt x="394322" y="584913"/>
                    <a:pt x="262882" y="584913"/>
                  </a:cubicBezTo>
                  <a:cubicBezTo>
                    <a:pt x="131441" y="584913"/>
                    <a:pt x="0" y="558531"/>
                    <a:pt x="0" y="505768"/>
                  </a:cubicBezTo>
                  <a:cubicBezTo>
                    <a:pt x="0" y="463557"/>
                    <a:pt x="92713" y="437761"/>
                    <a:pt x="195988" y="430726"/>
                  </a:cubicBezTo>
                  <a:close/>
                  <a:moveTo>
                    <a:pt x="262892" y="67982"/>
                  </a:moveTo>
                  <a:lnTo>
                    <a:pt x="225923" y="141824"/>
                  </a:lnTo>
                  <a:lnTo>
                    <a:pt x="145531" y="154131"/>
                  </a:lnTo>
                  <a:lnTo>
                    <a:pt x="204798" y="211564"/>
                  </a:lnTo>
                  <a:lnTo>
                    <a:pt x="190715" y="292439"/>
                  </a:lnTo>
                  <a:lnTo>
                    <a:pt x="262892" y="253760"/>
                  </a:lnTo>
                  <a:lnTo>
                    <a:pt x="334483" y="292439"/>
                  </a:lnTo>
                  <a:lnTo>
                    <a:pt x="320400" y="211564"/>
                  </a:lnTo>
                  <a:lnTo>
                    <a:pt x="380254" y="154131"/>
                  </a:lnTo>
                  <a:lnTo>
                    <a:pt x="299275" y="141824"/>
                  </a:lnTo>
                  <a:close/>
                  <a:moveTo>
                    <a:pt x="262892" y="0"/>
                  </a:moveTo>
                  <a:cubicBezTo>
                    <a:pt x="359129" y="0"/>
                    <a:pt x="436001" y="76773"/>
                    <a:pt x="436001" y="173471"/>
                  </a:cubicBezTo>
                  <a:cubicBezTo>
                    <a:pt x="436001" y="269583"/>
                    <a:pt x="262892" y="482906"/>
                    <a:pt x="262892" y="482906"/>
                  </a:cubicBezTo>
                  <a:cubicBezTo>
                    <a:pt x="262892" y="482906"/>
                    <a:pt x="89197" y="269583"/>
                    <a:pt x="89197" y="173471"/>
                  </a:cubicBezTo>
                  <a:cubicBezTo>
                    <a:pt x="89197" y="76773"/>
                    <a:pt x="166656" y="0"/>
                    <a:pt x="262892" y="0"/>
                  </a:cubicBezTo>
                  <a:close/>
                </a:path>
              </a:pathLst>
            </a:custGeom>
            <a:solidFill>
              <a:srgbClr val="AD5192"/>
            </a:solidFill>
            <a:ln>
              <a:noFill/>
            </a:ln>
          </p:spPr>
          <p:txBody>
            <a:bodyPr/>
            <a:lstStyle/>
            <a:p>
              <a:endParaRPr lang="zh-CN" altLang="en-US">
                <a:cs typeface="+mn-ea"/>
                <a:sym typeface="+mn-lt"/>
              </a:endParaRPr>
            </a:p>
          </p:txBody>
        </p:sp>
        <p:sp>
          <p:nvSpPr>
            <p:cNvPr id="281" name="矩形 280">
              <a:extLst>
                <a:ext uri="{FF2B5EF4-FFF2-40B4-BE49-F238E27FC236}">
                  <a16:creationId xmlns:a16="http://schemas.microsoft.com/office/drawing/2014/main" id="{CD9CD455-EF9E-418F-98A3-87A11460E922}"/>
                </a:ext>
              </a:extLst>
            </p:cNvPr>
            <p:cNvSpPr/>
            <p:nvPr/>
          </p:nvSpPr>
          <p:spPr>
            <a:xfrm>
              <a:off x="8271232" y="1635352"/>
              <a:ext cx="2591858" cy="707878"/>
            </a:xfrm>
            <a:prstGeom prst="rect">
              <a:avLst/>
            </a:prstGeom>
            <a:noFill/>
            <a:ln w="19050">
              <a:solidFill>
                <a:srgbClr val="AD519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rgbClr val="992677"/>
                  </a:solidFill>
                  <a:cs typeface="+mn-ea"/>
                  <a:sym typeface="+mn-lt"/>
                </a:rPr>
                <a:t>标题</a:t>
              </a:r>
              <a:r>
                <a:rPr lang="en-US" altLang="zh-CN" sz="2000" b="1" dirty="0">
                  <a:solidFill>
                    <a:srgbClr val="992677"/>
                  </a:solidFill>
                  <a:cs typeface="+mn-ea"/>
                  <a:sym typeface="+mn-lt"/>
                </a:rPr>
                <a:t>3</a:t>
              </a:r>
            </a:p>
            <a:p>
              <a:r>
                <a:rPr lang="zh-CN" altLang="en-US" sz="1400" dirty="0">
                  <a:solidFill>
                    <a:srgbClr val="992677"/>
                  </a:solidFill>
                  <a:cs typeface="+mn-ea"/>
                  <a:sym typeface="+mn-lt"/>
                </a:rPr>
                <a:t>内容</a:t>
              </a:r>
              <a:r>
                <a:rPr lang="en-US" altLang="zh-CN" sz="1400" dirty="0">
                  <a:solidFill>
                    <a:srgbClr val="992677"/>
                  </a:solidFill>
                  <a:cs typeface="+mn-ea"/>
                  <a:sym typeface="+mn-lt"/>
                </a:rPr>
                <a:t>3</a:t>
              </a:r>
              <a:endParaRPr lang="zh-CN" altLang="en-US" sz="1400" dirty="0">
                <a:solidFill>
                  <a:srgbClr val="992677"/>
                </a:solidFill>
                <a:cs typeface="+mn-ea"/>
                <a:sym typeface="+mn-lt"/>
              </a:endParaRPr>
            </a:p>
          </p:txBody>
        </p:sp>
      </p:grpSp>
      <p:sp>
        <p:nvSpPr>
          <p:cNvPr id="448" name="标题 447">
            <a:extLst>
              <a:ext uri="{FF2B5EF4-FFF2-40B4-BE49-F238E27FC236}">
                <a16:creationId xmlns:a16="http://schemas.microsoft.com/office/drawing/2014/main" id="{4D445DAA-AD38-4CE5-B77C-FEADA9CD59DE}"/>
              </a:ext>
            </a:extLst>
          </p:cNvPr>
          <p:cNvSpPr>
            <a:spLocks noGrp="1"/>
          </p:cNvSpPr>
          <p:nvPr>
            <p:ph type="title"/>
          </p:nvPr>
        </p:nvSpPr>
        <p:spPr/>
        <p:txBody>
          <a:bodyPr>
            <a:normAutofit fontScale="90000"/>
          </a:bodyPr>
          <a:lstStyle/>
          <a:p>
            <a:endParaRPr lang="zh-CN" altLang="en-US" dirty="0">
              <a:latin typeface="+mn-lt"/>
              <a:ea typeface="+mn-ea"/>
              <a:cs typeface="+mn-ea"/>
              <a:sym typeface="+mn-lt"/>
            </a:endParaRPr>
          </a:p>
        </p:txBody>
      </p:sp>
    </p:spTree>
    <p:extLst>
      <p:ext uri="{BB962C8B-B14F-4D97-AF65-F5344CB8AC3E}">
        <p14:creationId xmlns:p14="http://schemas.microsoft.com/office/powerpoint/2010/main" val="1795376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DC1BEEB-14F5-45D2-82FF-D1EB7D7C36FE}"/>
              </a:ext>
            </a:extLst>
          </p:cNvPr>
          <p:cNvSpPr/>
          <p:nvPr/>
        </p:nvSpPr>
        <p:spPr>
          <a:xfrm>
            <a:off x="512872" y="298450"/>
            <a:ext cx="11150600" cy="6261100"/>
          </a:xfrm>
          <a:prstGeom prst="rect">
            <a:avLst/>
          </a:prstGeom>
          <a:blipFill dpi="0" rotWithShape="1">
            <a:blip r:embed="rId2"/>
            <a:srcRect/>
            <a:tile tx="0" ty="0" sx="95000" sy="95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a:extLst>
              <a:ext uri="{FF2B5EF4-FFF2-40B4-BE49-F238E27FC236}">
                <a16:creationId xmlns:a16="http://schemas.microsoft.com/office/drawing/2014/main" id="{25FA78F8-C8BB-491E-9939-060E25CD5903}"/>
              </a:ext>
            </a:extLst>
          </p:cNvPr>
          <p:cNvSpPr/>
          <p:nvPr/>
        </p:nvSpPr>
        <p:spPr>
          <a:xfrm>
            <a:off x="512872" y="298450"/>
            <a:ext cx="11150600" cy="6261100"/>
          </a:xfrm>
          <a:prstGeom prst="rect">
            <a:avLst/>
          </a:prstGeom>
          <a:gradFill flip="none" rotWithShape="1">
            <a:gsLst>
              <a:gs pos="0">
                <a:schemeClr val="bg1">
                  <a:alpha val="21000"/>
                </a:schemeClr>
              </a:gs>
              <a:gs pos="68000">
                <a:schemeClr val="bg1">
                  <a:alpha val="9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120" name="图片 119">
            <a:extLst>
              <a:ext uri="{FF2B5EF4-FFF2-40B4-BE49-F238E27FC236}">
                <a16:creationId xmlns:a16="http://schemas.microsoft.com/office/drawing/2014/main" id="{54C2A7E0-E8CD-48DF-950C-EDC5B746BDDB}"/>
              </a:ext>
            </a:extLst>
          </p:cNvPr>
          <p:cNvPicPr>
            <a:picLocks noChangeAspect="1"/>
          </p:cNvPicPr>
          <p:nvPr/>
        </p:nvPicPr>
        <p:blipFill>
          <a:blip r:embed="rId3"/>
          <a:srcRect t="345" r="50888"/>
          <a:stretch>
            <a:fillRect/>
          </a:stretch>
        </p:blipFill>
        <p:spPr>
          <a:xfrm>
            <a:off x="8932642" y="292558"/>
            <a:ext cx="2697688" cy="5498326"/>
          </a:xfrm>
          <a:custGeom>
            <a:avLst/>
            <a:gdLst>
              <a:gd name="connsiteX0" fmla="*/ 0 w 2697688"/>
              <a:gd name="connsiteY0" fmla="*/ 0 h 5498326"/>
              <a:gd name="connsiteX1" fmla="*/ 2697688 w 2697688"/>
              <a:gd name="connsiteY1" fmla="*/ 0 h 5498326"/>
              <a:gd name="connsiteX2" fmla="*/ 2697688 w 2697688"/>
              <a:gd name="connsiteY2" fmla="*/ 5498326 h 5498326"/>
              <a:gd name="connsiteX3" fmla="*/ 0 w 2697688"/>
              <a:gd name="connsiteY3" fmla="*/ 5498326 h 5498326"/>
            </a:gdLst>
            <a:ahLst/>
            <a:cxnLst>
              <a:cxn ang="0">
                <a:pos x="connsiteX0" y="connsiteY0"/>
              </a:cxn>
              <a:cxn ang="0">
                <a:pos x="connsiteX1" y="connsiteY1"/>
              </a:cxn>
              <a:cxn ang="0">
                <a:pos x="connsiteX2" y="connsiteY2"/>
              </a:cxn>
              <a:cxn ang="0">
                <a:pos x="connsiteX3" y="connsiteY3"/>
              </a:cxn>
            </a:cxnLst>
            <a:rect l="l" t="t" r="r" b="b"/>
            <a:pathLst>
              <a:path w="2697688" h="5498326">
                <a:moveTo>
                  <a:pt x="0" y="0"/>
                </a:moveTo>
                <a:lnTo>
                  <a:pt x="2697688" y="0"/>
                </a:lnTo>
                <a:lnTo>
                  <a:pt x="2697688" y="5498326"/>
                </a:lnTo>
                <a:lnTo>
                  <a:pt x="0" y="5498326"/>
                </a:lnTo>
                <a:close/>
              </a:path>
            </a:pathLst>
          </a:custGeom>
        </p:spPr>
      </p:pic>
      <p:grpSp>
        <p:nvGrpSpPr>
          <p:cNvPr id="121" name="组合 120">
            <a:extLst>
              <a:ext uri="{FF2B5EF4-FFF2-40B4-BE49-F238E27FC236}">
                <a16:creationId xmlns:a16="http://schemas.microsoft.com/office/drawing/2014/main" id="{9E28F7D6-7C7D-4E68-8535-49E43F79B300}"/>
              </a:ext>
            </a:extLst>
          </p:cNvPr>
          <p:cNvGrpSpPr/>
          <p:nvPr/>
        </p:nvGrpSpPr>
        <p:grpSpPr>
          <a:xfrm>
            <a:off x="1077026" y="658922"/>
            <a:ext cx="818884" cy="118133"/>
            <a:chOff x="3873044" y="626487"/>
            <a:chExt cx="818884" cy="118133"/>
          </a:xfrm>
        </p:grpSpPr>
        <p:sp>
          <p:nvSpPr>
            <p:cNvPr id="122" name="椭圆 121">
              <a:extLst>
                <a:ext uri="{FF2B5EF4-FFF2-40B4-BE49-F238E27FC236}">
                  <a16:creationId xmlns:a16="http://schemas.microsoft.com/office/drawing/2014/main" id="{BB17BFBA-D8EC-4B3E-87C0-E7F23F2F9772}"/>
                </a:ext>
              </a:extLst>
            </p:cNvPr>
            <p:cNvSpPr/>
            <p:nvPr/>
          </p:nvSpPr>
          <p:spPr>
            <a:xfrm>
              <a:off x="3873044" y="626487"/>
              <a:ext cx="118133" cy="118133"/>
            </a:xfrm>
            <a:prstGeom prst="ellipse">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23" name="椭圆 122">
              <a:extLst>
                <a:ext uri="{FF2B5EF4-FFF2-40B4-BE49-F238E27FC236}">
                  <a16:creationId xmlns:a16="http://schemas.microsoft.com/office/drawing/2014/main" id="{761DE90F-7F8F-4357-A2D7-54F5E091EFFA}"/>
                </a:ext>
              </a:extLst>
            </p:cNvPr>
            <p:cNvSpPr/>
            <p:nvPr/>
          </p:nvSpPr>
          <p:spPr>
            <a:xfrm>
              <a:off x="4106628" y="626487"/>
              <a:ext cx="118133" cy="118133"/>
            </a:xfrm>
            <a:prstGeom prst="ellipse">
              <a:avLst/>
            </a:prstGeom>
            <a:solidFill>
              <a:srgbClr val="99267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24" name="椭圆 123">
              <a:extLst>
                <a:ext uri="{FF2B5EF4-FFF2-40B4-BE49-F238E27FC236}">
                  <a16:creationId xmlns:a16="http://schemas.microsoft.com/office/drawing/2014/main" id="{D9E21435-4D65-4DBC-B58D-901BB5A72F30}"/>
                </a:ext>
              </a:extLst>
            </p:cNvPr>
            <p:cNvSpPr/>
            <p:nvPr/>
          </p:nvSpPr>
          <p:spPr>
            <a:xfrm>
              <a:off x="4340212" y="626487"/>
              <a:ext cx="118133" cy="118133"/>
            </a:xfrm>
            <a:prstGeom prst="ellipse">
              <a:avLst/>
            </a:prstGeom>
            <a:solidFill>
              <a:srgbClr val="99267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5" name="椭圆 124">
              <a:extLst>
                <a:ext uri="{FF2B5EF4-FFF2-40B4-BE49-F238E27FC236}">
                  <a16:creationId xmlns:a16="http://schemas.microsoft.com/office/drawing/2014/main" id="{9AFD5884-D6B6-4BA2-8E2C-621EE4D61ED7}"/>
                </a:ext>
              </a:extLst>
            </p:cNvPr>
            <p:cNvSpPr/>
            <p:nvPr/>
          </p:nvSpPr>
          <p:spPr>
            <a:xfrm>
              <a:off x="4573795" y="626487"/>
              <a:ext cx="118133" cy="118133"/>
            </a:xfrm>
            <a:prstGeom prst="ellipse">
              <a:avLst/>
            </a:prstGeom>
            <a:solidFill>
              <a:srgbClr val="992677">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grpSp>
        <p:nvGrpSpPr>
          <p:cNvPr id="117" name="组合 116">
            <a:extLst>
              <a:ext uri="{FF2B5EF4-FFF2-40B4-BE49-F238E27FC236}">
                <a16:creationId xmlns:a16="http://schemas.microsoft.com/office/drawing/2014/main" id="{E5B7A4FA-9CD7-4588-BEBE-ADCF8B6064AD}"/>
              </a:ext>
            </a:extLst>
          </p:cNvPr>
          <p:cNvGrpSpPr/>
          <p:nvPr/>
        </p:nvGrpSpPr>
        <p:grpSpPr>
          <a:xfrm>
            <a:off x="7796368" y="4134748"/>
            <a:ext cx="3567149" cy="2092881"/>
            <a:chOff x="7795430" y="4081738"/>
            <a:chExt cx="3567149" cy="2092881"/>
          </a:xfrm>
        </p:grpSpPr>
        <p:grpSp>
          <p:nvGrpSpPr>
            <p:cNvPr id="13" name="组合 12">
              <a:extLst>
                <a:ext uri="{FF2B5EF4-FFF2-40B4-BE49-F238E27FC236}">
                  <a16:creationId xmlns:a16="http://schemas.microsoft.com/office/drawing/2014/main" id="{A0FB4180-BCED-4377-8D4E-9170059782CB}"/>
                </a:ext>
              </a:extLst>
            </p:cNvPr>
            <p:cNvGrpSpPr/>
            <p:nvPr/>
          </p:nvGrpSpPr>
          <p:grpSpPr>
            <a:xfrm>
              <a:off x="7795430" y="4081738"/>
              <a:ext cx="3567149" cy="2092881"/>
              <a:chOff x="7804903" y="4313969"/>
              <a:chExt cx="3567149" cy="2092881"/>
            </a:xfrm>
          </p:grpSpPr>
          <p:sp>
            <p:nvSpPr>
              <p:cNvPr id="10" name="文本框 9">
                <a:extLst>
                  <a:ext uri="{FF2B5EF4-FFF2-40B4-BE49-F238E27FC236}">
                    <a16:creationId xmlns:a16="http://schemas.microsoft.com/office/drawing/2014/main" id="{D48EB233-BE0E-437A-A385-436261F88570}"/>
                  </a:ext>
                </a:extLst>
              </p:cNvPr>
              <p:cNvSpPr txBox="1"/>
              <p:nvPr/>
            </p:nvSpPr>
            <p:spPr>
              <a:xfrm>
                <a:off x="7804903" y="4313969"/>
                <a:ext cx="1137818" cy="2092881"/>
              </a:xfrm>
              <a:prstGeom prst="rect">
                <a:avLst/>
              </a:prstGeom>
              <a:noFill/>
            </p:spPr>
            <p:txBody>
              <a:bodyPr wrap="square" rtlCol="0">
                <a:spAutoFit/>
              </a:bodyPr>
              <a:lstStyle/>
              <a:p>
                <a:r>
                  <a:rPr lang="en-US" altLang="zh-CN" sz="13000" dirty="0">
                    <a:solidFill>
                      <a:srgbClr val="992677"/>
                    </a:solidFill>
                    <a:latin typeface="Arial" panose="020B0604020202020204" pitchFamily="34" charset="0"/>
                    <a:cs typeface="Arial" panose="020B0604020202020204" pitchFamily="34" charset="0"/>
                    <a:sym typeface="+mn-lt"/>
                  </a:rPr>
                  <a:t>2</a:t>
                </a:r>
                <a:endParaRPr lang="zh-CN" altLang="en-US" sz="13000" dirty="0">
                  <a:solidFill>
                    <a:srgbClr val="992677"/>
                  </a:solidFill>
                  <a:latin typeface="Arial" panose="020B0604020202020204" pitchFamily="34" charset="0"/>
                  <a:cs typeface="Arial" panose="020B0604020202020204" pitchFamily="34" charset="0"/>
                  <a:sym typeface="+mn-lt"/>
                </a:endParaRPr>
              </a:p>
            </p:txBody>
          </p:sp>
          <p:sp>
            <p:nvSpPr>
              <p:cNvPr id="11" name="文本框 10">
                <a:extLst>
                  <a:ext uri="{FF2B5EF4-FFF2-40B4-BE49-F238E27FC236}">
                    <a16:creationId xmlns:a16="http://schemas.microsoft.com/office/drawing/2014/main" id="{06CDC6E6-D3A0-4CDA-8B67-65A16BBF6BA2}"/>
                  </a:ext>
                </a:extLst>
              </p:cNvPr>
              <p:cNvSpPr txBox="1"/>
              <p:nvPr/>
            </p:nvSpPr>
            <p:spPr>
              <a:xfrm>
                <a:off x="8678157" y="4577690"/>
                <a:ext cx="2693895" cy="1015663"/>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130" normalizeH="0" noProof="0" dirty="0">
                    <a:ln>
                      <a:noFill/>
                    </a:ln>
                    <a:solidFill>
                      <a:srgbClr val="992677"/>
                    </a:solidFill>
                    <a:effectLst/>
                    <a:uLnTx/>
                    <a:uFillTx/>
                    <a:cs typeface="+mn-ea"/>
                    <a:sym typeface="+mn-lt"/>
                  </a:rPr>
                  <a:t>章节</a:t>
                </a:r>
                <a:r>
                  <a:rPr lang="zh-CN" altLang="en-US" sz="6000" spc="130" dirty="0">
                    <a:solidFill>
                      <a:srgbClr val="992677"/>
                    </a:solidFill>
                    <a:cs typeface="+mn-ea"/>
                    <a:sym typeface="+mn-lt"/>
                  </a:rPr>
                  <a:t>二</a:t>
                </a:r>
                <a:endParaRPr kumimoji="0" lang="zh-CN" altLang="en-US" sz="6000" b="0" i="0" u="none" strike="noStrike" kern="1200" cap="none" spc="130" normalizeH="0" noProof="0" dirty="0">
                  <a:ln>
                    <a:noFill/>
                  </a:ln>
                  <a:solidFill>
                    <a:srgbClr val="992677"/>
                  </a:solidFill>
                  <a:effectLst/>
                  <a:uLnTx/>
                  <a:uFillTx/>
                  <a:cs typeface="+mn-ea"/>
                  <a:sym typeface="+mn-lt"/>
                </a:endParaRPr>
              </a:p>
            </p:txBody>
          </p:sp>
          <p:sp>
            <p:nvSpPr>
              <p:cNvPr id="12" name="矩形 11">
                <a:extLst>
                  <a:ext uri="{FF2B5EF4-FFF2-40B4-BE49-F238E27FC236}">
                    <a16:creationId xmlns:a16="http://schemas.microsoft.com/office/drawing/2014/main" id="{A0E37E8A-1EED-43F0-A416-0226B91CC759}"/>
                  </a:ext>
                </a:extLst>
              </p:cNvPr>
              <p:cNvSpPr/>
              <p:nvPr/>
            </p:nvSpPr>
            <p:spPr>
              <a:xfrm>
                <a:off x="8786190" y="5593353"/>
                <a:ext cx="2358658" cy="356873"/>
              </a:xfrm>
              <a:prstGeom prst="rect">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CN" dirty="0">
                    <a:latin typeface="Arial" panose="020B0604020202020204" pitchFamily="34" charset="0"/>
                    <a:cs typeface="Arial" panose="020B0604020202020204" pitchFamily="34" charset="0"/>
                    <a:sym typeface="+mn-lt"/>
                  </a:rPr>
                  <a:t>CHAPTER TWO</a:t>
                </a:r>
                <a:endParaRPr lang="zh-CN" altLang="en-US" dirty="0">
                  <a:latin typeface="Arial" panose="020B0604020202020204" pitchFamily="34" charset="0"/>
                  <a:cs typeface="Arial" panose="020B0604020202020204" pitchFamily="34" charset="0"/>
                  <a:sym typeface="+mn-lt"/>
                </a:endParaRPr>
              </a:p>
            </p:txBody>
          </p:sp>
        </p:grpSp>
        <p:grpSp>
          <p:nvGrpSpPr>
            <p:cNvPr id="107" name="组合 106">
              <a:extLst>
                <a:ext uri="{FF2B5EF4-FFF2-40B4-BE49-F238E27FC236}">
                  <a16:creationId xmlns:a16="http://schemas.microsoft.com/office/drawing/2014/main" id="{FD002FC1-6038-447B-96DF-732C7EE7783B}"/>
                </a:ext>
              </a:extLst>
            </p:cNvPr>
            <p:cNvGrpSpPr/>
            <p:nvPr/>
          </p:nvGrpSpPr>
          <p:grpSpPr>
            <a:xfrm>
              <a:off x="7935914" y="5796604"/>
              <a:ext cx="3200709" cy="307777"/>
              <a:chOff x="4459962" y="6119842"/>
              <a:chExt cx="3200709" cy="307777"/>
            </a:xfrm>
          </p:grpSpPr>
          <p:sp>
            <p:nvSpPr>
              <p:cNvPr id="108" name="文本框 107">
                <a:extLst>
                  <a:ext uri="{FF2B5EF4-FFF2-40B4-BE49-F238E27FC236}">
                    <a16:creationId xmlns:a16="http://schemas.microsoft.com/office/drawing/2014/main" id="{29DDA52E-AF62-4B8E-B883-B9BE53BB6783}"/>
                  </a:ext>
                </a:extLst>
              </p:cNvPr>
              <p:cNvSpPr txBox="1"/>
              <p:nvPr/>
            </p:nvSpPr>
            <p:spPr>
              <a:xfrm>
                <a:off x="4579744"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团结</a:t>
                </a:r>
              </a:p>
            </p:txBody>
          </p:sp>
          <p:sp>
            <p:nvSpPr>
              <p:cNvPr id="109" name="文本框 108">
                <a:extLst>
                  <a:ext uri="{FF2B5EF4-FFF2-40B4-BE49-F238E27FC236}">
                    <a16:creationId xmlns:a16="http://schemas.microsoft.com/office/drawing/2014/main" id="{249613C6-9795-4CC8-A29D-295DC89A9244}"/>
                  </a:ext>
                </a:extLst>
              </p:cNvPr>
              <p:cNvSpPr txBox="1"/>
              <p:nvPr/>
            </p:nvSpPr>
            <p:spPr>
              <a:xfrm>
                <a:off x="5379921"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献身</a:t>
                </a:r>
              </a:p>
            </p:txBody>
          </p:sp>
          <p:sp>
            <p:nvSpPr>
              <p:cNvPr id="110" name="文本框 109">
                <a:extLst>
                  <a:ext uri="{FF2B5EF4-FFF2-40B4-BE49-F238E27FC236}">
                    <a16:creationId xmlns:a16="http://schemas.microsoft.com/office/drawing/2014/main" id="{2DA4C7C1-2B3D-4453-B597-8A49CF40A30F}"/>
                  </a:ext>
                </a:extLst>
              </p:cNvPr>
              <p:cNvSpPr txBox="1"/>
              <p:nvPr/>
            </p:nvSpPr>
            <p:spPr>
              <a:xfrm>
                <a:off x="6180098"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求是</a:t>
                </a:r>
              </a:p>
            </p:txBody>
          </p:sp>
          <p:sp>
            <p:nvSpPr>
              <p:cNvPr id="111" name="文本框 110">
                <a:extLst>
                  <a:ext uri="{FF2B5EF4-FFF2-40B4-BE49-F238E27FC236}">
                    <a16:creationId xmlns:a16="http://schemas.microsoft.com/office/drawing/2014/main" id="{7FF07036-43F4-404C-80E1-8FC7D446DBE2}"/>
                  </a:ext>
                </a:extLst>
              </p:cNvPr>
              <p:cNvSpPr txBox="1"/>
              <p:nvPr/>
            </p:nvSpPr>
            <p:spPr>
              <a:xfrm>
                <a:off x="6980275"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创新</a:t>
                </a:r>
              </a:p>
            </p:txBody>
          </p:sp>
          <p:cxnSp>
            <p:nvCxnSpPr>
              <p:cNvPr id="112" name="直接连接符 111">
                <a:extLst>
                  <a:ext uri="{FF2B5EF4-FFF2-40B4-BE49-F238E27FC236}">
                    <a16:creationId xmlns:a16="http://schemas.microsoft.com/office/drawing/2014/main" id="{1EAF5FD4-3282-4482-ADE8-1A3AA49D101E}"/>
                  </a:ext>
                </a:extLst>
              </p:cNvPr>
              <p:cNvCxnSpPr/>
              <p:nvPr userDrawn="1"/>
            </p:nvCxnSpPr>
            <p:spPr>
              <a:xfrm>
                <a:off x="6060316"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14B5440-C4DD-4D4B-BA92-4737A72202DD}"/>
                  </a:ext>
                </a:extLst>
              </p:cNvPr>
              <p:cNvCxnSpPr>
                <a:cxnSpLocks/>
              </p:cNvCxnSpPr>
              <p:nvPr userDrawn="1"/>
            </p:nvCxnSpPr>
            <p:spPr>
              <a:xfrm>
                <a:off x="5260139"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0190139E-140D-4D61-BA53-C2F3AB5C28F8}"/>
                  </a:ext>
                </a:extLst>
              </p:cNvPr>
              <p:cNvCxnSpPr/>
              <p:nvPr userDrawn="1"/>
            </p:nvCxnSpPr>
            <p:spPr>
              <a:xfrm>
                <a:off x="6860493"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DEBE80DF-BB7C-4480-99CE-DEFB89B26E4E}"/>
                  </a:ext>
                </a:extLst>
              </p:cNvPr>
              <p:cNvCxnSpPr/>
              <p:nvPr/>
            </p:nvCxnSpPr>
            <p:spPr>
              <a:xfrm>
                <a:off x="7660671"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09B233B3-9B3A-4712-ADCA-DAE97073DF3E}"/>
                  </a:ext>
                </a:extLst>
              </p:cNvPr>
              <p:cNvCxnSpPr>
                <a:cxnSpLocks/>
              </p:cNvCxnSpPr>
              <p:nvPr/>
            </p:nvCxnSpPr>
            <p:spPr>
              <a:xfrm>
                <a:off x="4459962"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311921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矩形: 圆角 149">
            <a:extLst>
              <a:ext uri="{FF2B5EF4-FFF2-40B4-BE49-F238E27FC236}">
                <a16:creationId xmlns:a16="http://schemas.microsoft.com/office/drawing/2014/main" id="{A41069E0-C412-4A8B-9B64-4931C5049FB4}"/>
              </a:ext>
            </a:extLst>
          </p:cNvPr>
          <p:cNvSpPr/>
          <p:nvPr/>
        </p:nvSpPr>
        <p:spPr>
          <a:xfrm>
            <a:off x="3322439" y="505917"/>
            <a:ext cx="1295062" cy="384050"/>
          </a:xfrm>
          <a:prstGeom prst="roundRect">
            <a:avLst>
              <a:gd name="adj" fmla="val 50000"/>
            </a:avLst>
          </a:prstGeom>
          <a:solidFill>
            <a:srgbClr val="992677"/>
          </a:solidFill>
          <a:ln>
            <a:noFill/>
          </a:ln>
          <a:effectLst>
            <a:outerShdw blurRad="63500" sx="102000" sy="102000" algn="ctr" rotWithShape="0">
              <a:srgbClr val="992677">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 name="文本框 2">
            <a:extLst>
              <a:ext uri="{FF2B5EF4-FFF2-40B4-BE49-F238E27FC236}">
                <a16:creationId xmlns:a16="http://schemas.microsoft.com/office/drawing/2014/main" id="{8FFAF340-9527-4BED-8C13-E92A1D252107}"/>
              </a:ext>
            </a:extLst>
          </p:cNvPr>
          <p:cNvSpPr txBox="1"/>
          <p:nvPr/>
        </p:nvSpPr>
        <p:spPr>
          <a:xfrm>
            <a:off x="221581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cs typeface="+mn-ea"/>
                <a:sym typeface="+mn-lt"/>
              </a:rPr>
              <a:t>章节一</a:t>
            </a:r>
          </a:p>
        </p:txBody>
      </p:sp>
      <p:sp>
        <p:nvSpPr>
          <p:cNvPr id="4" name="文本框 3">
            <a:extLst>
              <a:ext uri="{FF2B5EF4-FFF2-40B4-BE49-F238E27FC236}">
                <a16:creationId xmlns:a16="http://schemas.microsoft.com/office/drawing/2014/main" id="{4658865F-7A77-40AE-BFB8-F2A34F8128E3}"/>
              </a:ext>
            </a:extLst>
          </p:cNvPr>
          <p:cNvSpPr txBox="1"/>
          <p:nvPr/>
        </p:nvSpPr>
        <p:spPr>
          <a:xfrm>
            <a:off x="349009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chemeClr val="bg1"/>
                </a:solidFill>
                <a:effectLst/>
                <a:uLnTx/>
                <a:uFillTx/>
                <a:cs typeface="+mn-ea"/>
                <a:sym typeface="+mn-lt"/>
              </a:rPr>
              <a:t>章节二</a:t>
            </a:r>
          </a:p>
        </p:txBody>
      </p:sp>
      <p:sp>
        <p:nvSpPr>
          <p:cNvPr id="5" name="文本框 4">
            <a:extLst>
              <a:ext uri="{FF2B5EF4-FFF2-40B4-BE49-F238E27FC236}">
                <a16:creationId xmlns:a16="http://schemas.microsoft.com/office/drawing/2014/main" id="{7ACB23E4-FBF3-446A-9DCE-EC2FB1764BF1}"/>
              </a:ext>
            </a:extLst>
          </p:cNvPr>
          <p:cNvSpPr txBox="1"/>
          <p:nvPr/>
        </p:nvSpPr>
        <p:spPr>
          <a:xfrm>
            <a:off x="476438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cs typeface="+mn-ea"/>
                <a:sym typeface="+mn-lt"/>
              </a:rPr>
              <a:t>章节三</a:t>
            </a:r>
          </a:p>
        </p:txBody>
      </p:sp>
      <p:sp>
        <p:nvSpPr>
          <p:cNvPr id="6" name="文本框 5">
            <a:extLst>
              <a:ext uri="{FF2B5EF4-FFF2-40B4-BE49-F238E27FC236}">
                <a16:creationId xmlns:a16="http://schemas.microsoft.com/office/drawing/2014/main" id="{E663320C-887E-4421-88CD-C41CD66C7E32}"/>
              </a:ext>
            </a:extLst>
          </p:cNvPr>
          <p:cNvSpPr txBox="1"/>
          <p:nvPr/>
        </p:nvSpPr>
        <p:spPr>
          <a:xfrm>
            <a:off x="603866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cs typeface="+mn-ea"/>
                <a:sym typeface="+mn-lt"/>
              </a:rPr>
              <a:t>章节四</a:t>
            </a:r>
          </a:p>
        </p:txBody>
      </p:sp>
      <p:sp>
        <p:nvSpPr>
          <p:cNvPr id="7" name="文本框 6">
            <a:extLst>
              <a:ext uri="{FF2B5EF4-FFF2-40B4-BE49-F238E27FC236}">
                <a16:creationId xmlns:a16="http://schemas.microsoft.com/office/drawing/2014/main" id="{9F1689E3-F91E-41AB-A728-B8754FFB7CBD}"/>
              </a:ext>
            </a:extLst>
          </p:cNvPr>
          <p:cNvSpPr txBox="1"/>
          <p:nvPr/>
        </p:nvSpPr>
        <p:spPr>
          <a:xfrm>
            <a:off x="731295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cs typeface="+mn-ea"/>
                <a:sym typeface="+mn-lt"/>
              </a:rPr>
              <a:t>章节五</a:t>
            </a:r>
          </a:p>
        </p:txBody>
      </p:sp>
      <p:sp>
        <p:nvSpPr>
          <p:cNvPr id="8" name="文本框 7">
            <a:extLst>
              <a:ext uri="{FF2B5EF4-FFF2-40B4-BE49-F238E27FC236}">
                <a16:creationId xmlns:a16="http://schemas.microsoft.com/office/drawing/2014/main" id="{B0006B26-42F7-4C8B-8411-66B0F51F581E}"/>
              </a:ext>
            </a:extLst>
          </p:cNvPr>
          <p:cNvSpPr txBox="1"/>
          <p:nvPr/>
        </p:nvSpPr>
        <p:spPr>
          <a:xfrm>
            <a:off x="8587241"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cs typeface="+mn-ea"/>
                <a:sym typeface="+mn-lt"/>
              </a:rPr>
              <a:t>章节六</a:t>
            </a:r>
          </a:p>
        </p:txBody>
      </p:sp>
      <p:grpSp>
        <p:nvGrpSpPr>
          <p:cNvPr id="9"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684E9D5B-DADC-4F0D-93FD-89A4C8622CE4}"/>
              </a:ext>
            </a:extLst>
          </p:cNvPr>
          <p:cNvGrpSpPr>
            <a:grpSpLocks noChangeAspect="1"/>
          </p:cNvGrpSpPr>
          <p:nvPr>
            <p:custDataLst>
              <p:tags r:id="rId1"/>
            </p:custDataLst>
          </p:nvPr>
        </p:nvGrpSpPr>
        <p:grpSpPr>
          <a:xfrm>
            <a:off x="9870454" y="552258"/>
            <a:ext cx="1265859" cy="291971"/>
            <a:chOff x="2035175" y="2493963"/>
            <a:chExt cx="8121650" cy="1873250"/>
          </a:xfrm>
        </p:grpSpPr>
        <p:sp>
          <p:nvSpPr>
            <p:cNvPr id="10" name="iṡľïḑê">
              <a:extLst>
                <a:ext uri="{FF2B5EF4-FFF2-40B4-BE49-F238E27FC236}">
                  <a16:creationId xmlns:a16="http://schemas.microsoft.com/office/drawing/2014/main" id="{3640AEA9-A7CD-450E-8B40-07FB51F735E6}"/>
                </a:ext>
              </a:extLst>
            </p:cNvPr>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 name="íṩ1iḓê">
              <a:extLst>
                <a:ext uri="{FF2B5EF4-FFF2-40B4-BE49-F238E27FC236}">
                  <a16:creationId xmlns:a16="http://schemas.microsoft.com/office/drawing/2014/main" id="{2E18A09C-D77D-40DE-95AD-6055DECEA917}"/>
                </a:ext>
              </a:extLst>
            </p:cNvPr>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 name="î$ľîḑè">
              <a:extLst>
                <a:ext uri="{FF2B5EF4-FFF2-40B4-BE49-F238E27FC236}">
                  <a16:creationId xmlns:a16="http://schemas.microsoft.com/office/drawing/2014/main" id="{7D2FD3D6-8EED-461D-A1F3-DBE9644882CD}"/>
                </a:ext>
              </a:extLst>
            </p:cNvPr>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 name="isḷiďè">
              <a:extLst>
                <a:ext uri="{FF2B5EF4-FFF2-40B4-BE49-F238E27FC236}">
                  <a16:creationId xmlns:a16="http://schemas.microsoft.com/office/drawing/2014/main" id="{A52EF636-3772-4CAC-8770-F4D433D9D67A}"/>
                </a:ext>
              </a:extLst>
            </p:cNvPr>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 name="iśľíḋè">
              <a:extLst>
                <a:ext uri="{FF2B5EF4-FFF2-40B4-BE49-F238E27FC236}">
                  <a16:creationId xmlns:a16="http://schemas.microsoft.com/office/drawing/2014/main" id="{21F1601C-6766-4A9B-88B6-9CC12E402A8F}"/>
                </a:ext>
              </a:extLst>
            </p:cNvPr>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 name="iṩḻiḋé">
              <a:extLst>
                <a:ext uri="{FF2B5EF4-FFF2-40B4-BE49-F238E27FC236}">
                  <a16:creationId xmlns:a16="http://schemas.microsoft.com/office/drawing/2014/main" id="{E8682674-37AE-4063-8E4C-9B478DBBCD27}"/>
                </a:ext>
              </a:extLst>
            </p:cNvPr>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 name="îṥļïḓè">
              <a:extLst>
                <a:ext uri="{FF2B5EF4-FFF2-40B4-BE49-F238E27FC236}">
                  <a16:creationId xmlns:a16="http://schemas.microsoft.com/office/drawing/2014/main" id="{CA20D7A4-3FF0-47F3-A6EC-7188EB8F2D66}"/>
                </a:ext>
              </a:extLst>
            </p:cNvPr>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7" name="ïṥliḍè">
              <a:extLst>
                <a:ext uri="{FF2B5EF4-FFF2-40B4-BE49-F238E27FC236}">
                  <a16:creationId xmlns:a16="http://schemas.microsoft.com/office/drawing/2014/main" id="{1F5DB394-2BE9-4A3A-84B2-896629D08516}"/>
                </a:ext>
              </a:extLst>
            </p:cNvPr>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8" name="iśḷíḓê">
              <a:extLst>
                <a:ext uri="{FF2B5EF4-FFF2-40B4-BE49-F238E27FC236}">
                  <a16:creationId xmlns:a16="http://schemas.microsoft.com/office/drawing/2014/main" id="{703746F7-B2BE-4895-94B2-E640971E14E7}"/>
                </a:ext>
              </a:extLst>
            </p:cNvPr>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9" name="isļiḓe">
              <a:extLst>
                <a:ext uri="{FF2B5EF4-FFF2-40B4-BE49-F238E27FC236}">
                  <a16:creationId xmlns:a16="http://schemas.microsoft.com/office/drawing/2014/main" id="{3359D131-ED13-438B-AA4F-4F0E36342E58}"/>
                </a:ext>
              </a:extLst>
            </p:cNvPr>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0" name="îs1ïdè">
              <a:extLst>
                <a:ext uri="{FF2B5EF4-FFF2-40B4-BE49-F238E27FC236}">
                  <a16:creationId xmlns:a16="http://schemas.microsoft.com/office/drawing/2014/main" id="{0A6E9CF0-45BB-4F24-B68F-5D1B60467BC8}"/>
                </a:ext>
              </a:extLst>
            </p:cNvPr>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 name="iṡḻïďe">
              <a:extLst>
                <a:ext uri="{FF2B5EF4-FFF2-40B4-BE49-F238E27FC236}">
                  <a16:creationId xmlns:a16="http://schemas.microsoft.com/office/drawing/2014/main" id="{CCFFFBB7-3C76-406F-BEE4-A5569B9019C6}"/>
                </a:ext>
              </a:extLst>
            </p:cNvPr>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 name="ï$ľídè">
              <a:extLst>
                <a:ext uri="{FF2B5EF4-FFF2-40B4-BE49-F238E27FC236}">
                  <a16:creationId xmlns:a16="http://schemas.microsoft.com/office/drawing/2014/main" id="{02BE8588-F188-4158-9F93-DA31D4CACC28}"/>
                </a:ext>
              </a:extLst>
            </p:cNvPr>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 name="isḻïḋê">
              <a:extLst>
                <a:ext uri="{FF2B5EF4-FFF2-40B4-BE49-F238E27FC236}">
                  <a16:creationId xmlns:a16="http://schemas.microsoft.com/office/drawing/2014/main" id="{4051A318-C82D-4158-B2D1-DCF36E173539}"/>
                </a:ext>
              </a:extLst>
            </p:cNvPr>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 name="îṧḷïde">
              <a:extLst>
                <a:ext uri="{FF2B5EF4-FFF2-40B4-BE49-F238E27FC236}">
                  <a16:creationId xmlns:a16="http://schemas.microsoft.com/office/drawing/2014/main" id="{09F11AC9-6450-4978-BBD4-1B45B3CCFF41}"/>
                </a:ext>
              </a:extLst>
            </p:cNvPr>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 name="iṣḷíḍé">
              <a:extLst>
                <a:ext uri="{FF2B5EF4-FFF2-40B4-BE49-F238E27FC236}">
                  <a16:creationId xmlns:a16="http://schemas.microsoft.com/office/drawing/2014/main" id="{E6334316-AE93-4EBD-9036-80EFDB793910}"/>
                </a:ext>
              </a:extLst>
            </p:cNvPr>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26" name="isľïde">
              <a:extLst>
                <a:ext uri="{FF2B5EF4-FFF2-40B4-BE49-F238E27FC236}">
                  <a16:creationId xmlns:a16="http://schemas.microsoft.com/office/drawing/2014/main" id="{F310388A-2E6C-460F-8077-B7C8B7A9F05C}"/>
                </a:ext>
              </a:extLst>
            </p:cNvPr>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 name="îślîḍé">
              <a:extLst>
                <a:ext uri="{FF2B5EF4-FFF2-40B4-BE49-F238E27FC236}">
                  <a16:creationId xmlns:a16="http://schemas.microsoft.com/office/drawing/2014/main" id="{29D367DF-27C1-44EB-A9DD-198803B2D1DA}"/>
                </a:ext>
              </a:extLst>
            </p:cNvPr>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 name="îŝḻiďé">
              <a:extLst>
                <a:ext uri="{FF2B5EF4-FFF2-40B4-BE49-F238E27FC236}">
                  <a16:creationId xmlns:a16="http://schemas.microsoft.com/office/drawing/2014/main" id="{024FCE3E-C605-4309-9182-6E8C868550CC}"/>
                </a:ext>
              </a:extLst>
            </p:cNvPr>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 name="íṣḻiḋè">
              <a:extLst>
                <a:ext uri="{FF2B5EF4-FFF2-40B4-BE49-F238E27FC236}">
                  <a16:creationId xmlns:a16="http://schemas.microsoft.com/office/drawing/2014/main" id="{343CD548-705D-4C9E-8F7D-708C119B8EBD}"/>
                </a:ext>
              </a:extLst>
            </p:cNvPr>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 name="îSlîḓè">
              <a:extLst>
                <a:ext uri="{FF2B5EF4-FFF2-40B4-BE49-F238E27FC236}">
                  <a16:creationId xmlns:a16="http://schemas.microsoft.com/office/drawing/2014/main" id="{A41314F1-7ABE-40FB-AFAC-592559821AE7}"/>
                </a:ext>
              </a:extLst>
            </p:cNvPr>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1" name="iṩḷïdê">
              <a:extLst>
                <a:ext uri="{FF2B5EF4-FFF2-40B4-BE49-F238E27FC236}">
                  <a16:creationId xmlns:a16="http://schemas.microsoft.com/office/drawing/2014/main" id="{5454B314-C929-440F-8EA2-DB3A2527BF6B}"/>
                </a:ext>
              </a:extLst>
            </p:cNvPr>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 name="ïś1ïḍê">
              <a:extLst>
                <a:ext uri="{FF2B5EF4-FFF2-40B4-BE49-F238E27FC236}">
                  <a16:creationId xmlns:a16="http://schemas.microsoft.com/office/drawing/2014/main" id="{D2D0D61E-7171-46D9-97E8-9C88488E26E9}"/>
                </a:ext>
              </a:extLst>
            </p:cNvPr>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 name="îşliḍè">
              <a:extLst>
                <a:ext uri="{FF2B5EF4-FFF2-40B4-BE49-F238E27FC236}">
                  <a16:creationId xmlns:a16="http://schemas.microsoft.com/office/drawing/2014/main" id="{618507E5-0E1B-4C30-823C-C050C074908C}"/>
                </a:ext>
              </a:extLst>
            </p:cNvPr>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 name="išḷidê">
              <a:extLst>
                <a:ext uri="{FF2B5EF4-FFF2-40B4-BE49-F238E27FC236}">
                  <a16:creationId xmlns:a16="http://schemas.microsoft.com/office/drawing/2014/main" id="{90290F59-E40C-4011-8B2D-CC54981988BC}"/>
                </a:ext>
              </a:extLst>
            </p:cNvPr>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 name="îSḻiḍe">
              <a:extLst>
                <a:ext uri="{FF2B5EF4-FFF2-40B4-BE49-F238E27FC236}">
                  <a16:creationId xmlns:a16="http://schemas.microsoft.com/office/drawing/2014/main" id="{A10BCE4F-06D9-4417-B6F2-3F96D9414D97}"/>
                </a:ext>
              </a:extLst>
            </p:cNvPr>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6" name="ïṧļïḍe">
              <a:extLst>
                <a:ext uri="{FF2B5EF4-FFF2-40B4-BE49-F238E27FC236}">
                  <a16:creationId xmlns:a16="http://schemas.microsoft.com/office/drawing/2014/main" id="{B3DD308D-1268-479E-9D84-0330B739039B}"/>
                </a:ext>
              </a:extLst>
            </p:cNvPr>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 name="îŝļïḋé">
              <a:extLst>
                <a:ext uri="{FF2B5EF4-FFF2-40B4-BE49-F238E27FC236}">
                  <a16:creationId xmlns:a16="http://schemas.microsoft.com/office/drawing/2014/main" id="{25D54E3E-9467-41EB-832C-84AB22F00B8C}"/>
                </a:ext>
              </a:extLst>
            </p:cNvPr>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 name="îṡlïḍe">
              <a:extLst>
                <a:ext uri="{FF2B5EF4-FFF2-40B4-BE49-F238E27FC236}">
                  <a16:creationId xmlns:a16="http://schemas.microsoft.com/office/drawing/2014/main" id="{A72D7DD6-1132-4F36-9F65-BD918F492160}"/>
                </a:ext>
              </a:extLst>
            </p:cNvPr>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 name="ïśļïḑê">
              <a:extLst>
                <a:ext uri="{FF2B5EF4-FFF2-40B4-BE49-F238E27FC236}">
                  <a16:creationId xmlns:a16="http://schemas.microsoft.com/office/drawing/2014/main" id="{EBAEA03F-A2D1-42BC-A549-02D3A91AE57A}"/>
                </a:ext>
              </a:extLst>
            </p:cNvPr>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 name="îSľïde">
              <a:extLst>
                <a:ext uri="{FF2B5EF4-FFF2-40B4-BE49-F238E27FC236}">
                  <a16:creationId xmlns:a16="http://schemas.microsoft.com/office/drawing/2014/main" id="{58266C64-B663-4CEA-8540-08A7217A4211}"/>
                </a:ext>
              </a:extLst>
            </p:cNvPr>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 name="iṧḻïdé">
              <a:extLst>
                <a:ext uri="{FF2B5EF4-FFF2-40B4-BE49-F238E27FC236}">
                  <a16:creationId xmlns:a16="http://schemas.microsoft.com/office/drawing/2014/main" id="{30DFED7C-1AFC-494A-9BD4-D18D7BC2BC9E}"/>
                </a:ext>
              </a:extLst>
            </p:cNvPr>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 name="íŝļíḑé">
              <a:extLst>
                <a:ext uri="{FF2B5EF4-FFF2-40B4-BE49-F238E27FC236}">
                  <a16:creationId xmlns:a16="http://schemas.microsoft.com/office/drawing/2014/main" id="{2E27892A-F56E-4E22-9ECD-2482A6B4DEEB}"/>
                </a:ext>
              </a:extLst>
            </p:cNvPr>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43" name="ï$ļiḑé">
              <a:extLst>
                <a:ext uri="{FF2B5EF4-FFF2-40B4-BE49-F238E27FC236}">
                  <a16:creationId xmlns:a16="http://schemas.microsoft.com/office/drawing/2014/main" id="{62FBF000-4F28-4612-89B5-6ABDDD0575F1}"/>
                </a:ext>
              </a:extLst>
            </p:cNvPr>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 name="îṧļïde">
              <a:extLst>
                <a:ext uri="{FF2B5EF4-FFF2-40B4-BE49-F238E27FC236}">
                  <a16:creationId xmlns:a16="http://schemas.microsoft.com/office/drawing/2014/main" id="{F013EB0B-E52A-45D7-85CA-D0BC1DF8C23A}"/>
                </a:ext>
              </a:extLst>
            </p:cNvPr>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 name="íşlîḍè">
              <a:extLst>
                <a:ext uri="{FF2B5EF4-FFF2-40B4-BE49-F238E27FC236}">
                  <a16:creationId xmlns:a16="http://schemas.microsoft.com/office/drawing/2014/main" id="{53997C13-E0D7-4998-AAD6-1C1F1F067999}"/>
                </a:ext>
              </a:extLst>
            </p:cNvPr>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 name="îŝļîďé">
              <a:extLst>
                <a:ext uri="{FF2B5EF4-FFF2-40B4-BE49-F238E27FC236}">
                  <a16:creationId xmlns:a16="http://schemas.microsoft.com/office/drawing/2014/main" id="{5B73DC7A-2A4B-42EA-A9BB-B7624CC444C9}"/>
                </a:ext>
              </a:extLst>
            </p:cNvPr>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 name="îŝlîḑê">
              <a:extLst>
                <a:ext uri="{FF2B5EF4-FFF2-40B4-BE49-F238E27FC236}">
                  <a16:creationId xmlns:a16="http://schemas.microsoft.com/office/drawing/2014/main" id="{A2C3B65B-575D-4600-9343-A2CED99AAB2D}"/>
                </a:ext>
              </a:extLst>
            </p:cNvPr>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 name="îṣḷïdè">
              <a:extLst>
                <a:ext uri="{FF2B5EF4-FFF2-40B4-BE49-F238E27FC236}">
                  <a16:creationId xmlns:a16="http://schemas.microsoft.com/office/drawing/2014/main" id="{DBAF9FF1-9D17-4B06-9327-85A8C3C36D05}"/>
                </a:ext>
              </a:extLst>
            </p:cNvPr>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9" name="íśļîḍè">
              <a:extLst>
                <a:ext uri="{FF2B5EF4-FFF2-40B4-BE49-F238E27FC236}">
                  <a16:creationId xmlns:a16="http://schemas.microsoft.com/office/drawing/2014/main" id="{89CEB8A6-9D9A-4713-8977-D357ED08F575}"/>
                </a:ext>
              </a:extLst>
            </p:cNvPr>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0" name="íśļïḍe">
              <a:extLst>
                <a:ext uri="{FF2B5EF4-FFF2-40B4-BE49-F238E27FC236}">
                  <a16:creationId xmlns:a16="http://schemas.microsoft.com/office/drawing/2014/main" id="{2CF01ED2-58C0-4CD1-B4A0-117C0854A66D}"/>
                </a:ext>
              </a:extLst>
            </p:cNvPr>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1" name="íŝliḓê">
              <a:extLst>
                <a:ext uri="{FF2B5EF4-FFF2-40B4-BE49-F238E27FC236}">
                  <a16:creationId xmlns:a16="http://schemas.microsoft.com/office/drawing/2014/main" id="{DB7CEB2B-6C3E-48E8-A019-F5C605BB4626}"/>
                </a:ext>
              </a:extLst>
            </p:cNvPr>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2" name="iślïḓê">
              <a:extLst>
                <a:ext uri="{FF2B5EF4-FFF2-40B4-BE49-F238E27FC236}">
                  <a16:creationId xmlns:a16="http://schemas.microsoft.com/office/drawing/2014/main" id="{E1D8AED3-B851-4CEC-8007-FD9AABF561AB}"/>
                </a:ext>
              </a:extLst>
            </p:cNvPr>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3" name="íSlïdè">
              <a:extLst>
                <a:ext uri="{FF2B5EF4-FFF2-40B4-BE49-F238E27FC236}">
                  <a16:creationId xmlns:a16="http://schemas.microsoft.com/office/drawing/2014/main" id="{316D1D50-EF52-4396-B9B6-9B4A6E9DD79B}"/>
                </a:ext>
              </a:extLst>
            </p:cNvPr>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4" name="iṣḻïḍe">
              <a:extLst>
                <a:ext uri="{FF2B5EF4-FFF2-40B4-BE49-F238E27FC236}">
                  <a16:creationId xmlns:a16="http://schemas.microsoft.com/office/drawing/2014/main" id="{EB81F463-8BDB-4E2F-A2D5-FBEEF63F5AF9}"/>
                </a:ext>
              </a:extLst>
            </p:cNvPr>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5" name="ïşľidé">
              <a:extLst>
                <a:ext uri="{FF2B5EF4-FFF2-40B4-BE49-F238E27FC236}">
                  <a16:creationId xmlns:a16="http://schemas.microsoft.com/office/drawing/2014/main" id="{437BB773-7882-4F67-9270-FBE55F640FCD}"/>
                </a:ext>
              </a:extLst>
            </p:cNvPr>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6" name="ïṣliḋê">
              <a:extLst>
                <a:ext uri="{FF2B5EF4-FFF2-40B4-BE49-F238E27FC236}">
                  <a16:creationId xmlns:a16="http://schemas.microsoft.com/office/drawing/2014/main" id="{7CBF1FE7-5F57-462D-9CE3-9D9E1D80C5F2}"/>
                </a:ext>
              </a:extLst>
            </p:cNvPr>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7" name="îṩḻiḓê">
              <a:extLst>
                <a:ext uri="{FF2B5EF4-FFF2-40B4-BE49-F238E27FC236}">
                  <a16:creationId xmlns:a16="http://schemas.microsoft.com/office/drawing/2014/main" id="{2D4085B8-0A30-487E-A0D9-A0B565CFF9B7}"/>
                </a:ext>
              </a:extLst>
            </p:cNvPr>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8" name="iśļîḋè">
              <a:extLst>
                <a:ext uri="{FF2B5EF4-FFF2-40B4-BE49-F238E27FC236}">
                  <a16:creationId xmlns:a16="http://schemas.microsoft.com/office/drawing/2014/main" id="{48D51AFE-A0D3-4D25-A6BA-15B69679FB66}"/>
                </a:ext>
              </a:extLst>
            </p:cNvPr>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9" name="iṣliḓê">
              <a:extLst>
                <a:ext uri="{FF2B5EF4-FFF2-40B4-BE49-F238E27FC236}">
                  <a16:creationId xmlns:a16="http://schemas.microsoft.com/office/drawing/2014/main" id="{46F56081-3F3A-49D8-9CC0-90F2DD881EBD}"/>
                </a:ext>
              </a:extLst>
            </p:cNvPr>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0" name="íṡľiḍê">
              <a:extLst>
                <a:ext uri="{FF2B5EF4-FFF2-40B4-BE49-F238E27FC236}">
                  <a16:creationId xmlns:a16="http://schemas.microsoft.com/office/drawing/2014/main" id="{27D23B8A-00CD-49CF-ABD3-59D21E1328F2}"/>
                </a:ext>
              </a:extLst>
            </p:cNvPr>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1" name="íšlîde">
              <a:extLst>
                <a:ext uri="{FF2B5EF4-FFF2-40B4-BE49-F238E27FC236}">
                  <a16:creationId xmlns:a16="http://schemas.microsoft.com/office/drawing/2014/main" id="{DA7BEA94-52E8-45A7-B556-3B06DC80F34D}"/>
                </a:ext>
              </a:extLst>
            </p:cNvPr>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2" name="îṡḷíḋé">
              <a:extLst>
                <a:ext uri="{FF2B5EF4-FFF2-40B4-BE49-F238E27FC236}">
                  <a16:creationId xmlns:a16="http://schemas.microsoft.com/office/drawing/2014/main" id="{F264360D-A800-431D-9157-BAC754D47E1E}"/>
                </a:ext>
              </a:extLst>
            </p:cNvPr>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3" name="îsḻiḓe">
              <a:extLst>
                <a:ext uri="{FF2B5EF4-FFF2-40B4-BE49-F238E27FC236}">
                  <a16:creationId xmlns:a16="http://schemas.microsoft.com/office/drawing/2014/main" id="{29FE3E56-8543-488C-94AF-2966E7E070CD}"/>
                </a:ext>
              </a:extLst>
            </p:cNvPr>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4" name="î$ļïdè">
              <a:extLst>
                <a:ext uri="{FF2B5EF4-FFF2-40B4-BE49-F238E27FC236}">
                  <a16:creationId xmlns:a16="http://schemas.microsoft.com/office/drawing/2014/main" id="{8683A961-1A2B-453B-A4DF-58D9CEC0C2B2}"/>
                </a:ext>
              </a:extLst>
            </p:cNvPr>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5" name="îṧḷíḓê">
              <a:extLst>
                <a:ext uri="{FF2B5EF4-FFF2-40B4-BE49-F238E27FC236}">
                  <a16:creationId xmlns:a16="http://schemas.microsoft.com/office/drawing/2014/main" id="{D55B9D21-3FAE-45A4-AEBD-619AE8ABD711}"/>
                </a:ext>
              </a:extLst>
            </p:cNvPr>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6" name="íṩ1iḑê">
              <a:extLst>
                <a:ext uri="{FF2B5EF4-FFF2-40B4-BE49-F238E27FC236}">
                  <a16:creationId xmlns:a16="http://schemas.microsoft.com/office/drawing/2014/main" id="{A484E2C8-A054-42F6-B6DB-D6083CD6A047}"/>
                </a:ext>
              </a:extLst>
            </p:cNvPr>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7" name="îṥlîdê">
              <a:extLst>
                <a:ext uri="{FF2B5EF4-FFF2-40B4-BE49-F238E27FC236}">
                  <a16:creationId xmlns:a16="http://schemas.microsoft.com/office/drawing/2014/main" id="{843E0F10-9849-46BF-8BE8-38CF02073F93}"/>
                </a:ext>
              </a:extLst>
            </p:cNvPr>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8" name="îṧľîḑé">
              <a:extLst>
                <a:ext uri="{FF2B5EF4-FFF2-40B4-BE49-F238E27FC236}">
                  <a16:creationId xmlns:a16="http://schemas.microsoft.com/office/drawing/2014/main" id="{329613D1-6829-4A72-A662-544F825F0C98}"/>
                </a:ext>
              </a:extLst>
            </p:cNvPr>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9" name="ï$ļíḑe">
              <a:extLst>
                <a:ext uri="{FF2B5EF4-FFF2-40B4-BE49-F238E27FC236}">
                  <a16:creationId xmlns:a16="http://schemas.microsoft.com/office/drawing/2014/main" id="{0E2C0032-8D66-463B-A1BD-625AF6471435}"/>
                </a:ext>
              </a:extLst>
            </p:cNvPr>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0" name="iṩḷïde">
              <a:extLst>
                <a:ext uri="{FF2B5EF4-FFF2-40B4-BE49-F238E27FC236}">
                  <a16:creationId xmlns:a16="http://schemas.microsoft.com/office/drawing/2014/main" id="{FC9C1957-7A5B-41A7-860C-C53D40E96049}"/>
                </a:ext>
              </a:extLst>
            </p:cNvPr>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1" name="í$ḷïďê">
              <a:extLst>
                <a:ext uri="{FF2B5EF4-FFF2-40B4-BE49-F238E27FC236}">
                  <a16:creationId xmlns:a16="http://schemas.microsoft.com/office/drawing/2014/main" id="{4A16B26E-8AEC-47C4-878F-7755B11E124C}"/>
                </a:ext>
              </a:extLst>
            </p:cNvPr>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2" name="îśľïḑe">
              <a:extLst>
                <a:ext uri="{FF2B5EF4-FFF2-40B4-BE49-F238E27FC236}">
                  <a16:creationId xmlns:a16="http://schemas.microsoft.com/office/drawing/2014/main" id="{C87E6EBD-F030-4BE8-AFC3-2CEA161DFDAF}"/>
                </a:ext>
              </a:extLst>
            </p:cNvPr>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3" name="ïSlîḍè">
              <a:extLst>
                <a:ext uri="{FF2B5EF4-FFF2-40B4-BE49-F238E27FC236}">
                  <a16:creationId xmlns:a16="http://schemas.microsoft.com/office/drawing/2014/main" id="{D23A0EAD-CD43-4DCB-91FD-1A8805D64FC0}"/>
                </a:ext>
              </a:extLst>
            </p:cNvPr>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4" name="işliḍé">
              <a:extLst>
                <a:ext uri="{FF2B5EF4-FFF2-40B4-BE49-F238E27FC236}">
                  <a16:creationId xmlns:a16="http://schemas.microsoft.com/office/drawing/2014/main" id="{5E01A4C2-E1FF-4F00-8DEE-12E8DE5281B8}"/>
                </a:ext>
              </a:extLst>
            </p:cNvPr>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5" name="ísḻïde">
              <a:extLst>
                <a:ext uri="{FF2B5EF4-FFF2-40B4-BE49-F238E27FC236}">
                  <a16:creationId xmlns:a16="http://schemas.microsoft.com/office/drawing/2014/main" id="{C1C4B155-7F39-490E-A355-162450DF8D7C}"/>
                </a:ext>
              </a:extLst>
            </p:cNvPr>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6" name="iŝļiḋê">
              <a:extLst>
                <a:ext uri="{FF2B5EF4-FFF2-40B4-BE49-F238E27FC236}">
                  <a16:creationId xmlns:a16="http://schemas.microsoft.com/office/drawing/2014/main" id="{8F51B182-EACF-4A25-8D89-9A4DBBFF0663}"/>
                </a:ext>
              </a:extLst>
            </p:cNvPr>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7" name="iṧḷîdè">
              <a:extLst>
                <a:ext uri="{FF2B5EF4-FFF2-40B4-BE49-F238E27FC236}">
                  <a16:creationId xmlns:a16="http://schemas.microsoft.com/office/drawing/2014/main" id="{CB63ADC4-44CA-43DB-99C3-915F086DFE6F}"/>
                </a:ext>
              </a:extLst>
            </p:cNvPr>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8" name="isļíḍè">
              <a:extLst>
                <a:ext uri="{FF2B5EF4-FFF2-40B4-BE49-F238E27FC236}">
                  <a16:creationId xmlns:a16="http://schemas.microsoft.com/office/drawing/2014/main" id="{40C3BDD2-72DC-4514-90D8-5D4A06A6F059}"/>
                </a:ext>
              </a:extLst>
            </p:cNvPr>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9" name="ïṡ1íḓe">
              <a:extLst>
                <a:ext uri="{FF2B5EF4-FFF2-40B4-BE49-F238E27FC236}">
                  <a16:creationId xmlns:a16="http://schemas.microsoft.com/office/drawing/2014/main" id="{67FB6CD1-E5EE-434F-88E0-FB95407E3440}"/>
                </a:ext>
              </a:extLst>
            </p:cNvPr>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0" name="isḷiḑê">
              <a:extLst>
                <a:ext uri="{FF2B5EF4-FFF2-40B4-BE49-F238E27FC236}">
                  <a16:creationId xmlns:a16="http://schemas.microsoft.com/office/drawing/2014/main" id="{B18F84DA-F1BE-476F-A6AF-9170DF4ED52B}"/>
                </a:ext>
              </a:extLst>
            </p:cNvPr>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1" name="ïṥlíḓê">
              <a:extLst>
                <a:ext uri="{FF2B5EF4-FFF2-40B4-BE49-F238E27FC236}">
                  <a16:creationId xmlns:a16="http://schemas.microsoft.com/office/drawing/2014/main" id="{B14E1F28-B48B-40C6-8433-5919D7FCC85B}"/>
                </a:ext>
              </a:extLst>
            </p:cNvPr>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2" name="îṧḷíḍé">
              <a:extLst>
                <a:ext uri="{FF2B5EF4-FFF2-40B4-BE49-F238E27FC236}">
                  <a16:creationId xmlns:a16="http://schemas.microsoft.com/office/drawing/2014/main" id="{7F39C0DA-E992-4839-9F57-680203EF6AEB}"/>
                </a:ext>
              </a:extLst>
            </p:cNvPr>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3" name="îṩḻïďè">
              <a:extLst>
                <a:ext uri="{FF2B5EF4-FFF2-40B4-BE49-F238E27FC236}">
                  <a16:creationId xmlns:a16="http://schemas.microsoft.com/office/drawing/2014/main" id="{F6E7E505-F159-4740-A30D-155AC0270B55}"/>
                </a:ext>
              </a:extLst>
            </p:cNvPr>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4" name="ïşļídé">
              <a:extLst>
                <a:ext uri="{FF2B5EF4-FFF2-40B4-BE49-F238E27FC236}">
                  <a16:creationId xmlns:a16="http://schemas.microsoft.com/office/drawing/2014/main" id="{A65C1953-E6F5-4B3D-9525-FAE99AF14AAF}"/>
                </a:ext>
              </a:extLst>
            </p:cNvPr>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5" name="iṧḻíďe">
              <a:extLst>
                <a:ext uri="{FF2B5EF4-FFF2-40B4-BE49-F238E27FC236}">
                  <a16:creationId xmlns:a16="http://schemas.microsoft.com/office/drawing/2014/main" id="{679FD05A-F73E-4B5E-8F50-8139F57CA66B}"/>
                </a:ext>
              </a:extLst>
            </p:cNvPr>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6" name="ïSlïḓé">
              <a:extLst>
                <a:ext uri="{FF2B5EF4-FFF2-40B4-BE49-F238E27FC236}">
                  <a16:creationId xmlns:a16="http://schemas.microsoft.com/office/drawing/2014/main" id="{911F7A7D-45B9-4B81-A4CF-7AB7CE143C91}"/>
                </a:ext>
              </a:extLst>
            </p:cNvPr>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7" name="išľîḑé">
              <a:extLst>
                <a:ext uri="{FF2B5EF4-FFF2-40B4-BE49-F238E27FC236}">
                  <a16:creationId xmlns:a16="http://schemas.microsoft.com/office/drawing/2014/main" id="{2F24C1E0-D631-4FBD-BAB1-AB70A86AF5A4}"/>
                </a:ext>
              </a:extLst>
            </p:cNvPr>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8" name="îṥḻîďè">
              <a:extLst>
                <a:ext uri="{FF2B5EF4-FFF2-40B4-BE49-F238E27FC236}">
                  <a16:creationId xmlns:a16="http://schemas.microsoft.com/office/drawing/2014/main" id="{EA0DE2AE-1F5B-4A62-8660-B26A9E664285}"/>
                </a:ext>
              </a:extLst>
            </p:cNvPr>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9" name="i$líḋé">
              <a:extLst>
                <a:ext uri="{FF2B5EF4-FFF2-40B4-BE49-F238E27FC236}">
                  <a16:creationId xmlns:a16="http://schemas.microsoft.com/office/drawing/2014/main" id="{1E52442F-60E4-45B2-AFBD-00C646EA6590}"/>
                </a:ext>
              </a:extLst>
            </p:cNvPr>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0" name="iṡľîḋê">
              <a:extLst>
                <a:ext uri="{FF2B5EF4-FFF2-40B4-BE49-F238E27FC236}">
                  <a16:creationId xmlns:a16="http://schemas.microsoft.com/office/drawing/2014/main" id="{32EFAC2A-8109-4118-A2D1-7B788265E4A0}"/>
                </a:ext>
              </a:extLst>
            </p:cNvPr>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1" name="ïśḷîḍè">
              <a:extLst>
                <a:ext uri="{FF2B5EF4-FFF2-40B4-BE49-F238E27FC236}">
                  <a16:creationId xmlns:a16="http://schemas.microsoft.com/office/drawing/2014/main" id="{F9883EFC-F9EA-4CB4-AD5A-31BEE67E7B6A}"/>
                </a:ext>
              </a:extLst>
            </p:cNvPr>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2" name="íṣļíḓe">
              <a:extLst>
                <a:ext uri="{FF2B5EF4-FFF2-40B4-BE49-F238E27FC236}">
                  <a16:creationId xmlns:a16="http://schemas.microsoft.com/office/drawing/2014/main" id="{3B9445D0-11FD-4281-BFE3-D712DB6514E1}"/>
                </a:ext>
              </a:extLst>
            </p:cNvPr>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3" name="ïslïḓé">
              <a:extLst>
                <a:ext uri="{FF2B5EF4-FFF2-40B4-BE49-F238E27FC236}">
                  <a16:creationId xmlns:a16="http://schemas.microsoft.com/office/drawing/2014/main" id="{96D2DE6A-5A72-4469-95D3-6DD6D9C75020}"/>
                </a:ext>
              </a:extLst>
            </p:cNvPr>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4" name="ïṣḻîḋé">
              <a:extLst>
                <a:ext uri="{FF2B5EF4-FFF2-40B4-BE49-F238E27FC236}">
                  <a16:creationId xmlns:a16="http://schemas.microsoft.com/office/drawing/2014/main" id="{16C3311E-BFA5-4386-95FB-D3F304EDD045}"/>
                </a:ext>
              </a:extLst>
            </p:cNvPr>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5" name="ïṥḷîḓè">
              <a:extLst>
                <a:ext uri="{FF2B5EF4-FFF2-40B4-BE49-F238E27FC236}">
                  <a16:creationId xmlns:a16="http://schemas.microsoft.com/office/drawing/2014/main" id="{027E863E-03BE-42F9-9722-49AFF0C8BBDC}"/>
                </a:ext>
              </a:extLst>
            </p:cNvPr>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6" name="iṥḷíďè">
              <a:extLst>
                <a:ext uri="{FF2B5EF4-FFF2-40B4-BE49-F238E27FC236}">
                  <a16:creationId xmlns:a16="http://schemas.microsoft.com/office/drawing/2014/main" id="{3EEA04FD-50CE-438B-95EE-01AC392B1D4D}"/>
                </a:ext>
              </a:extLst>
            </p:cNvPr>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7" name="ïş1ídè">
              <a:extLst>
                <a:ext uri="{FF2B5EF4-FFF2-40B4-BE49-F238E27FC236}">
                  <a16:creationId xmlns:a16="http://schemas.microsoft.com/office/drawing/2014/main" id="{3CECF893-A264-46C2-B3E5-F50AA467DF59}"/>
                </a:ext>
              </a:extLst>
            </p:cNvPr>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8" name="îŝļiḑe">
              <a:extLst>
                <a:ext uri="{FF2B5EF4-FFF2-40B4-BE49-F238E27FC236}">
                  <a16:creationId xmlns:a16="http://schemas.microsoft.com/office/drawing/2014/main" id="{81633672-AE59-4024-9395-B89D7CCC409D}"/>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9" name="í$ļïḓé">
              <a:extLst>
                <a:ext uri="{FF2B5EF4-FFF2-40B4-BE49-F238E27FC236}">
                  <a16:creationId xmlns:a16="http://schemas.microsoft.com/office/drawing/2014/main" id="{3A9DB627-3993-4EBE-98BF-48BBCFA51A81}"/>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0" name="i$1iďê">
              <a:extLst>
                <a:ext uri="{FF2B5EF4-FFF2-40B4-BE49-F238E27FC236}">
                  <a16:creationId xmlns:a16="http://schemas.microsoft.com/office/drawing/2014/main" id="{78115A67-990F-4166-82C2-8094722673EE}"/>
                </a:ext>
              </a:extLst>
            </p:cNvPr>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01" name="îšḷiḍe">
              <a:extLst>
                <a:ext uri="{FF2B5EF4-FFF2-40B4-BE49-F238E27FC236}">
                  <a16:creationId xmlns:a16="http://schemas.microsoft.com/office/drawing/2014/main" id="{CEA057A8-F5EF-4006-9326-5BA06C9E89D2}"/>
                </a:ext>
              </a:extLst>
            </p:cNvPr>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02" name="íṥlïdê">
              <a:extLst>
                <a:ext uri="{FF2B5EF4-FFF2-40B4-BE49-F238E27FC236}">
                  <a16:creationId xmlns:a16="http://schemas.microsoft.com/office/drawing/2014/main" id="{F082B7A8-ABA6-4201-8572-2C6856DB627D}"/>
                </a:ext>
              </a:extLst>
            </p:cNvPr>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03" name="íśľîďé">
              <a:extLst>
                <a:ext uri="{FF2B5EF4-FFF2-40B4-BE49-F238E27FC236}">
                  <a16:creationId xmlns:a16="http://schemas.microsoft.com/office/drawing/2014/main" id="{0B368769-4319-4040-B061-B3D34A183A9E}"/>
                </a:ext>
              </a:extLst>
            </p:cNvPr>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04" name="iŝḻîdé">
              <a:extLst>
                <a:ext uri="{FF2B5EF4-FFF2-40B4-BE49-F238E27FC236}">
                  <a16:creationId xmlns:a16="http://schemas.microsoft.com/office/drawing/2014/main" id="{F7DB71BB-51E2-4D2B-B451-0B2E06C99A00}"/>
                </a:ext>
              </a:extLst>
            </p:cNvPr>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5" name="ïsḷiḍé">
              <a:extLst>
                <a:ext uri="{FF2B5EF4-FFF2-40B4-BE49-F238E27FC236}">
                  <a16:creationId xmlns:a16="http://schemas.microsoft.com/office/drawing/2014/main" id="{3467E8C4-2B68-4C4D-8702-95FCA6D704F3}"/>
                </a:ext>
              </a:extLst>
            </p:cNvPr>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6" name="íṧ1iďè">
              <a:extLst>
                <a:ext uri="{FF2B5EF4-FFF2-40B4-BE49-F238E27FC236}">
                  <a16:creationId xmlns:a16="http://schemas.microsoft.com/office/drawing/2014/main" id="{22DBC461-190B-4AAF-BF0E-7C1F5D23DB8B}"/>
                </a:ext>
              </a:extLst>
            </p:cNvPr>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7" name="îṩľíḓe">
              <a:extLst>
                <a:ext uri="{FF2B5EF4-FFF2-40B4-BE49-F238E27FC236}">
                  <a16:creationId xmlns:a16="http://schemas.microsoft.com/office/drawing/2014/main" id="{1F4BABDB-C9C0-4813-AB0E-BF0A15F104F1}"/>
                </a:ext>
              </a:extLst>
            </p:cNvPr>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8" name="ïṡ1ïḑé">
              <a:extLst>
                <a:ext uri="{FF2B5EF4-FFF2-40B4-BE49-F238E27FC236}">
                  <a16:creationId xmlns:a16="http://schemas.microsoft.com/office/drawing/2014/main" id="{AACBD2A1-3F58-4867-BFD4-60028E0C9ADA}"/>
                </a:ext>
              </a:extLst>
            </p:cNvPr>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9" name="iṡlíďe">
              <a:extLst>
                <a:ext uri="{FF2B5EF4-FFF2-40B4-BE49-F238E27FC236}">
                  <a16:creationId xmlns:a16="http://schemas.microsoft.com/office/drawing/2014/main" id="{52B59755-D2AC-4B1E-A782-CBF57CE922D2}"/>
                </a:ext>
              </a:extLst>
            </p:cNvPr>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0" name="ïšḷiḍè">
              <a:extLst>
                <a:ext uri="{FF2B5EF4-FFF2-40B4-BE49-F238E27FC236}">
                  <a16:creationId xmlns:a16="http://schemas.microsoft.com/office/drawing/2014/main" id="{61B1F3B7-7141-4820-8F74-136DFCE993EE}"/>
                </a:ext>
              </a:extLst>
            </p:cNvPr>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1" name="í$1îḓè">
              <a:extLst>
                <a:ext uri="{FF2B5EF4-FFF2-40B4-BE49-F238E27FC236}">
                  <a16:creationId xmlns:a16="http://schemas.microsoft.com/office/drawing/2014/main" id="{0B993FD4-7D69-48DE-9CA5-FE3721AE9C75}"/>
                </a:ext>
              </a:extLst>
            </p:cNvPr>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2" name="î$ľidé">
              <a:extLst>
                <a:ext uri="{FF2B5EF4-FFF2-40B4-BE49-F238E27FC236}">
                  <a16:creationId xmlns:a16="http://schemas.microsoft.com/office/drawing/2014/main" id="{501A1CF4-531A-449E-AE2E-98CA2CCC7BBB}"/>
                </a:ext>
              </a:extLst>
            </p:cNvPr>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3" name="išḻïďê">
              <a:extLst>
                <a:ext uri="{FF2B5EF4-FFF2-40B4-BE49-F238E27FC236}">
                  <a16:creationId xmlns:a16="http://schemas.microsoft.com/office/drawing/2014/main" id="{E8F25093-C38B-4266-BE69-3CB529224D45}"/>
                </a:ext>
              </a:extLst>
            </p:cNvPr>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4" name="îSļíďê">
              <a:extLst>
                <a:ext uri="{FF2B5EF4-FFF2-40B4-BE49-F238E27FC236}">
                  <a16:creationId xmlns:a16="http://schemas.microsoft.com/office/drawing/2014/main" id="{709262CE-24F9-4CD1-BDFF-BBCA5F3EF085}"/>
                </a:ext>
              </a:extLst>
            </p:cNvPr>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5" name="íṧḻiḋe">
              <a:extLst>
                <a:ext uri="{FF2B5EF4-FFF2-40B4-BE49-F238E27FC236}">
                  <a16:creationId xmlns:a16="http://schemas.microsoft.com/office/drawing/2014/main" id="{909EB1FB-4692-400A-90AF-698E8F432722}"/>
                </a:ext>
              </a:extLst>
            </p:cNvPr>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6" name="îṡ1iďé">
              <a:extLst>
                <a:ext uri="{FF2B5EF4-FFF2-40B4-BE49-F238E27FC236}">
                  <a16:creationId xmlns:a16="http://schemas.microsoft.com/office/drawing/2014/main" id="{F698AF58-259D-4FDD-88A8-1A22E5EB57A6}"/>
                </a:ext>
              </a:extLst>
            </p:cNvPr>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7" name="ï$ḷïdè">
              <a:extLst>
                <a:ext uri="{FF2B5EF4-FFF2-40B4-BE49-F238E27FC236}">
                  <a16:creationId xmlns:a16="http://schemas.microsoft.com/office/drawing/2014/main" id="{FECD2D6F-07CC-40B8-A659-B6E298244F89}"/>
                </a:ext>
              </a:extLst>
            </p:cNvPr>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8" name="işlîḋê">
              <a:extLst>
                <a:ext uri="{FF2B5EF4-FFF2-40B4-BE49-F238E27FC236}">
                  <a16:creationId xmlns:a16="http://schemas.microsoft.com/office/drawing/2014/main" id="{85AB7692-E2F5-4CB5-8E5B-BA8F7D294AC4}"/>
                </a:ext>
              </a:extLst>
            </p:cNvPr>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9" name="işḻïḑè">
              <a:extLst>
                <a:ext uri="{FF2B5EF4-FFF2-40B4-BE49-F238E27FC236}">
                  <a16:creationId xmlns:a16="http://schemas.microsoft.com/office/drawing/2014/main" id="{DB6F91A4-AF51-41C5-B4E3-C1778DDFBA18}"/>
                </a:ext>
              </a:extLst>
            </p:cNvPr>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0" name="ïslidê">
              <a:extLst>
                <a:ext uri="{FF2B5EF4-FFF2-40B4-BE49-F238E27FC236}">
                  <a16:creationId xmlns:a16="http://schemas.microsoft.com/office/drawing/2014/main" id="{F2F82ED5-1AB2-46D7-8F31-9FAC31CA760D}"/>
                </a:ext>
              </a:extLst>
            </p:cNvPr>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1" name="íṣḻíḑê">
              <a:extLst>
                <a:ext uri="{FF2B5EF4-FFF2-40B4-BE49-F238E27FC236}">
                  <a16:creationId xmlns:a16="http://schemas.microsoft.com/office/drawing/2014/main" id="{1E10B88B-34E4-45D1-862D-DBB0C2CD7203}"/>
                </a:ext>
              </a:extLst>
            </p:cNvPr>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2" name="ísḻídé">
              <a:extLst>
                <a:ext uri="{FF2B5EF4-FFF2-40B4-BE49-F238E27FC236}">
                  <a16:creationId xmlns:a16="http://schemas.microsoft.com/office/drawing/2014/main" id="{440D88B6-24BD-4700-9829-3ACB1070A756}"/>
                </a:ext>
              </a:extLst>
            </p:cNvPr>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3" name="iṧḻide">
              <a:extLst>
                <a:ext uri="{FF2B5EF4-FFF2-40B4-BE49-F238E27FC236}">
                  <a16:creationId xmlns:a16="http://schemas.microsoft.com/office/drawing/2014/main" id="{34B5769B-A68E-47FD-BF3B-B06634DEA926}"/>
                </a:ext>
              </a:extLst>
            </p:cNvPr>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4" name="îṧļïďe">
              <a:extLst>
                <a:ext uri="{FF2B5EF4-FFF2-40B4-BE49-F238E27FC236}">
                  <a16:creationId xmlns:a16="http://schemas.microsoft.com/office/drawing/2014/main" id="{BF9FDB17-1499-4E59-8D5B-8B5A3C5205B8}"/>
                </a:ext>
              </a:extLst>
            </p:cNvPr>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5" name="iṣḷîḋê">
              <a:extLst>
                <a:ext uri="{FF2B5EF4-FFF2-40B4-BE49-F238E27FC236}">
                  <a16:creationId xmlns:a16="http://schemas.microsoft.com/office/drawing/2014/main" id="{4876BC91-31B6-4013-8C13-E3709855AA56}"/>
                </a:ext>
              </a:extLst>
            </p:cNvPr>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6" name="íŝ1ïḍè">
              <a:extLst>
                <a:ext uri="{FF2B5EF4-FFF2-40B4-BE49-F238E27FC236}">
                  <a16:creationId xmlns:a16="http://schemas.microsoft.com/office/drawing/2014/main" id="{54E8A9E5-89F8-4203-9DF1-FB9F820BF77E}"/>
                </a:ext>
              </a:extLst>
            </p:cNvPr>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7" name="íŝlîḋe">
              <a:extLst>
                <a:ext uri="{FF2B5EF4-FFF2-40B4-BE49-F238E27FC236}">
                  <a16:creationId xmlns:a16="http://schemas.microsoft.com/office/drawing/2014/main" id="{55D88AE1-7CE0-4608-9066-C87D04CF9639}"/>
                </a:ext>
              </a:extLst>
            </p:cNvPr>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8" name="iŝḻiďê">
              <a:extLst>
                <a:ext uri="{FF2B5EF4-FFF2-40B4-BE49-F238E27FC236}">
                  <a16:creationId xmlns:a16="http://schemas.microsoft.com/office/drawing/2014/main" id="{5626FE7E-2B82-41CB-BB73-768B4B383AE5}"/>
                </a:ext>
              </a:extLst>
            </p:cNvPr>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9" name="îṥḻiḍè">
              <a:extLst>
                <a:ext uri="{FF2B5EF4-FFF2-40B4-BE49-F238E27FC236}">
                  <a16:creationId xmlns:a16="http://schemas.microsoft.com/office/drawing/2014/main" id="{FA0E1D9B-ED0D-4F7F-8AE5-8C781B0AC9F3}"/>
                </a:ext>
              </a:extLst>
            </p:cNvPr>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0" name="íṩḷîḋe">
              <a:extLst>
                <a:ext uri="{FF2B5EF4-FFF2-40B4-BE49-F238E27FC236}">
                  <a16:creationId xmlns:a16="http://schemas.microsoft.com/office/drawing/2014/main" id="{9196AF0A-B40F-4554-BFB7-A56C9C69970E}"/>
                </a:ext>
              </a:extLst>
            </p:cNvPr>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1" name="iṧḻiḋè">
              <a:extLst>
                <a:ext uri="{FF2B5EF4-FFF2-40B4-BE49-F238E27FC236}">
                  <a16:creationId xmlns:a16="http://schemas.microsoft.com/office/drawing/2014/main" id="{69B8890B-04F5-4D8B-AF3F-8541920E3E5D}"/>
                </a:ext>
              </a:extLst>
            </p:cNvPr>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2" name="î$ľíḓè">
              <a:extLst>
                <a:ext uri="{FF2B5EF4-FFF2-40B4-BE49-F238E27FC236}">
                  <a16:creationId xmlns:a16="http://schemas.microsoft.com/office/drawing/2014/main" id="{200A17D7-CEF8-4A9D-960A-14E2540F40FC}"/>
                </a:ext>
              </a:extLst>
            </p:cNvPr>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3" name="ïsľíďe">
              <a:extLst>
                <a:ext uri="{FF2B5EF4-FFF2-40B4-BE49-F238E27FC236}">
                  <a16:creationId xmlns:a16="http://schemas.microsoft.com/office/drawing/2014/main" id="{1750E848-FA1D-465E-A3A2-C901EACFFFD7}"/>
                </a:ext>
              </a:extLst>
            </p:cNvPr>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4" name="íšḷïdé">
              <a:extLst>
                <a:ext uri="{FF2B5EF4-FFF2-40B4-BE49-F238E27FC236}">
                  <a16:creationId xmlns:a16="http://schemas.microsoft.com/office/drawing/2014/main" id="{D4E39E78-2DA9-4278-953A-0FD778D42A59}"/>
                </a:ext>
              </a:extLst>
            </p:cNvPr>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5" name="ïslîḍê">
              <a:extLst>
                <a:ext uri="{FF2B5EF4-FFF2-40B4-BE49-F238E27FC236}">
                  <a16:creationId xmlns:a16="http://schemas.microsoft.com/office/drawing/2014/main" id="{CA386898-AA3A-4107-90F2-56999C767B02}"/>
                </a:ext>
              </a:extLst>
            </p:cNvPr>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6" name="îŝľíḍè">
              <a:extLst>
                <a:ext uri="{FF2B5EF4-FFF2-40B4-BE49-F238E27FC236}">
                  <a16:creationId xmlns:a16="http://schemas.microsoft.com/office/drawing/2014/main" id="{4C716A33-DBD1-4DB0-BEE6-518CED744210}"/>
                </a:ext>
              </a:extLst>
            </p:cNvPr>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7" name="íşľîḑé">
              <a:extLst>
                <a:ext uri="{FF2B5EF4-FFF2-40B4-BE49-F238E27FC236}">
                  <a16:creationId xmlns:a16="http://schemas.microsoft.com/office/drawing/2014/main" id="{09E318BF-B739-4500-86B7-1AA5D783141B}"/>
                </a:ext>
              </a:extLst>
            </p:cNvPr>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8" name="íSḷîḍè">
              <a:extLst>
                <a:ext uri="{FF2B5EF4-FFF2-40B4-BE49-F238E27FC236}">
                  <a16:creationId xmlns:a16="http://schemas.microsoft.com/office/drawing/2014/main" id="{613A162C-1EF3-4FBD-B6AE-76FE59EE30E9}"/>
                </a:ext>
              </a:extLst>
            </p:cNvPr>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9" name="ïşļîḍè">
              <a:extLst>
                <a:ext uri="{FF2B5EF4-FFF2-40B4-BE49-F238E27FC236}">
                  <a16:creationId xmlns:a16="http://schemas.microsoft.com/office/drawing/2014/main" id="{111A8E77-F008-4FB7-BCAF-AA7200E7F55B}"/>
                </a:ext>
              </a:extLst>
            </p:cNvPr>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0" name="ísḷiḋe">
              <a:extLst>
                <a:ext uri="{FF2B5EF4-FFF2-40B4-BE49-F238E27FC236}">
                  <a16:creationId xmlns:a16="http://schemas.microsoft.com/office/drawing/2014/main" id="{D1ADEACA-25FB-497F-8836-6C4327C834A8}"/>
                </a:ext>
              </a:extLst>
            </p:cNvPr>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1" name="išḷîḓe">
              <a:extLst>
                <a:ext uri="{FF2B5EF4-FFF2-40B4-BE49-F238E27FC236}">
                  <a16:creationId xmlns:a16="http://schemas.microsoft.com/office/drawing/2014/main" id="{1766F417-0584-436F-A78F-BF38926BB02B}"/>
                </a:ext>
              </a:extLst>
            </p:cNvPr>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2" name="ïṩļidê">
              <a:extLst>
                <a:ext uri="{FF2B5EF4-FFF2-40B4-BE49-F238E27FC236}">
                  <a16:creationId xmlns:a16="http://schemas.microsoft.com/office/drawing/2014/main" id="{EE11713C-4551-4E6E-871A-F991548B9E21}"/>
                </a:ext>
              </a:extLst>
            </p:cNvPr>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3" name="îṧliḑe">
              <a:extLst>
                <a:ext uri="{FF2B5EF4-FFF2-40B4-BE49-F238E27FC236}">
                  <a16:creationId xmlns:a16="http://schemas.microsoft.com/office/drawing/2014/main" id="{7B54F049-1C55-47D1-A671-BCE1DAFBA787}"/>
                </a:ext>
              </a:extLst>
            </p:cNvPr>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4" name="ïśḷïḓè">
              <a:extLst>
                <a:ext uri="{FF2B5EF4-FFF2-40B4-BE49-F238E27FC236}">
                  <a16:creationId xmlns:a16="http://schemas.microsoft.com/office/drawing/2014/main" id="{717886D7-F735-415A-AEF5-3F0DCC44A354}"/>
                </a:ext>
              </a:extLst>
            </p:cNvPr>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5" name="ísliďè">
              <a:extLst>
                <a:ext uri="{FF2B5EF4-FFF2-40B4-BE49-F238E27FC236}">
                  <a16:creationId xmlns:a16="http://schemas.microsoft.com/office/drawing/2014/main" id="{5FAB3AC7-4392-44E5-802A-D0FE78B546CC}"/>
                </a:ext>
              </a:extLst>
            </p:cNvPr>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6" name="ïsḷíḍé">
              <a:extLst>
                <a:ext uri="{FF2B5EF4-FFF2-40B4-BE49-F238E27FC236}">
                  <a16:creationId xmlns:a16="http://schemas.microsoft.com/office/drawing/2014/main" id="{1A440CF9-9B93-4E06-81EC-B7ED8D9D5981}"/>
                </a:ext>
              </a:extLst>
            </p:cNvPr>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7" name="ïšlîḑê">
              <a:extLst>
                <a:ext uri="{FF2B5EF4-FFF2-40B4-BE49-F238E27FC236}">
                  <a16:creationId xmlns:a16="http://schemas.microsoft.com/office/drawing/2014/main" id="{53A994E6-7FCF-4A15-878C-412088A7A918}"/>
                </a:ext>
              </a:extLst>
            </p:cNvPr>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8" name="îṧḻîḓé">
              <a:extLst>
                <a:ext uri="{FF2B5EF4-FFF2-40B4-BE49-F238E27FC236}">
                  <a16:creationId xmlns:a16="http://schemas.microsoft.com/office/drawing/2014/main" id="{39E0230E-BB67-4E2C-8962-CB830761BF2E}"/>
                </a:ext>
              </a:extLst>
            </p:cNvPr>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9" name="iśļîḋê">
              <a:extLst>
                <a:ext uri="{FF2B5EF4-FFF2-40B4-BE49-F238E27FC236}">
                  <a16:creationId xmlns:a16="http://schemas.microsoft.com/office/drawing/2014/main" id="{94678A3C-03E6-4484-A09A-20E13EFAC540}"/>
                </a:ext>
              </a:extLst>
            </p:cNvPr>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grpSp>
      <p:cxnSp>
        <p:nvCxnSpPr>
          <p:cNvPr id="154" name="直接连接符 153">
            <a:extLst>
              <a:ext uri="{FF2B5EF4-FFF2-40B4-BE49-F238E27FC236}">
                <a16:creationId xmlns:a16="http://schemas.microsoft.com/office/drawing/2014/main" id="{1ECCEBB6-E99C-4947-8D31-B90547D3BFEC}"/>
              </a:ext>
            </a:extLst>
          </p:cNvPr>
          <p:cNvCxnSpPr/>
          <p:nvPr/>
        </p:nvCxnSpPr>
        <p:spPr>
          <a:xfrm>
            <a:off x="1055688" y="1034980"/>
            <a:ext cx="10052913" cy="0"/>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graphicFrame>
        <p:nvGraphicFramePr>
          <p:cNvPr id="168" name="图示 167">
            <a:extLst>
              <a:ext uri="{FF2B5EF4-FFF2-40B4-BE49-F238E27FC236}">
                <a16:creationId xmlns:a16="http://schemas.microsoft.com/office/drawing/2014/main" id="{2FCD9E2A-BB94-459F-9685-669C6FB04D5D}"/>
              </a:ext>
            </a:extLst>
          </p:cNvPr>
          <p:cNvGraphicFramePr/>
          <p:nvPr>
            <p:extLst>
              <p:ext uri="{D42A27DB-BD31-4B8C-83A1-F6EECF244321}">
                <p14:modId xmlns:p14="http://schemas.microsoft.com/office/powerpoint/2010/main" val="1702710154"/>
              </p:ext>
            </p:extLst>
          </p:nvPr>
        </p:nvGraphicFramePr>
        <p:xfrm>
          <a:off x="5144849" y="1839566"/>
          <a:ext cx="5910306" cy="42278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74" name="图片 173">
            <a:extLst>
              <a:ext uri="{FF2B5EF4-FFF2-40B4-BE49-F238E27FC236}">
                <a16:creationId xmlns:a16="http://schemas.microsoft.com/office/drawing/2014/main" id="{08F0108D-BCD8-4F60-B686-0930906862F9}"/>
              </a:ext>
            </a:extLst>
          </p:cNvPr>
          <p:cNvPicPr>
            <a:picLocks noChangeAspect="1"/>
          </p:cNvPicPr>
          <p:nvPr/>
        </p:nvPicPr>
        <p:blipFill>
          <a:blip r:embed="rId8">
            <a:extLst>
              <a:ext uri="{BEBA8EAE-BF5A-486C-A8C5-ECC9F3942E4B}">
                <a14:imgProps xmlns:a14="http://schemas.microsoft.com/office/drawing/2010/main">
                  <a14:imgLayer r:embed="rId9">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131458" y="1034980"/>
            <a:ext cx="4878790" cy="4878790"/>
          </a:xfrm>
          <a:prstGeom prst="rect">
            <a:avLst/>
          </a:prstGeom>
        </p:spPr>
      </p:pic>
      <p:sp>
        <p:nvSpPr>
          <p:cNvPr id="2" name="标题 1">
            <a:extLst>
              <a:ext uri="{FF2B5EF4-FFF2-40B4-BE49-F238E27FC236}">
                <a16:creationId xmlns:a16="http://schemas.microsoft.com/office/drawing/2014/main" id="{56C82194-B09F-4ADF-AEC9-064F935C0A69}"/>
              </a:ext>
            </a:extLst>
          </p:cNvPr>
          <p:cNvSpPr>
            <a:spLocks noGrp="1"/>
          </p:cNvSpPr>
          <p:nvPr>
            <p:ph type="title"/>
          </p:nvPr>
        </p:nvSpPr>
        <p:spPr/>
        <p:txBody>
          <a:bodyPr>
            <a:normAutofit fontScale="90000"/>
          </a:bodyPr>
          <a:lstStyle/>
          <a:p>
            <a:endParaRPr lang="zh-CN" altLang="en-US">
              <a:latin typeface="+mn-lt"/>
              <a:ea typeface="+mn-ea"/>
              <a:cs typeface="+mn-ea"/>
              <a:sym typeface="+mn-lt"/>
            </a:endParaRPr>
          </a:p>
        </p:txBody>
      </p:sp>
    </p:spTree>
    <p:extLst>
      <p:ext uri="{BB962C8B-B14F-4D97-AF65-F5344CB8AC3E}">
        <p14:creationId xmlns:p14="http://schemas.microsoft.com/office/powerpoint/2010/main" val="535891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矩形: 圆角 149">
            <a:extLst>
              <a:ext uri="{FF2B5EF4-FFF2-40B4-BE49-F238E27FC236}">
                <a16:creationId xmlns:a16="http://schemas.microsoft.com/office/drawing/2014/main" id="{A41069E0-C412-4A8B-9B64-4931C5049FB4}"/>
              </a:ext>
            </a:extLst>
          </p:cNvPr>
          <p:cNvSpPr/>
          <p:nvPr/>
        </p:nvSpPr>
        <p:spPr>
          <a:xfrm>
            <a:off x="3322439" y="505917"/>
            <a:ext cx="1295062" cy="384050"/>
          </a:xfrm>
          <a:prstGeom prst="roundRect">
            <a:avLst>
              <a:gd name="adj" fmla="val 50000"/>
            </a:avLst>
          </a:prstGeom>
          <a:solidFill>
            <a:srgbClr val="992677"/>
          </a:solidFill>
          <a:ln>
            <a:noFill/>
          </a:ln>
          <a:effectLst>
            <a:outerShdw blurRad="63500" sx="102000" sy="102000" algn="ctr" rotWithShape="0">
              <a:srgbClr val="992677">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 name="文本框 2">
            <a:extLst>
              <a:ext uri="{FF2B5EF4-FFF2-40B4-BE49-F238E27FC236}">
                <a16:creationId xmlns:a16="http://schemas.microsoft.com/office/drawing/2014/main" id="{8FFAF340-9527-4BED-8C13-E92A1D252107}"/>
              </a:ext>
            </a:extLst>
          </p:cNvPr>
          <p:cNvSpPr txBox="1"/>
          <p:nvPr/>
        </p:nvSpPr>
        <p:spPr>
          <a:xfrm>
            <a:off x="221581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cs typeface="+mn-ea"/>
                <a:sym typeface="+mn-lt"/>
              </a:rPr>
              <a:t>章节一</a:t>
            </a:r>
          </a:p>
        </p:txBody>
      </p:sp>
      <p:sp>
        <p:nvSpPr>
          <p:cNvPr id="4" name="文本框 3">
            <a:extLst>
              <a:ext uri="{FF2B5EF4-FFF2-40B4-BE49-F238E27FC236}">
                <a16:creationId xmlns:a16="http://schemas.microsoft.com/office/drawing/2014/main" id="{4658865F-7A77-40AE-BFB8-F2A34F8128E3}"/>
              </a:ext>
            </a:extLst>
          </p:cNvPr>
          <p:cNvSpPr txBox="1"/>
          <p:nvPr/>
        </p:nvSpPr>
        <p:spPr>
          <a:xfrm>
            <a:off x="349009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chemeClr val="bg1"/>
                </a:solidFill>
                <a:effectLst/>
                <a:uLnTx/>
                <a:uFillTx/>
                <a:cs typeface="+mn-ea"/>
                <a:sym typeface="+mn-lt"/>
              </a:rPr>
              <a:t>章节二</a:t>
            </a:r>
          </a:p>
        </p:txBody>
      </p:sp>
      <p:sp>
        <p:nvSpPr>
          <p:cNvPr id="5" name="文本框 4">
            <a:extLst>
              <a:ext uri="{FF2B5EF4-FFF2-40B4-BE49-F238E27FC236}">
                <a16:creationId xmlns:a16="http://schemas.microsoft.com/office/drawing/2014/main" id="{7ACB23E4-FBF3-446A-9DCE-EC2FB1764BF1}"/>
              </a:ext>
            </a:extLst>
          </p:cNvPr>
          <p:cNvSpPr txBox="1"/>
          <p:nvPr/>
        </p:nvSpPr>
        <p:spPr>
          <a:xfrm>
            <a:off x="476438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cs typeface="+mn-ea"/>
                <a:sym typeface="+mn-lt"/>
              </a:rPr>
              <a:t>章节三</a:t>
            </a:r>
          </a:p>
        </p:txBody>
      </p:sp>
      <p:sp>
        <p:nvSpPr>
          <p:cNvPr id="6" name="文本框 5">
            <a:extLst>
              <a:ext uri="{FF2B5EF4-FFF2-40B4-BE49-F238E27FC236}">
                <a16:creationId xmlns:a16="http://schemas.microsoft.com/office/drawing/2014/main" id="{E663320C-887E-4421-88CD-C41CD66C7E32}"/>
              </a:ext>
            </a:extLst>
          </p:cNvPr>
          <p:cNvSpPr txBox="1"/>
          <p:nvPr/>
        </p:nvSpPr>
        <p:spPr>
          <a:xfrm>
            <a:off x="6038669"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cs typeface="+mn-ea"/>
                <a:sym typeface="+mn-lt"/>
              </a:rPr>
              <a:t>章节四</a:t>
            </a:r>
          </a:p>
        </p:txBody>
      </p:sp>
      <p:sp>
        <p:nvSpPr>
          <p:cNvPr id="7" name="文本框 6">
            <a:extLst>
              <a:ext uri="{FF2B5EF4-FFF2-40B4-BE49-F238E27FC236}">
                <a16:creationId xmlns:a16="http://schemas.microsoft.com/office/drawing/2014/main" id="{9F1689E3-F91E-41AB-A728-B8754FFB7CBD}"/>
              </a:ext>
            </a:extLst>
          </p:cNvPr>
          <p:cNvSpPr txBox="1"/>
          <p:nvPr/>
        </p:nvSpPr>
        <p:spPr>
          <a:xfrm>
            <a:off x="7312954"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cs typeface="+mn-ea"/>
                <a:sym typeface="+mn-lt"/>
              </a:rPr>
              <a:t>章节五</a:t>
            </a:r>
          </a:p>
        </p:txBody>
      </p:sp>
      <p:sp>
        <p:nvSpPr>
          <p:cNvPr id="8" name="文本框 7">
            <a:extLst>
              <a:ext uri="{FF2B5EF4-FFF2-40B4-BE49-F238E27FC236}">
                <a16:creationId xmlns:a16="http://schemas.microsoft.com/office/drawing/2014/main" id="{B0006B26-42F7-4C8B-8411-66B0F51F581E}"/>
              </a:ext>
            </a:extLst>
          </p:cNvPr>
          <p:cNvSpPr txBox="1"/>
          <p:nvPr/>
        </p:nvSpPr>
        <p:spPr>
          <a:xfrm>
            <a:off x="8587241" y="498189"/>
            <a:ext cx="1083977"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30" normalizeH="0" noProof="0" dirty="0">
                <a:ln>
                  <a:noFill/>
                </a:ln>
                <a:solidFill>
                  <a:srgbClr val="992677"/>
                </a:solidFill>
                <a:effectLst/>
                <a:uLnTx/>
                <a:uFillTx/>
                <a:cs typeface="+mn-ea"/>
                <a:sym typeface="+mn-lt"/>
              </a:rPr>
              <a:t>章节六</a:t>
            </a:r>
          </a:p>
        </p:txBody>
      </p:sp>
      <p:grpSp>
        <p:nvGrpSpPr>
          <p:cNvPr id="9"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684E9D5B-DADC-4F0D-93FD-89A4C8622CE4}"/>
              </a:ext>
            </a:extLst>
          </p:cNvPr>
          <p:cNvGrpSpPr>
            <a:grpSpLocks noChangeAspect="1"/>
          </p:cNvGrpSpPr>
          <p:nvPr>
            <p:custDataLst>
              <p:tags r:id="rId1"/>
            </p:custDataLst>
          </p:nvPr>
        </p:nvGrpSpPr>
        <p:grpSpPr>
          <a:xfrm>
            <a:off x="9870454" y="552258"/>
            <a:ext cx="1265859" cy="291971"/>
            <a:chOff x="2035175" y="2493963"/>
            <a:chExt cx="8121650" cy="1873250"/>
          </a:xfrm>
        </p:grpSpPr>
        <p:sp>
          <p:nvSpPr>
            <p:cNvPr id="10" name="iṡľïḑê">
              <a:extLst>
                <a:ext uri="{FF2B5EF4-FFF2-40B4-BE49-F238E27FC236}">
                  <a16:creationId xmlns:a16="http://schemas.microsoft.com/office/drawing/2014/main" id="{3640AEA9-A7CD-450E-8B40-07FB51F735E6}"/>
                </a:ext>
              </a:extLst>
            </p:cNvPr>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 name="íṩ1iḓê">
              <a:extLst>
                <a:ext uri="{FF2B5EF4-FFF2-40B4-BE49-F238E27FC236}">
                  <a16:creationId xmlns:a16="http://schemas.microsoft.com/office/drawing/2014/main" id="{2E18A09C-D77D-40DE-95AD-6055DECEA917}"/>
                </a:ext>
              </a:extLst>
            </p:cNvPr>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 name="î$ľîḑè">
              <a:extLst>
                <a:ext uri="{FF2B5EF4-FFF2-40B4-BE49-F238E27FC236}">
                  <a16:creationId xmlns:a16="http://schemas.microsoft.com/office/drawing/2014/main" id="{7D2FD3D6-8EED-461D-A1F3-DBE9644882CD}"/>
                </a:ext>
              </a:extLst>
            </p:cNvPr>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 name="isḷiďè">
              <a:extLst>
                <a:ext uri="{FF2B5EF4-FFF2-40B4-BE49-F238E27FC236}">
                  <a16:creationId xmlns:a16="http://schemas.microsoft.com/office/drawing/2014/main" id="{A52EF636-3772-4CAC-8770-F4D433D9D67A}"/>
                </a:ext>
              </a:extLst>
            </p:cNvPr>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 name="iśľíḋè">
              <a:extLst>
                <a:ext uri="{FF2B5EF4-FFF2-40B4-BE49-F238E27FC236}">
                  <a16:creationId xmlns:a16="http://schemas.microsoft.com/office/drawing/2014/main" id="{21F1601C-6766-4A9B-88B6-9CC12E402A8F}"/>
                </a:ext>
              </a:extLst>
            </p:cNvPr>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 name="iṩḻiḋé">
              <a:extLst>
                <a:ext uri="{FF2B5EF4-FFF2-40B4-BE49-F238E27FC236}">
                  <a16:creationId xmlns:a16="http://schemas.microsoft.com/office/drawing/2014/main" id="{E8682674-37AE-4063-8E4C-9B478DBBCD27}"/>
                </a:ext>
              </a:extLst>
            </p:cNvPr>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 name="îṥļïḓè">
              <a:extLst>
                <a:ext uri="{FF2B5EF4-FFF2-40B4-BE49-F238E27FC236}">
                  <a16:creationId xmlns:a16="http://schemas.microsoft.com/office/drawing/2014/main" id="{CA20D7A4-3FF0-47F3-A6EC-7188EB8F2D66}"/>
                </a:ext>
              </a:extLst>
            </p:cNvPr>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7" name="ïṥliḍè">
              <a:extLst>
                <a:ext uri="{FF2B5EF4-FFF2-40B4-BE49-F238E27FC236}">
                  <a16:creationId xmlns:a16="http://schemas.microsoft.com/office/drawing/2014/main" id="{1F5DB394-2BE9-4A3A-84B2-896629D08516}"/>
                </a:ext>
              </a:extLst>
            </p:cNvPr>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8" name="iśḷíḓê">
              <a:extLst>
                <a:ext uri="{FF2B5EF4-FFF2-40B4-BE49-F238E27FC236}">
                  <a16:creationId xmlns:a16="http://schemas.microsoft.com/office/drawing/2014/main" id="{703746F7-B2BE-4895-94B2-E640971E14E7}"/>
                </a:ext>
              </a:extLst>
            </p:cNvPr>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9" name="isļiḓe">
              <a:extLst>
                <a:ext uri="{FF2B5EF4-FFF2-40B4-BE49-F238E27FC236}">
                  <a16:creationId xmlns:a16="http://schemas.microsoft.com/office/drawing/2014/main" id="{3359D131-ED13-438B-AA4F-4F0E36342E58}"/>
                </a:ext>
              </a:extLst>
            </p:cNvPr>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0" name="îs1ïdè">
              <a:extLst>
                <a:ext uri="{FF2B5EF4-FFF2-40B4-BE49-F238E27FC236}">
                  <a16:creationId xmlns:a16="http://schemas.microsoft.com/office/drawing/2014/main" id="{0A6E9CF0-45BB-4F24-B68F-5D1B60467BC8}"/>
                </a:ext>
              </a:extLst>
            </p:cNvPr>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 name="iṡḻïďe">
              <a:extLst>
                <a:ext uri="{FF2B5EF4-FFF2-40B4-BE49-F238E27FC236}">
                  <a16:creationId xmlns:a16="http://schemas.microsoft.com/office/drawing/2014/main" id="{CCFFFBB7-3C76-406F-BEE4-A5569B9019C6}"/>
                </a:ext>
              </a:extLst>
            </p:cNvPr>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 name="ï$ľídè">
              <a:extLst>
                <a:ext uri="{FF2B5EF4-FFF2-40B4-BE49-F238E27FC236}">
                  <a16:creationId xmlns:a16="http://schemas.microsoft.com/office/drawing/2014/main" id="{02BE8588-F188-4158-9F93-DA31D4CACC28}"/>
                </a:ext>
              </a:extLst>
            </p:cNvPr>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 name="isḻïḋê">
              <a:extLst>
                <a:ext uri="{FF2B5EF4-FFF2-40B4-BE49-F238E27FC236}">
                  <a16:creationId xmlns:a16="http://schemas.microsoft.com/office/drawing/2014/main" id="{4051A318-C82D-4158-B2D1-DCF36E173539}"/>
                </a:ext>
              </a:extLst>
            </p:cNvPr>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 name="îṧḷïde">
              <a:extLst>
                <a:ext uri="{FF2B5EF4-FFF2-40B4-BE49-F238E27FC236}">
                  <a16:creationId xmlns:a16="http://schemas.microsoft.com/office/drawing/2014/main" id="{09F11AC9-6450-4978-BBD4-1B45B3CCFF41}"/>
                </a:ext>
              </a:extLst>
            </p:cNvPr>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 name="iṣḷíḍé">
              <a:extLst>
                <a:ext uri="{FF2B5EF4-FFF2-40B4-BE49-F238E27FC236}">
                  <a16:creationId xmlns:a16="http://schemas.microsoft.com/office/drawing/2014/main" id="{E6334316-AE93-4EBD-9036-80EFDB793910}"/>
                </a:ext>
              </a:extLst>
            </p:cNvPr>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26" name="isľïde">
              <a:extLst>
                <a:ext uri="{FF2B5EF4-FFF2-40B4-BE49-F238E27FC236}">
                  <a16:creationId xmlns:a16="http://schemas.microsoft.com/office/drawing/2014/main" id="{F310388A-2E6C-460F-8077-B7C8B7A9F05C}"/>
                </a:ext>
              </a:extLst>
            </p:cNvPr>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 name="îślîḍé">
              <a:extLst>
                <a:ext uri="{FF2B5EF4-FFF2-40B4-BE49-F238E27FC236}">
                  <a16:creationId xmlns:a16="http://schemas.microsoft.com/office/drawing/2014/main" id="{29D367DF-27C1-44EB-A9DD-198803B2D1DA}"/>
                </a:ext>
              </a:extLst>
            </p:cNvPr>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 name="îŝḻiďé">
              <a:extLst>
                <a:ext uri="{FF2B5EF4-FFF2-40B4-BE49-F238E27FC236}">
                  <a16:creationId xmlns:a16="http://schemas.microsoft.com/office/drawing/2014/main" id="{024FCE3E-C605-4309-9182-6E8C868550CC}"/>
                </a:ext>
              </a:extLst>
            </p:cNvPr>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 name="íṣḻiḋè">
              <a:extLst>
                <a:ext uri="{FF2B5EF4-FFF2-40B4-BE49-F238E27FC236}">
                  <a16:creationId xmlns:a16="http://schemas.microsoft.com/office/drawing/2014/main" id="{343CD548-705D-4C9E-8F7D-708C119B8EBD}"/>
                </a:ext>
              </a:extLst>
            </p:cNvPr>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 name="îSlîḓè">
              <a:extLst>
                <a:ext uri="{FF2B5EF4-FFF2-40B4-BE49-F238E27FC236}">
                  <a16:creationId xmlns:a16="http://schemas.microsoft.com/office/drawing/2014/main" id="{A41314F1-7ABE-40FB-AFAC-592559821AE7}"/>
                </a:ext>
              </a:extLst>
            </p:cNvPr>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1" name="iṩḷïdê">
              <a:extLst>
                <a:ext uri="{FF2B5EF4-FFF2-40B4-BE49-F238E27FC236}">
                  <a16:creationId xmlns:a16="http://schemas.microsoft.com/office/drawing/2014/main" id="{5454B314-C929-440F-8EA2-DB3A2527BF6B}"/>
                </a:ext>
              </a:extLst>
            </p:cNvPr>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 name="ïś1ïḍê">
              <a:extLst>
                <a:ext uri="{FF2B5EF4-FFF2-40B4-BE49-F238E27FC236}">
                  <a16:creationId xmlns:a16="http://schemas.microsoft.com/office/drawing/2014/main" id="{D2D0D61E-7171-46D9-97E8-9C88488E26E9}"/>
                </a:ext>
              </a:extLst>
            </p:cNvPr>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 name="îşliḍè">
              <a:extLst>
                <a:ext uri="{FF2B5EF4-FFF2-40B4-BE49-F238E27FC236}">
                  <a16:creationId xmlns:a16="http://schemas.microsoft.com/office/drawing/2014/main" id="{618507E5-0E1B-4C30-823C-C050C074908C}"/>
                </a:ext>
              </a:extLst>
            </p:cNvPr>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 name="išḷidê">
              <a:extLst>
                <a:ext uri="{FF2B5EF4-FFF2-40B4-BE49-F238E27FC236}">
                  <a16:creationId xmlns:a16="http://schemas.microsoft.com/office/drawing/2014/main" id="{90290F59-E40C-4011-8B2D-CC54981988BC}"/>
                </a:ext>
              </a:extLst>
            </p:cNvPr>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 name="îSḻiḍe">
              <a:extLst>
                <a:ext uri="{FF2B5EF4-FFF2-40B4-BE49-F238E27FC236}">
                  <a16:creationId xmlns:a16="http://schemas.microsoft.com/office/drawing/2014/main" id="{A10BCE4F-06D9-4417-B6F2-3F96D9414D97}"/>
                </a:ext>
              </a:extLst>
            </p:cNvPr>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6" name="ïṧļïḍe">
              <a:extLst>
                <a:ext uri="{FF2B5EF4-FFF2-40B4-BE49-F238E27FC236}">
                  <a16:creationId xmlns:a16="http://schemas.microsoft.com/office/drawing/2014/main" id="{B3DD308D-1268-479E-9D84-0330B739039B}"/>
                </a:ext>
              </a:extLst>
            </p:cNvPr>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 name="îŝļïḋé">
              <a:extLst>
                <a:ext uri="{FF2B5EF4-FFF2-40B4-BE49-F238E27FC236}">
                  <a16:creationId xmlns:a16="http://schemas.microsoft.com/office/drawing/2014/main" id="{25D54E3E-9467-41EB-832C-84AB22F00B8C}"/>
                </a:ext>
              </a:extLst>
            </p:cNvPr>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 name="îṡlïḍe">
              <a:extLst>
                <a:ext uri="{FF2B5EF4-FFF2-40B4-BE49-F238E27FC236}">
                  <a16:creationId xmlns:a16="http://schemas.microsoft.com/office/drawing/2014/main" id="{A72D7DD6-1132-4F36-9F65-BD918F492160}"/>
                </a:ext>
              </a:extLst>
            </p:cNvPr>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 name="ïśļïḑê">
              <a:extLst>
                <a:ext uri="{FF2B5EF4-FFF2-40B4-BE49-F238E27FC236}">
                  <a16:creationId xmlns:a16="http://schemas.microsoft.com/office/drawing/2014/main" id="{EBAEA03F-A2D1-42BC-A549-02D3A91AE57A}"/>
                </a:ext>
              </a:extLst>
            </p:cNvPr>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 name="îSľïde">
              <a:extLst>
                <a:ext uri="{FF2B5EF4-FFF2-40B4-BE49-F238E27FC236}">
                  <a16:creationId xmlns:a16="http://schemas.microsoft.com/office/drawing/2014/main" id="{58266C64-B663-4CEA-8540-08A7217A4211}"/>
                </a:ext>
              </a:extLst>
            </p:cNvPr>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 name="iṧḻïdé">
              <a:extLst>
                <a:ext uri="{FF2B5EF4-FFF2-40B4-BE49-F238E27FC236}">
                  <a16:creationId xmlns:a16="http://schemas.microsoft.com/office/drawing/2014/main" id="{30DFED7C-1AFC-494A-9BD4-D18D7BC2BC9E}"/>
                </a:ext>
              </a:extLst>
            </p:cNvPr>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 name="íŝļíḑé">
              <a:extLst>
                <a:ext uri="{FF2B5EF4-FFF2-40B4-BE49-F238E27FC236}">
                  <a16:creationId xmlns:a16="http://schemas.microsoft.com/office/drawing/2014/main" id="{2E27892A-F56E-4E22-9ECD-2482A6B4DEEB}"/>
                </a:ext>
              </a:extLst>
            </p:cNvPr>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43" name="ï$ļiḑé">
              <a:extLst>
                <a:ext uri="{FF2B5EF4-FFF2-40B4-BE49-F238E27FC236}">
                  <a16:creationId xmlns:a16="http://schemas.microsoft.com/office/drawing/2014/main" id="{62FBF000-4F28-4612-89B5-6ABDDD0575F1}"/>
                </a:ext>
              </a:extLst>
            </p:cNvPr>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 name="îṧļïde">
              <a:extLst>
                <a:ext uri="{FF2B5EF4-FFF2-40B4-BE49-F238E27FC236}">
                  <a16:creationId xmlns:a16="http://schemas.microsoft.com/office/drawing/2014/main" id="{F013EB0B-E52A-45D7-85CA-D0BC1DF8C23A}"/>
                </a:ext>
              </a:extLst>
            </p:cNvPr>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 name="íşlîḍè">
              <a:extLst>
                <a:ext uri="{FF2B5EF4-FFF2-40B4-BE49-F238E27FC236}">
                  <a16:creationId xmlns:a16="http://schemas.microsoft.com/office/drawing/2014/main" id="{53997C13-E0D7-4998-AAD6-1C1F1F067999}"/>
                </a:ext>
              </a:extLst>
            </p:cNvPr>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 name="îŝļîďé">
              <a:extLst>
                <a:ext uri="{FF2B5EF4-FFF2-40B4-BE49-F238E27FC236}">
                  <a16:creationId xmlns:a16="http://schemas.microsoft.com/office/drawing/2014/main" id="{5B73DC7A-2A4B-42EA-A9BB-B7624CC444C9}"/>
                </a:ext>
              </a:extLst>
            </p:cNvPr>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 name="îŝlîḑê">
              <a:extLst>
                <a:ext uri="{FF2B5EF4-FFF2-40B4-BE49-F238E27FC236}">
                  <a16:creationId xmlns:a16="http://schemas.microsoft.com/office/drawing/2014/main" id="{A2C3B65B-575D-4600-9343-A2CED99AAB2D}"/>
                </a:ext>
              </a:extLst>
            </p:cNvPr>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 name="îṣḷïdè">
              <a:extLst>
                <a:ext uri="{FF2B5EF4-FFF2-40B4-BE49-F238E27FC236}">
                  <a16:creationId xmlns:a16="http://schemas.microsoft.com/office/drawing/2014/main" id="{DBAF9FF1-9D17-4B06-9327-85A8C3C36D05}"/>
                </a:ext>
              </a:extLst>
            </p:cNvPr>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9" name="íśļîḍè">
              <a:extLst>
                <a:ext uri="{FF2B5EF4-FFF2-40B4-BE49-F238E27FC236}">
                  <a16:creationId xmlns:a16="http://schemas.microsoft.com/office/drawing/2014/main" id="{89CEB8A6-9D9A-4713-8977-D357ED08F575}"/>
                </a:ext>
              </a:extLst>
            </p:cNvPr>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0" name="íśļïḍe">
              <a:extLst>
                <a:ext uri="{FF2B5EF4-FFF2-40B4-BE49-F238E27FC236}">
                  <a16:creationId xmlns:a16="http://schemas.microsoft.com/office/drawing/2014/main" id="{2CF01ED2-58C0-4CD1-B4A0-117C0854A66D}"/>
                </a:ext>
              </a:extLst>
            </p:cNvPr>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1" name="íŝliḓê">
              <a:extLst>
                <a:ext uri="{FF2B5EF4-FFF2-40B4-BE49-F238E27FC236}">
                  <a16:creationId xmlns:a16="http://schemas.microsoft.com/office/drawing/2014/main" id="{DB7CEB2B-6C3E-48E8-A019-F5C605BB4626}"/>
                </a:ext>
              </a:extLst>
            </p:cNvPr>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2" name="iślïḓê">
              <a:extLst>
                <a:ext uri="{FF2B5EF4-FFF2-40B4-BE49-F238E27FC236}">
                  <a16:creationId xmlns:a16="http://schemas.microsoft.com/office/drawing/2014/main" id="{E1D8AED3-B851-4CEC-8007-FD9AABF561AB}"/>
                </a:ext>
              </a:extLst>
            </p:cNvPr>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3" name="íSlïdè">
              <a:extLst>
                <a:ext uri="{FF2B5EF4-FFF2-40B4-BE49-F238E27FC236}">
                  <a16:creationId xmlns:a16="http://schemas.microsoft.com/office/drawing/2014/main" id="{316D1D50-EF52-4396-B9B6-9B4A6E9DD79B}"/>
                </a:ext>
              </a:extLst>
            </p:cNvPr>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4" name="iṣḻïḍe">
              <a:extLst>
                <a:ext uri="{FF2B5EF4-FFF2-40B4-BE49-F238E27FC236}">
                  <a16:creationId xmlns:a16="http://schemas.microsoft.com/office/drawing/2014/main" id="{EB81F463-8BDB-4E2F-A2D5-FBEEF63F5AF9}"/>
                </a:ext>
              </a:extLst>
            </p:cNvPr>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5" name="ïşľidé">
              <a:extLst>
                <a:ext uri="{FF2B5EF4-FFF2-40B4-BE49-F238E27FC236}">
                  <a16:creationId xmlns:a16="http://schemas.microsoft.com/office/drawing/2014/main" id="{437BB773-7882-4F67-9270-FBE55F640FCD}"/>
                </a:ext>
              </a:extLst>
            </p:cNvPr>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6" name="ïṣliḋê">
              <a:extLst>
                <a:ext uri="{FF2B5EF4-FFF2-40B4-BE49-F238E27FC236}">
                  <a16:creationId xmlns:a16="http://schemas.microsoft.com/office/drawing/2014/main" id="{7CBF1FE7-5F57-462D-9CE3-9D9E1D80C5F2}"/>
                </a:ext>
              </a:extLst>
            </p:cNvPr>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7" name="îṩḻiḓê">
              <a:extLst>
                <a:ext uri="{FF2B5EF4-FFF2-40B4-BE49-F238E27FC236}">
                  <a16:creationId xmlns:a16="http://schemas.microsoft.com/office/drawing/2014/main" id="{2D4085B8-0A30-487E-A0D9-A0B565CFF9B7}"/>
                </a:ext>
              </a:extLst>
            </p:cNvPr>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8" name="iśļîḋè">
              <a:extLst>
                <a:ext uri="{FF2B5EF4-FFF2-40B4-BE49-F238E27FC236}">
                  <a16:creationId xmlns:a16="http://schemas.microsoft.com/office/drawing/2014/main" id="{48D51AFE-A0D3-4D25-A6BA-15B69679FB66}"/>
                </a:ext>
              </a:extLst>
            </p:cNvPr>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9" name="iṣliḓê">
              <a:extLst>
                <a:ext uri="{FF2B5EF4-FFF2-40B4-BE49-F238E27FC236}">
                  <a16:creationId xmlns:a16="http://schemas.microsoft.com/office/drawing/2014/main" id="{46F56081-3F3A-49D8-9CC0-90F2DD881EBD}"/>
                </a:ext>
              </a:extLst>
            </p:cNvPr>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0" name="íṡľiḍê">
              <a:extLst>
                <a:ext uri="{FF2B5EF4-FFF2-40B4-BE49-F238E27FC236}">
                  <a16:creationId xmlns:a16="http://schemas.microsoft.com/office/drawing/2014/main" id="{27D23B8A-00CD-49CF-ABD3-59D21E1328F2}"/>
                </a:ext>
              </a:extLst>
            </p:cNvPr>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1" name="íšlîde">
              <a:extLst>
                <a:ext uri="{FF2B5EF4-FFF2-40B4-BE49-F238E27FC236}">
                  <a16:creationId xmlns:a16="http://schemas.microsoft.com/office/drawing/2014/main" id="{DA7BEA94-52E8-45A7-B556-3B06DC80F34D}"/>
                </a:ext>
              </a:extLst>
            </p:cNvPr>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2" name="îṡḷíḋé">
              <a:extLst>
                <a:ext uri="{FF2B5EF4-FFF2-40B4-BE49-F238E27FC236}">
                  <a16:creationId xmlns:a16="http://schemas.microsoft.com/office/drawing/2014/main" id="{F264360D-A800-431D-9157-BAC754D47E1E}"/>
                </a:ext>
              </a:extLst>
            </p:cNvPr>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3" name="îsḻiḓe">
              <a:extLst>
                <a:ext uri="{FF2B5EF4-FFF2-40B4-BE49-F238E27FC236}">
                  <a16:creationId xmlns:a16="http://schemas.microsoft.com/office/drawing/2014/main" id="{29FE3E56-8543-488C-94AF-2966E7E070CD}"/>
                </a:ext>
              </a:extLst>
            </p:cNvPr>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4" name="î$ļïdè">
              <a:extLst>
                <a:ext uri="{FF2B5EF4-FFF2-40B4-BE49-F238E27FC236}">
                  <a16:creationId xmlns:a16="http://schemas.microsoft.com/office/drawing/2014/main" id="{8683A961-1A2B-453B-A4DF-58D9CEC0C2B2}"/>
                </a:ext>
              </a:extLst>
            </p:cNvPr>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5" name="îṧḷíḓê">
              <a:extLst>
                <a:ext uri="{FF2B5EF4-FFF2-40B4-BE49-F238E27FC236}">
                  <a16:creationId xmlns:a16="http://schemas.microsoft.com/office/drawing/2014/main" id="{D55B9D21-3FAE-45A4-AEBD-619AE8ABD711}"/>
                </a:ext>
              </a:extLst>
            </p:cNvPr>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6" name="íṩ1iḑê">
              <a:extLst>
                <a:ext uri="{FF2B5EF4-FFF2-40B4-BE49-F238E27FC236}">
                  <a16:creationId xmlns:a16="http://schemas.microsoft.com/office/drawing/2014/main" id="{A484E2C8-A054-42F6-B6DB-D6083CD6A047}"/>
                </a:ext>
              </a:extLst>
            </p:cNvPr>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7" name="îṥlîdê">
              <a:extLst>
                <a:ext uri="{FF2B5EF4-FFF2-40B4-BE49-F238E27FC236}">
                  <a16:creationId xmlns:a16="http://schemas.microsoft.com/office/drawing/2014/main" id="{843E0F10-9849-46BF-8BE8-38CF02073F93}"/>
                </a:ext>
              </a:extLst>
            </p:cNvPr>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8" name="îṧľîḑé">
              <a:extLst>
                <a:ext uri="{FF2B5EF4-FFF2-40B4-BE49-F238E27FC236}">
                  <a16:creationId xmlns:a16="http://schemas.microsoft.com/office/drawing/2014/main" id="{329613D1-6829-4A72-A662-544F825F0C98}"/>
                </a:ext>
              </a:extLst>
            </p:cNvPr>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9" name="ï$ļíḑe">
              <a:extLst>
                <a:ext uri="{FF2B5EF4-FFF2-40B4-BE49-F238E27FC236}">
                  <a16:creationId xmlns:a16="http://schemas.microsoft.com/office/drawing/2014/main" id="{0E2C0032-8D66-463B-A1BD-625AF6471435}"/>
                </a:ext>
              </a:extLst>
            </p:cNvPr>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0" name="iṩḷïde">
              <a:extLst>
                <a:ext uri="{FF2B5EF4-FFF2-40B4-BE49-F238E27FC236}">
                  <a16:creationId xmlns:a16="http://schemas.microsoft.com/office/drawing/2014/main" id="{FC9C1957-7A5B-41A7-860C-C53D40E96049}"/>
                </a:ext>
              </a:extLst>
            </p:cNvPr>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1" name="í$ḷïďê">
              <a:extLst>
                <a:ext uri="{FF2B5EF4-FFF2-40B4-BE49-F238E27FC236}">
                  <a16:creationId xmlns:a16="http://schemas.microsoft.com/office/drawing/2014/main" id="{4A16B26E-8AEC-47C4-878F-7755B11E124C}"/>
                </a:ext>
              </a:extLst>
            </p:cNvPr>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2" name="îśľïḑe">
              <a:extLst>
                <a:ext uri="{FF2B5EF4-FFF2-40B4-BE49-F238E27FC236}">
                  <a16:creationId xmlns:a16="http://schemas.microsoft.com/office/drawing/2014/main" id="{C87E6EBD-F030-4BE8-AFC3-2CEA161DFDAF}"/>
                </a:ext>
              </a:extLst>
            </p:cNvPr>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3" name="ïSlîḍè">
              <a:extLst>
                <a:ext uri="{FF2B5EF4-FFF2-40B4-BE49-F238E27FC236}">
                  <a16:creationId xmlns:a16="http://schemas.microsoft.com/office/drawing/2014/main" id="{D23A0EAD-CD43-4DCB-91FD-1A8805D64FC0}"/>
                </a:ext>
              </a:extLst>
            </p:cNvPr>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4" name="işliḍé">
              <a:extLst>
                <a:ext uri="{FF2B5EF4-FFF2-40B4-BE49-F238E27FC236}">
                  <a16:creationId xmlns:a16="http://schemas.microsoft.com/office/drawing/2014/main" id="{5E01A4C2-E1FF-4F00-8DEE-12E8DE5281B8}"/>
                </a:ext>
              </a:extLst>
            </p:cNvPr>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5" name="ísḻïde">
              <a:extLst>
                <a:ext uri="{FF2B5EF4-FFF2-40B4-BE49-F238E27FC236}">
                  <a16:creationId xmlns:a16="http://schemas.microsoft.com/office/drawing/2014/main" id="{C1C4B155-7F39-490E-A355-162450DF8D7C}"/>
                </a:ext>
              </a:extLst>
            </p:cNvPr>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6" name="iŝļiḋê">
              <a:extLst>
                <a:ext uri="{FF2B5EF4-FFF2-40B4-BE49-F238E27FC236}">
                  <a16:creationId xmlns:a16="http://schemas.microsoft.com/office/drawing/2014/main" id="{8F51B182-EACF-4A25-8D89-9A4DBBFF0663}"/>
                </a:ext>
              </a:extLst>
            </p:cNvPr>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7" name="iṧḷîdè">
              <a:extLst>
                <a:ext uri="{FF2B5EF4-FFF2-40B4-BE49-F238E27FC236}">
                  <a16:creationId xmlns:a16="http://schemas.microsoft.com/office/drawing/2014/main" id="{CB63ADC4-44CA-43DB-99C3-915F086DFE6F}"/>
                </a:ext>
              </a:extLst>
            </p:cNvPr>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8" name="isļíḍè">
              <a:extLst>
                <a:ext uri="{FF2B5EF4-FFF2-40B4-BE49-F238E27FC236}">
                  <a16:creationId xmlns:a16="http://schemas.microsoft.com/office/drawing/2014/main" id="{40C3BDD2-72DC-4514-90D8-5D4A06A6F059}"/>
                </a:ext>
              </a:extLst>
            </p:cNvPr>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9" name="ïṡ1íḓe">
              <a:extLst>
                <a:ext uri="{FF2B5EF4-FFF2-40B4-BE49-F238E27FC236}">
                  <a16:creationId xmlns:a16="http://schemas.microsoft.com/office/drawing/2014/main" id="{67FB6CD1-E5EE-434F-88E0-FB95407E3440}"/>
                </a:ext>
              </a:extLst>
            </p:cNvPr>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0" name="isḷiḑê">
              <a:extLst>
                <a:ext uri="{FF2B5EF4-FFF2-40B4-BE49-F238E27FC236}">
                  <a16:creationId xmlns:a16="http://schemas.microsoft.com/office/drawing/2014/main" id="{B18F84DA-F1BE-476F-A6AF-9170DF4ED52B}"/>
                </a:ext>
              </a:extLst>
            </p:cNvPr>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1" name="ïṥlíḓê">
              <a:extLst>
                <a:ext uri="{FF2B5EF4-FFF2-40B4-BE49-F238E27FC236}">
                  <a16:creationId xmlns:a16="http://schemas.microsoft.com/office/drawing/2014/main" id="{B14E1F28-B48B-40C6-8433-5919D7FCC85B}"/>
                </a:ext>
              </a:extLst>
            </p:cNvPr>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2" name="îṧḷíḍé">
              <a:extLst>
                <a:ext uri="{FF2B5EF4-FFF2-40B4-BE49-F238E27FC236}">
                  <a16:creationId xmlns:a16="http://schemas.microsoft.com/office/drawing/2014/main" id="{7F39C0DA-E992-4839-9F57-680203EF6AEB}"/>
                </a:ext>
              </a:extLst>
            </p:cNvPr>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3" name="îṩḻïďè">
              <a:extLst>
                <a:ext uri="{FF2B5EF4-FFF2-40B4-BE49-F238E27FC236}">
                  <a16:creationId xmlns:a16="http://schemas.microsoft.com/office/drawing/2014/main" id="{F6E7E505-F159-4740-A30D-155AC0270B55}"/>
                </a:ext>
              </a:extLst>
            </p:cNvPr>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4" name="ïşļídé">
              <a:extLst>
                <a:ext uri="{FF2B5EF4-FFF2-40B4-BE49-F238E27FC236}">
                  <a16:creationId xmlns:a16="http://schemas.microsoft.com/office/drawing/2014/main" id="{A65C1953-E6F5-4B3D-9525-FAE99AF14AAF}"/>
                </a:ext>
              </a:extLst>
            </p:cNvPr>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5" name="iṧḻíďe">
              <a:extLst>
                <a:ext uri="{FF2B5EF4-FFF2-40B4-BE49-F238E27FC236}">
                  <a16:creationId xmlns:a16="http://schemas.microsoft.com/office/drawing/2014/main" id="{679FD05A-F73E-4B5E-8F50-8139F57CA66B}"/>
                </a:ext>
              </a:extLst>
            </p:cNvPr>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6" name="ïSlïḓé">
              <a:extLst>
                <a:ext uri="{FF2B5EF4-FFF2-40B4-BE49-F238E27FC236}">
                  <a16:creationId xmlns:a16="http://schemas.microsoft.com/office/drawing/2014/main" id="{911F7A7D-45B9-4B81-A4CF-7AB7CE143C91}"/>
                </a:ext>
              </a:extLst>
            </p:cNvPr>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7" name="išľîḑé">
              <a:extLst>
                <a:ext uri="{FF2B5EF4-FFF2-40B4-BE49-F238E27FC236}">
                  <a16:creationId xmlns:a16="http://schemas.microsoft.com/office/drawing/2014/main" id="{2F24C1E0-D631-4FBD-BAB1-AB70A86AF5A4}"/>
                </a:ext>
              </a:extLst>
            </p:cNvPr>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8" name="îṥḻîďè">
              <a:extLst>
                <a:ext uri="{FF2B5EF4-FFF2-40B4-BE49-F238E27FC236}">
                  <a16:creationId xmlns:a16="http://schemas.microsoft.com/office/drawing/2014/main" id="{EA0DE2AE-1F5B-4A62-8660-B26A9E664285}"/>
                </a:ext>
              </a:extLst>
            </p:cNvPr>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9" name="i$líḋé">
              <a:extLst>
                <a:ext uri="{FF2B5EF4-FFF2-40B4-BE49-F238E27FC236}">
                  <a16:creationId xmlns:a16="http://schemas.microsoft.com/office/drawing/2014/main" id="{1E52442F-60E4-45B2-AFBD-00C646EA6590}"/>
                </a:ext>
              </a:extLst>
            </p:cNvPr>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0" name="iṡľîḋê">
              <a:extLst>
                <a:ext uri="{FF2B5EF4-FFF2-40B4-BE49-F238E27FC236}">
                  <a16:creationId xmlns:a16="http://schemas.microsoft.com/office/drawing/2014/main" id="{32EFAC2A-8109-4118-A2D1-7B788265E4A0}"/>
                </a:ext>
              </a:extLst>
            </p:cNvPr>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1" name="ïśḷîḍè">
              <a:extLst>
                <a:ext uri="{FF2B5EF4-FFF2-40B4-BE49-F238E27FC236}">
                  <a16:creationId xmlns:a16="http://schemas.microsoft.com/office/drawing/2014/main" id="{F9883EFC-F9EA-4CB4-AD5A-31BEE67E7B6A}"/>
                </a:ext>
              </a:extLst>
            </p:cNvPr>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2" name="íṣļíḓe">
              <a:extLst>
                <a:ext uri="{FF2B5EF4-FFF2-40B4-BE49-F238E27FC236}">
                  <a16:creationId xmlns:a16="http://schemas.microsoft.com/office/drawing/2014/main" id="{3B9445D0-11FD-4281-BFE3-D712DB6514E1}"/>
                </a:ext>
              </a:extLst>
            </p:cNvPr>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3" name="ïslïḓé">
              <a:extLst>
                <a:ext uri="{FF2B5EF4-FFF2-40B4-BE49-F238E27FC236}">
                  <a16:creationId xmlns:a16="http://schemas.microsoft.com/office/drawing/2014/main" id="{96D2DE6A-5A72-4469-95D3-6DD6D9C75020}"/>
                </a:ext>
              </a:extLst>
            </p:cNvPr>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4" name="ïṣḻîḋé">
              <a:extLst>
                <a:ext uri="{FF2B5EF4-FFF2-40B4-BE49-F238E27FC236}">
                  <a16:creationId xmlns:a16="http://schemas.microsoft.com/office/drawing/2014/main" id="{16C3311E-BFA5-4386-95FB-D3F304EDD045}"/>
                </a:ext>
              </a:extLst>
            </p:cNvPr>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5" name="ïṥḷîḓè">
              <a:extLst>
                <a:ext uri="{FF2B5EF4-FFF2-40B4-BE49-F238E27FC236}">
                  <a16:creationId xmlns:a16="http://schemas.microsoft.com/office/drawing/2014/main" id="{027E863E-03BE-42F9-9722-49AFF0C8BBDC}"/>
                </a:ext>
              </a:extLst>
            </p:cNvPr>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6" name="iṥḷíďè">
              <a:extLst>
                <a:ext uri="{FF2B5EF4-FFF2-40B4-BE49-F238E27FC236}">
                  <a16:creationId xmlns:a16="http://schemas.microsoft.com/office/drawing/2014/main" id="{3EEA04FD-50CE-438B-95EE-01AC392B1D4D}"/>
                </a:ext>
              </a:extLst>
            </p:cNvPr>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7" name="ïş1ídè">
              <a:extLst>
                <a:ext uri="{FF2B5EF4-FFF2-40B4-BE49-F238E27FC236}">
                  <a16:creationId xmlns:a16="http://schemas.microsoft.com/office/drawing/2014/main" id="{3CECF893-A264-46C2-B3E5-F50AA467DF59}"/>
                </a:ext>
              </a:extLst>
            </p:cNvPr>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8" name="îŝļiḑe">
              <a:extLst>
                <a:ext uri="{FF2B5EF4-FFF2-40B4-BE49-F238E27FC236}">
                  <a16:creationId xmlns:a16="http://schemas.microsoft.com/office/drawing/2014/main" id="{81633672-AE59-4024-9395-B89D7CCC409D}"/>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9" name="í$ļïḓé">
              <a:extLst>
                <a:ext uri="{FF2B5EF4-FFF2-40B4-BE49-F238E27FC236}">
                  <a16:creationId xmlns:a16="http://schemas.microsoft.com/office/drawing/2014/main" id="{3A9DB627-3993-4EBE-98BF-48BBCFA51A81}"/>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0" name="i$1iďê">
              <a:extLst>
                <a:ext uri="{FF2B5EF4-FFF2-40B4-BE49-F238E27FC236}">
                  <a16:creationId xmlns:a16="http://schemas.microsoft.com/office/drawing/2014/main" id="{78115A67-990F-4166-82C2-8094722673EE}"/>
                </a:ext>
              </a:extLst>
            </p:cNvPr>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01" name="îšḷiḍe">
              <a:extLst>
                <a:ext uri="{FF2B5EF4-FFF2-40B4-BE49-F238E27FC236}">
                  <a16:creationId xmlns:a16="http://schemas.microsoft.com/office/drawing/2014/main" id="{CEA057A8-F5EF-4006-9326-5BA06C9E89D2}"/>
                </a:ext>
              </a:extLst>
            </p:cNvPr>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02" name="íṥlïdê">
              <a:extLst>
                <a:ext uri="{FF2B5EF4-FFF2-40B4-BE49-F238E27FC236}">
                  <a16:creationId xmlns:a16="http://schemas.microsoft.com/office/drawing/2014/main" id="{F082B7A8-ABA6-4201-8572-2C6856DB627D}"/>
                </a:ext>
              </a:extLst>
            </p:cNvPr>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03" name="íśľîďé">
              <a:extLst>
                <a:ext uri="{FF2B5EF4-FFF2-40B4-BE49-F238E27FC236}">
                  <a16:creationId xmlns:a16="http://schemas.microsoft.com/office/drawing/2014/main" id="{0B368769-4319-4040-B061-B3D34A183A9E}"/>
                </a:ext>
              </a:extLst>
            </p:cNvPr>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04" name="iŝḻîdé">
              <a:extLst>
                <a:ext uri="{FF2B5EF4-FFF2-40B4-BE49-F238E27FC236}">
                  <a16:creationId xmlns:a16="http://schemas.microsoft.com/office/drawing/2014/main" id="{F7DB71BB-51E2-4D2B-B451-0B2E06C99A00}"/>
                </a:ext>
              </a:extLst>
            </p:cNvPr>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5" name="ïsḷiḍé">
              <a:extLst>
                <a:ext uri="{FF2B5EF4-FFF2-40B4-BE49-F238E27FC236}">
                  <a16:creationId xmlns:a16="http://schemas.microsoft.com/office/drawing/2014/main" id="{3467E8C4-2B68-4C4D-8702-95FCA6D704F3}"/>
                </a:ext>
              </a:extLst>
            </p:cNvPr>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6" name="íṧ1iďè">
              <a:extLst>
                <a:ext uri="{FF2B5EF4-FFF2-40B4-BE49-F238E27FC236}">
                  <a16:creationId xmlns:a16="http://schemas.microsoft.com/office/drawing/2014/main" id="{22DBC461-190B-4AAF-BF0E-7C1F5D23DB8B}"/>
                </a:ext>
              </a:extLst>
            </p:cNvPr>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7" name="îṩľíḓe">
              <a:extLst>
                <a:ext uri="{FF2B5EF4-FFF2-40B4-BE49-F238E27FC236}">
                  <a16:creationId xmlns:a16="http://schemas.microsoft.com/office/drawing/2014/main" id="{1F4BABDB-C9C0-4813-AB0E-BF0A15F104F1}"/>
                </a:ext>
              </a:extLst>
            </p:cNvPr>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8" name="ïṡ1ïḑé">
              <a:extLst>
                <a:ext uri="{FF2B5EF4-FFF2-40B4-BE49-F238E27FC236}">
                  <a16:creationId xmlns:a16="http://schemas.microsoft.com/office/drawing/2014/main" id="{AACBD2A1-3F58-4867-BFD4-60028E0C9ADA}"/>
                </a:ext>
              </a:extLst>
            </p:cNvPr>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9" name="iṡlíďe">
              <a:extLst>
                <a:ext uri="{FF2B5EF4-FFF2-40B4-BE49-F238E27FC236}">
                  <a16:creationId xmlns:a16="http://schemas.microsoft.com/office/drawing/2014/main" id="{52B59755-D2AC-4B1E-A782-CBF57CE922D2}"/>
                </a:ext>
              </a:extLst>
            </p:cNvPr>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0" name="ïšḷiḍè">
              <a:extLst>
                <a:ext uri="{FF2B5EF4-FFF2-40B4-BE49-F238E27FC236}">
                  <a16:creationId xmlns:a16="http://schemas.microsoft.com/office/drawing/2014/main" id="{61B1F3B7-7141-4820-8F74-136DFCE993EE}"/>
                </a:ext>
              </a:extLst>
            </p:cNvPr>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1" name="í$1îḓè">
              <a:extLst>
                <a:ext uri="{FF2B5EF4-FFF2-40B4-BE49-F238E27FC236}">
                  <a16:creationId xmlns:a16="http://schemas.microsoft.com/office/drawing/2014/main" id="{0B993FD4-7D69-48DE-9CA5-FE3721AE9C75}"/>
                </a:ext>
              </a:extLst>
            </p:cNvPr>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2" name="î$ľidé">
              <a:extLst>
                <a:ext uri="{FF2B5EF4-FFF2-40B4-BE49-F238E27FC236}">
                  <a16:creationId xmlns:a16="http://schemas.microsoft.com/office/drawing/2014/main" id="{501A1CF4-531A-449E-AE2E-98CA2CCC7BBB}"/>
                </a:ext>
              </a:extLst>
            </p:cNvPr>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3" name="išḻïďê">
              <a:extLst>
                <a:ext uri="{FF2B5EF4-FFF2-40B4-BE49-F238E27FC236}">
                  <a16:creationId xmlns:a16="http://schemas.microsoft.com/office/drawing/2014/main" id="{E8F25093-C38B-4266-BE69-3CB529224D45}"/>
                </a:ext>
              </a:extLst>
            </p:cNvPr>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4" name="îSļíďê">
              <a:extLst>
                <a:ext uri="{FF2B5EF4-FFF2-40B4-BE49-F238E27FC236}">
                  <a16:creationId xmlns:a16="http://schemas.microsoft.com/office/drawing/2014/main" id="{709262CE-24F9-4CD1-BDFF-BBCA5F3EF085}"/>
                </a:ext>
              </a:extLst>
            </p:cNvPr>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5" name="íṧḻiḋe">
              <a:extLst>
                <a:ext uri="{FF2B5EF4-FFF2-40B4-BE49-F238E27FC236}">
                  <a16:creationId xmlns:a16="http://schemas.microsoft.com/office/drawing/2014/main" id="{909EB1FB-4692-400A-90AF-698E8F432722}"/>
                </a:ext>
              </a:extLst>
            </p:cNvPr>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6" name="îṡ1iďé">
              <a:extLst>
                <a:ext uri="{FF2B5EF4-FFF2-40B4-BE49-F238E27FC236}">
                  <a16:creationId xmlns:a16="http://schemas.microsoft.com/office/drawing/2014/main" id="{F698AF58-259D-4FDD-88A8-1A22E5EB57A6}"/>
                </a:ext>
              </a:extLst>
            </p:cNvPr>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7" name="ï$ḷïdè">
              <a:extLst>
                <a:ext uri="{FF2B5EF4-FFF2-40B4-BE49-F238E27FC236}">
                  <a16:creationId xmlns:a16="http://schemas.microsoft.com/office/drawing/2014/main" id="{FECD2D6F-07CC-40B8-A659-B6E298244F89}"/>
                </a:ext>
              </a:extLst>
            </p:cNvPr>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8" name="işlîḋê">
              <a:extLst>
                <a:ext uri="{FF2B5EF4-FFF2-40B4-BE49-F238E27FC236}">
                  <a16:creationId xmlns:a16="http://schemas.microsoft.com/office/drawing/2014/main" id="{85AB7692-E2F5-4CB5-8E5B-BA8F7D294AC4}"/>
                </a:ext>
              </a:extLst>
            </p:cNvPr>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9" name="işḻïḑè">
              <a:extLst>
                <a:ext uri="{FF2B5EF4-FFF2-40B4-BE49-F238E27FC236}">
                  <a16:creationId xmlns:a16="http://schemas.microsoft.com/office/drawing/2014/main" id="{DB6F91A4-AF51-41C5-B4E3-C1778DDFBA18}"/>
                </a:ext>
              </a:extLst>
            </p:cNvPr>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0" name="ïslidê">
              <a:extLst>
                <a:ext uri="{FF2B5EF4-FFF2-40B4-BE49-F238E27FC236}">
                  <a16:creationId xmlns:a16="http://schemas.microsoft.com/office/drawing/2014/main" id="{F2F82ED5-1AB2-46D7-8F31-9FAC31CA760D}"/>
                </a:ext>
              </a:extLst>
            </p:cNvPr>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1" name="íṣḻíḑê">
              <a:extLst>
                <a:ext uri="{FF2B5EF4-FFF2-40B4-BE49-F238E27FC236}">
                  <a16:creationId xmlns:a16="http://schemas.microsoft.com/office/drawing/2014/main" id="{1E10B88B-34E4-45D1-862D-DBB0C2CD7203}"/>
                </a:ext>
              </a:extLst>
            </p:cNvPr>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2" name="ísḻídé">
              <a:extLst>
                <a:ext uri="{FF2B5EF4-FFF2-40B4-BE49-F238E27FC236}">
                  <a16:creationId xmlns:a16="http://schemas.microsoft.com/office/drawing/2014/main" id="{440D88B6-24BD-4700-9829-3ACB1070A756}"/>
                </a:ext>
              </a:extLst>
            </p:cNvPr>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3" name="iṧḻide">
              <a:extLst>
                <a:ext uri="{FF2B5EF4-FFF2-40B4-BE49-F238E27FC236}">
                  <a16:creationId xmlns:a16="http://schemas.microsoft.com/office/drawing/2014/main" id="{34B5769B-A68E-47FD-BF3B-B06634DEA926}"/>
                </a:ext>
              </a:extLst>
            </p:cNvPr>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4" name="îṧļïďe">
              <a:extLst>
                <a:ext uri="{FF2B5EF4-FFF2-40B4-BE49-F238E27FC236}">
                  <a16:creationId xmlns:a16="http://schemas.microsoft.com/office/drawing/2014/main" id="{BF9FDB17-1499-4E59-8D5B-8B5A3C5205B8}"/>
                </a:ext>
              </a:extLst>
            </p:cNvPr>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5" name="iṣḷîḋê">
              <a:extLst>
                <a:ext uri="{FF2B5EF4-FFF2-40B4-BE49-F238E27FC236}">
                  <a16:creationId xmlns:a16="http://schemas.microsoft.com/office/drawing/2014/main" id="{4876BC91-31B6-4013-8C13-E3709855AA56}"/>
                </a:ext>
              </a:extLst>
            </p:cNvPr>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6" name="íŝ1ïḍè">
              <a:extLst>
                <a:ext uri="{FF2B5EF4-FFF2-40B4-BE49-F238E27FC236}">
                  <a16:creationId xmlns:a16="http://schemas.microsoft.com/office/drawing/2014/main" id="{54E8A9E5-89F8-4203-9DF1-FB9F820BF77E}"/>
                </a:ext>
              </a:extLst>
            </p:cNvPr>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7" name="íŝlîḋe">
              <a:extLst>
                <a:ext uri="{FF2B5EF4-FFF2-40B4-BE49-F238E27FC236}">
                  <a16:creationId xmlns:a16="http://schemas.microsoft.com/office/drawing/2014/main" id="{55D88AE1-7CE0-4608-9066-C87D04CF9639}"/>
                </a:ext>
              </a:extLst>
            </p:cNvPr>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8" name="iŝḻiďê">
              <a:extLst>
                <a:ext uri="{FF2B5EF4-FFF2-40B4-BE49-F238E27FC236}">
                  <a16:creationId xmlns:a16="http://schemas.microsoft.com/office/drawing/2014/main" id="{5626FE7E-2B82-41CB-BB73-768B4B383AE5}"/>
                </a:ext>
              </a:extLst>
            </p:cNvPr>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9" name="îṥḻiḍè">
              <a:extLst>
                <a:ext uri="{FF2B5EF4-FFF2-40B4-BE49-F238E27FC236}">
                  <a16:creationId xmlns:a16="http://schemas.microsoft.com/office/drawing/2014/main" id="{FA0E1D9B-ED0D-4F7F-8AE5-8C781B0AC9F3}"/>
                </a:ext>
              </a:extLst>
            </p:cNvPr>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0" name="íṩḷîḋe">
              <a:extLst>
                <a:ext uri="{FF2B5EF4-FFF2-40B4-BE49-F238E27FC236}">
                  <a16:creationId xmlns:a16="http://schemas.microsoft.com/office/drawing/2014/main" id="{9196AF0A-B40F-4554-BFB7-A56C9C69970E}"/>
                </a:ext>
              </a:extLst>
            </p:cNvPr>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1" name="iṧḻiḋè">
              <a:extLst>
                <a:ext uri="{FF2B5EF4-FFF2-40B4-BE49-F238E27FC236}">
                  <a16:creationId xmlns:a16="http://schemas.microsoft.com/office/drawing/2014/main" id="{69B8890B-04F5-4D8B-AF3F-8541920E3E5D}"/>
                </a:ext>
              </a:extLst>
            </p:cNvPr>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2" name="î$ľíḓè">
              <a:extLst>
                <a:ext uri="{FF2B5EF4-FFF2-40B4-BE49-F238E27FC236}">
                  <a16:creationId xmlns:a16="http://schemas.microsoft.com/office/drawing/2014/main" id="{200A17D7-CEF8-4A9D-960A-14E2540F40FC}"/>
                </a:ext>
              </a:extLst>
            </p:cNvPr>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3" name="ïsľíďe">
              <a:extLst>
                <a:ext uri="{FF2B5EF4-FFF2-40B4-BE49-F238E27FC236}">
                  <a16:creationId xmlns:a16="http://schemas.microsoft.com/office/drawing/2014/main" id="{1750E848-FA1D-465E-A3A2-C901EACFFFD7}"/>
                </a:ext>
              </a:extLst>
            </p:cNvPr>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4" name="íšḷïdé">
              <a:extLst>
                <a:ext uri="{FF2B5EF4-FFF2-40B4-BE49-F238E27FC236}">
                  <a16:creationId xmlns:a16="http://schemas.microsoft.com/office/drawing/2014/main" id="{D4E39E78-2DA9-4278-953A-0FD778D42A59}"/>
                </a:ext>
              </a:extLst>
            </p:cNvPr>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5" name="ïslîḍê">
              <a:extLst>
                <a:ext uri="{FF2B5EF4-FFF2-40B4-BE49-F238E27FC236}">
                  <a16:creationId xmlns:a16="http://schemas.microsoft.com/office/drawing/2014/main" id="{CA386898-AA3A-4107-90F2-56999C767B02}"/>
                </a:ext>
              </a:extLst>
            </p:cNvPr>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6" name="îŝľíḍè">
              <a:extLst>
                <a:ext uri="{FF2B5EF4-FFF2-40B4-BE49-F238E27FC236}">
                  <a16:creationId xmlns:a16="http://schemas.microsoft.com/office/drawing/2014/main" id="{4C716A33-DBD1-4DB0-BEE6-518CED744210}"/>
                </a:ext>
              </a:extLst>
            </p:cNvPr>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7" name="íşľîḑé">
              <a:extLst>
                <a:ext uri="{FF2B5EF4-FFF2-40B4-BE49-F238E27FC236}">
                  <a16:creationId xmlns:a16="http://schemas.microsoft.com/office/drawing/2014/main" id="{09E318BF-B739-4500-86B7-1AA5D783141B}"/>
                </a:ext>
              </a:extLst>
            </p:cNvPr>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8" name="íSḷîḍè">
              <a:extLst>
                <a:ext uri="{FF2B5EF4-FFF2-40B4-BE49-F238E27FC236}">
                  <a16:creationId xmlns:a16="http://schemas.microsoft.com/office/drawing/2014/main" id="{613A162C-1EF3-4FBD-B6AE-76FE59EE30E9}"/>
                </a:ext>
              </a:extLst>
            </p:cNvPr>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9" name="ïşļîḍè">
              <a:extLst>
                <a:ext uri="{FF2B5EF4-FFF2-40B4-BE49-F238E27FC236}">
                  <a16:creationId xmlns:a16="http://schemas.microsoft.com/office/drawing/2014/main" id="{111A8E77-F008-4FB7-BCAF-AA7200E7F55B}"/>
                </a:ext>
              </a:extLst>
            </p:cNvPr>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0" name="ísḷiḋe">
              <a:extLst>
                <a:ext uri="{FF2B5EF4-FFF2-40B4-BE49-F238E27FC236}">
                  <a16:creationId xmlns:a16="http://schemas.microsoft.com/office/drawing/2014/main" id="{D1ADEACA-25FB-497F-8836-6C4327C834A8}"/>
                </a:ext>
              </a:extLst>
            </p:cNvPr>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1" name="išḷîḓe">
              <a:extLst>
                <a:ext uri="{FF2B5EF4-FFF2-40B4-BE49-F238E27FC236}">
                  <a16:creationId xmlns:a16="http://schemas.microsoft.com/office/drawing/2014/main" id="{1766F417-0584-436F-A78F-BF38926BB02B}"/>
                </a:ext>
              </a:extLst>
            </p:cNvPr>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2" name="ïṩļidê">
              <a:extLst>
                <a:ext uri="{FF2B5EF4-FFF2-40B4-BE49-F238E27FC236}">
                  <a16:creationId xmlns:a16="http://schemas.microsoft.com/office/drawing/2014/main" id="{EE11713C-4551-4E6E-871A-F991548B9E21}"/>
                </a:ext>
              </a:extLst>
            </p:cNvPr>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3" name="îṧliḑe">
              <a:extLst>
                <a:ext uri="{FF2B5EF4-FFF2-40B4-BE49-F238E27FC236}">
                  <a16:creationId xmlns:a16="http://schemas.microsoft.com/office/drawing/2014/main" id="{7B54F049-1C55-47D1-A671-BCE1DAFBA787}"/>
                </a:ext>
              </a:extLst>
            </p:cNvPr>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4" name="ïśḷïḓè">
              <a:extLst>
                <a:ext uri="{FF2B5EF4-FFF2-40B4-BE49-F238E27FC236}">
                  <a16:creationId xmlns:a16="http://schemas.microsoft.com/office/drawing/2014/main" id="{717886D7-F735-415A-AEF5-3F0DCC44A354}"/>
                </a:ext>
              </a:extLst>
            </p:cNvPr>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5" name="ísliďè">
              <a:extLst>
                <a:ext uri="{FF2B5EF4-FFF2-40B4-BE49-F238E27FC236}">
                  <a16:creationId xmlns:a16="http://schemas.microsoft.com/office/drawing/2014/main" id="{5FAB3AC7-4392-44E5-802A-D0FE78B546CC}"/>
                </a:ext>
              </a:extLst>
            </p:cNvPr>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6" name="ïsḷíḍé">
              <a:extLst>
                <a:ext uri="{FF2B5EF4-FFF2-40B4-BE49-F238E27FC236}">
                  <a16:creationId xmlns:a16="http://schemas.microsoft.com/office/drawing/2014/main" id="{1A440CF9-9B93-4E06-81EC-B7ED8D9D5981}"/>
                </a:ext>
              </a:extLst>
            </p:cNvPr>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7" name="ïšlîḑê">
              <a:extLst>
                <a:ext uri="{FF2B5EF4-FFF2-40B4-BE49-F238E27FC236}">
                  <a16:creationId xmlns:a16="http://schemas.microsoft.com/office/drawing/2014/main" id="{53A994E6-7FCF-4A15-878C-412088A7A918}"/>
                </a:ext>
              </a:extLst>
            </p:cNvPr>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8" name="îṧḻîḓé">
              <a:extLst>
                <a:ext uri="{FF2B5EF4-FFF2-40B4-BE49-F238E27FC236}">
                  <a16:creationId xmlns:a16="http://schemas.microsoft.com/office/drawing/2014/main" id="{39E0230E-BB67-4E2C-8962-CB830761BF2E}"/>
                </a:ext>
              </a:extLst>
            </p:cNvPr>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9" name="iśļîḋê">
              <a:extLst>
                <a:ext uri="{FF2B5EF4-FFF2-40B4-BE49-F238E27FC236}">
                  <a16:creationId xmlns:a16="http://schemas.microsoft.com/office/drawing/2014/main" id="{94678A3C-03E6-4484-A09A-20E13EFAC540}"/>
                </a:ext>
              </a:extLst>
            </p:cNvPr>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grpSp>
      <p:cxnSp>
        <p:nvCxnSpPr>
          <p:cNvPr id="154" name="直接连接符 153">
            <a:extLst>
              <a:ext uri="{FF2B5EF4-FFF2-40B4-BE49-F238E27FC236}">
                <a16:creationId xmlns:a16="http://schemas.microsoft.com/office/drawing/2014/main" id="{1ECCEBB6-E99C-4947-8D31-B90547D3BFEC}"/>
              </a:ext>
            </a:extLst>
          </p:cNvPr>
          <p:cNvCxnSpPr/>
          <p:nvPr/>
        </p:nvCxnSpPr>
        <p:spPr>
          <a:xfrm>
            <a:off x="1055688" y="1034980"/>
            <a:ext cx="10052913" cy="0"/>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sp>
        <p:nvSpPr>
          <p:cNvPr id="162" name="弧形 161">
            <a:extLst>
              <a:ext uri="{FF2B5EF4-FFF2-40B4-BE49-F238E27FC236}">
                <a16:creationId xmlns:a16="http://schemas.microsoft.com/office/drawing/2014/main" id="{1664661A-974B-4756-91A7-34740967749E}"/>
              </a:ext>
            </a:extLst>
          </p:cNvPr>
          <p:cNvSpPr/>
          <p:nvPr/>
        </p:nvSpPr>
        <p:spPr>
          <a:xfrm rot="5241443" flipH="1">
            <a:off x="9016976" y="3340609"/>
            <a:ext cx="1828113" cy="1768080"/>
          </a:xfrm>
          <a:prstGeom prst="arc">
            <a:avLst>
              <a:gd name="adj1" fmla="val 12626819"/>
              <a:gd name="adj2" fmla="val 20799935"/>
            </a:avLst>
          </a:prstGeom>
          <a:ln w="19050">
            <a:solidFill>
              <a:srgbClr val="C27DAD"/>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63" name="矩形 5">
            <a:extLst>
              <a:ext uri="{FF2B5EF4-FFF2-40B4-BE49-F238E27FC236}">
                <a16:creationId xmlns:a16="http://schemas.microsoft.com/office/drawing/2014/main" id="{98A16E72-160A-47C6-A3D5-0F0F50458940}"/>
              </a:ext>
            </a:extLst>
          </p:cNvPr>
          <p:cNvSpPr/>
          <p:nvPr/>
        </p:nvSpPr>
        <p:spPr>
          <a:xfrm rot="18448624">
            <a:off x="8642918" y="3239167"/>
            <a:ext cx="796886" cy="948159"/>
          </a:xfrm>
          <a:custGeom>
            <a:avLst/>
            <a:gdLst>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120" h="1407198">
                <a:moveTo>
                  <a:pt x="0" y="0"/>
                </a:moveTo>
                <a:lnTo>
                  <a:pt x="1080120" y="0"/>
                </a:lnTo>
                <a:cubicBezTo>
                  <a:pt x="831575" y="585667"/>
                  <a:pt x="892944" y="1005638"/>
                  <a:pt x="1080120" y="1407198"/>
                </a:cubicBezTo>
                <a:lnTo>
                  <a:pt x="0" y="1407198"/>
                </a:lnTo>
                <a:cubicBezTo>
                  <a:pt x="171833" y="1017912"/>
                  <a:pt x="260819" y="542709"/>
                  <a:pt x="0" y="0"/>
                </a:cubicBezTo>
                <a:close/>
              </a:path>
            </a:pathLst>
          </a:custGeom>
          <a:solidFill>
            <a:srgbClr val="D6A8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4" name="矩形 5">
            <a:extLst>
              <a:ext uri="{FF2B5EF4-FFF2-40B4-BE49-F238E27FC236}">
                <a16:creationId xmlns:a16="http://schemas.microsoft.com/office/drawing/2014/main" id="{38DBDB21-1BFE-4359-B73A-98F4EF291DA4}"/>
              </a:ext>
            </a:extLst>
          </p:cNvPr>
          <p:cNvSpPr/>
          <p:nvPr/>
        </p:nvSpPr>
        <p:spPr>
          <a:xfrm rot="2919292">
            <a:off x="7103563" y="3421149"/>
            <a:ext cx="796886" cy="732083"/>
          </a:xfrm>
          <a:custGeom>
            <a:avLst/>
            <a:gdLst>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120" h="1407198">
                <a:moveTo>
                  <a:pt x="0" y="0"/>
                </a:moveTo>
                <a:lnTo>
                  <a:pt x="1080120" y="0"/>
                </a:lnTo>
                <a:cubicBezTo>
                  <a:pt x="831575" y="585667"/>
                  <a:pt x="892944" y="1005638"/>
                  <a:pt x="1080120" y="1407198"/>
                </a:cubicBezTo>
                <a:lnTo>
                  <a:pt x="0" y="1407198"/>
                </a:lnTo>
                <a:cubicBezTo>
                  <a:pt x="171833" y="1017912"/>
                  <a:pt x="260819" y="542709"/>
                  <a:pt x="0" y="0"/>
                </a:cubicBezTo>
                <a:close/>
              </a:path>
            </a:pathLst>
          </a:custGeom>
          <a:solidFill>
            <a:srgbClr val="D6A8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5" name="矩形 5">
            <a:extLst>
              <a:ext uri="{FF2B5EF4-FFF2-40B4-BE49-F238E27FC236}">
                <a16:creationId xmlns:a16="http://schemas.microsoft.com/office/drawing/2014/main" id="{F3CAA63C-C65D-4939-B779-EA8ABC44FDAD}"/>
              </a:ext>
            </a:extLst>
          </p:cNvPr>
          <p:cNvSpPr/>
          <p:nvPr/>
        </p:nvSpPr>
        <p:spPr>
          <a:xfrm rot="18719445">
            <a:off x="5970242" y="3354994"/>
            <a:ext cx="796886" cy="732083"/>
          </a:xfrm>
          <a:custGeom>
            <a:avLst/>
            <a:gdLst>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120" h="1407198">
                <a:moveTo>
                  <a:pt x="0" y="0"/>
                </a:moveTo>
                <a:lnTo>
                  <a:pt x="1080120" y="0"/>
                </a:lnTo>
                <a:cubicBezTo>
                  <a:pt x="831575" y="585667"/>
                  <a:pt x="892944" y="1005638"/>
                  <a:pt x="1080120" y="1407198"/>
                </a:cubicBezTo>
                <a:lnTo>
                  <a:pt x="0" y="1407198"/>
                </a:lnTo>
                <a:cubicBezTo>
                  <a:pt x="171833" y="1017912"/>
                  <a:pt x="260819" y="542709"/>
                  <a:pt x="0" y="0"/>
                </a:cubicBezTo>
                <a:close/>
              </a:path>
            </a:pathLst>
          </a:custGeom>
          <a:solidFill>
            <a:srgbClr val="D6A8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6" name="弧形 165">
            <a:extLst>
              <a:ext uri="{FF2B5EF4-FFF2-40B4-BE49-F238E27FC236}">
                <a16:creationId xmlns:a16="http://schemas.microsoft.com/office/drawing/2014/main" id="{ADA2A28D-31C7-4358-8F55-53275D25E0AE}"/>
              </a:ext>
            </a:extLst>
          </p:cNvPr>
          <p:cNvSpPr/>
          <p:nvPr/>
        </p:nvSpPr>
        <p:spPr>
          <a:xfrm rot="15231781">
            <a:off x="5182896" y="2679764"/>
            <a:ext cx="1328675" cy="1328675"/>
          </a:xfrm>
          <a:prstGeom prst="arc">
            <a:avLst>
              <a:gd name="adj1" fmla="val 10956006"/>
              <a:gd name="adj2" fmla="val 0"/>
            </a:avLst>
          </a:prstGeom>
          <a:ln w="19050">
            <a:solidFill>
              <a:srgbClr val="C27DAD"/>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67" name="弧形 166">
            <a:extLst>
              <a:ext uri="{FF2B5EF4-FFF2-40B4-BE49-F238E27FC236}">
                <a16:creationId xmlns:a16="http://schemas.microsoft.com/office/drawing/2014/main" id="{02255B8E-BD92-46F8-AECF-9F4D888E4E95}"/>
              </a:ext>
            </a:extLst>
          </p:cNvPr>
          <p:cNvSpPr/>
          <p:nvPr/>
        </p:nvSpPr>
        <p:spPr>
          <a:xfrm rot="8176387">
            <a:off x="6225559" y="3586976"/>
            <a:ext cx="1546686" cy="1546686"/>
          </a:xfrm>
          <a:prstGeom prst="arc">
            <a:avLst>
              <a:gd name="adj1" fmla="val 13244638"/>
              <a:gd name="adj2" fmla="val 56923"/>
            </a:avLst>
          </a:prstGeom>
          <a:ln w="19050">
            <a:solidFill>
              <a:srgbClr val="C27DAD"/>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169" name="组合 168">
            <a:extLst>
              <a:ext uri="{FF2B5EF4-FFF2-40B4-BE49-F238E27FC236}">
                <a16:creationId xmlns:a16="http://schemas.microsoft.com/office/drawing/2014/main" id="{CC4FD2C6-DA66-40F4-8439-FCF38B7A2834}"/>
              </a:ext>
            </a:extLst>
          </p:cNvPr>
          <p:cNvGrpSpPr/>
          <p:nvPr/>
        </p:nvGrpSpPr>
        <p:grpSpPr>
          <a:xfrm>
            <a:off x="5624334" y="2450487"/>
            <a:ext cx="445798" cy="370743"/>
            <a:chOff x="4463042" y="2347737"/>
            <a:chExt cx="445798" cy="370743"/>
          </a:xfrm>
        </p:grpSpPr>
        <p:sp>
          <p:nvSpPr>
            <p:cNvPr id="170" name="椭圆 169">
              <a:extLst>
                <a:ext uri="{FF2B5EF4-FFF2-40B4-BE49-F238E27FC236}">
                  <a16:creationId xmlns:a16="http://schemas.microsoft.com/office/drawing/2014/main" id="{6739E229-63D0-4D8C-9646-73A1217D3779}"/>
                </a:ext>
              </a:extLst>
            </p:cNvPr>
            <p:cNvSpPr/>
            <p:nvPr/>
          </p:nvSpPr>
          <p:spPr>
            <a:xfrm>
              <a:off x="4505921" y="2347737"/>
              <a:ext cx="360040" cy="360040"/>
            </a:xfrm>
            <a:prstGeom prst="ellipse">
              <a:avLst/>
            </a:prstGeom>
            <a:solidFill>
              <a:srgbClr val="972676">
                <a:alpha val="7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1" name="标题 4">
              <a:extLst>
                <a:ext uri="{FF2B5EF4-FFF2-40B4-BE49-F238E27FC236}">
                  <a16:creationId xmlns:a16="http://schemas.microsoft.com/office/drawing/2014/main" id="{F8C2F12D-A75B-4EEE-8459-D44718FB74BB}"/>
                </a:ext>
              </a:extLst>
            </p:cNvPr>
            <p:cNvSpPr txBox="1">
              <a:spLocks/>
            </p:cNvSpPr>
            <p:nvPr/>
          </p:nvSpPr>
          <p:spPr>
            <a:xfrm>
              <a:off x="4463042" y="2358439"/>
              <a:ext cx="445798" cy="36004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600" b="1" dirty="0">
                  <a:solidFill>
                    <a:schemeClr val="bg1"/>
                  </a:solidFill>
                  <a:latin typeface="+mn-lt"/>
                  <a:ea typeface="+mn-ea"/>
                  <a:cs typeface="+mn-ea"/>
                  <a:sym typeface="+mn-lt"/>
                </a:rPr>
                <a:t>01</a:t>
              </a:r>
            </a:p>
          </p:txBody>
        </p:sp>
      </p:grpSp>
      <p:grpSp>
        <p:nvGrpSpPr>
          <p:cNvPr id="172" name="组合 171">
            <a:extLst>
              <a:ext uri="{FF2B5EF4-FFF2-40B4-BE49-F238E27FC236}">
                <a16:creationId xmlns:a16="http://schemas.microsoft.com/office/drawing/2014/main" id="{94A4E191-D250-4615-B40B-DA95988E37A4}"/>
              </a:ext>
            </a:extLst>
          </p:cNvPr>
          <p:cNvGrpSpPr/>
          <p:nvPr/>
        </p:nvGrpSpPr>
        <p:grpSpPr>
          <a:xfrm>
            <a:off x="6091295" y="4585064"/>
            <a:ext cx="445798" cy="370743"/>
            <a:chOff x="4992805" y="4332944"/>
            <a:chExt cx="445798" cy="370743"/>
          </a:xfrm>
        </p:grpSpPr>
        <p:sp>
          <p:nvSpPr>
            <p:cNvPr id="173" name="椭圆 172">
              <a:extLst>
                <a:ext uri="{FF2B5EF4-FFF2-40B4-BE49-F238E27FC236}">
                  <a16:creationId xmlns:a16="http://schemas.microsoft.com/office/drawing/2014/main" id="{A0194D5C-ECFC-4CF1-9B6A-619A93B8624A}"/>
                </a:ext>
              </a:extLst>
            </p:cNvPr>
            <p:cNvSpPr/>
            <p:nvPr/>
          </p:nvSpPr>
          <p:spPr>
            <a:xfrm>
              <a:off x="5035684" y="4332944"/>
              <a:ext cx="360040" cy="360040"/>
            </a:xfrm>
            <a:prstGeom prst="ellipse">
              <a:avLst/>
            </a:prstGeom>
            <a:solidFill>
              <a:srgbClr val="972676">
                <a:alpha val="7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75" name="标题 4">
              <a:extLst>
                <a:ext uri="{FF2B5EF4-FFF2-40B4-BE49-F238E27FC236}">
                  <a16:creationId xmlns:a16="http://schemas.microsoft.com/office/drawing/2014/main" id="{51377715-D537-4EC4-80E3-11F33582D9AC}"/>
                </a:ext>
              </a:extLst>
            </p:cNvPr>
            <p:cNvSpPr txBox="1">
              <a:spLocks/>
            </p:cNvSpPr>
            <p:nvPr/>
          </p:nvSpPr>
          <p:spPr>
            <a:xfrm>
              <a:off x="4992805" y="4343646"/>
              <a:ext cx="445798" cy="36004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600" b="1" dirty="0">
                  <a:solidFill>
                    <a:schemeClr val="bg1"/>
                  </a:solidFill>
                  <a:latin typeface="+mn-lt"/>
                  <a:ea typeface="+mn-ea"/>
                  <a:cs typeface="+mn-ea"/>
                  <a:sym typeface="+mn-lt"/>
                </a:rPr>
                <a:t>02</a:t>
              </a:r>
            </a:p>
          </p:txBody>
        </p:sp>
      </p:grpSp>
      <p:grpSp>
        <p:nvGrpSpPr>
          <p:cNvPr id="176" name="组合 175">
            <a:extLst>
              <a:ext uri="{FF2B5EF4-FFF2-40B4-BE49-F238E27FC236}">
                <a16:creationId xmlns:a16="http://schemas.microsoft.com/office/drawing/2014/main" id="{5E4B4F2A-12B1-47E0-8A96-B91419CE3C22}"/>
              </a:ext>
            </a:extLst>
          </p:cNvPr>
          <p:cNvGrpSpPr/>
          <p:nvPr/>
        </p:nvGrpSpPr>
        <p:grpSpPr>
          <a:xfrm>
            <a:off x="8242329" y="2084881"/>
            <a:ext cx="445798" cy="370743"/>
            <a:chOff x="7081037" y="1967383"/>
            <a:chExt cx="445798" cy="370743"/>
          </a:xfrm>
        </p:grpSpPr>
        <p:sp>
          <p:nvSpPr>
            <p:cNvPr id="177" name="椭圆 176">
              <a:extLst>
                <a:ext uri="{FF2B5EF4-FFF2-40B4-BE49-F238E27FC236}">
                  <a16:creationId xmlns:a16="http://schemas.microsoft.com/office/drawing/2014/main" id="{C43D6586-3E7A-42A3-B263-EC94ECF12B12}"/>
                </a:ext>
              </a:extLst>
            </p:cNvPr>
            <p:cNvSpPr/>
            <p:nvPr/>
          </p:nvSpPr>
          <p:spPr>
            <a:xfrm>
              <a:off x="7123916" y="1967383"/>
              <a:ext cx="360040" cy="360040"/>
            </a:xfrm>
            <a:prstGeom prst="ellipse">
              <a:avLst/>
            </a:prstGeom>
            <a:solidFill>
              <a:srgbClr val="972676">
                <a:alpha val="7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78" name="标题 4">
              <a:extLst>
                <a:ext uri="{FF2B5EF4-FFF2-40B4-BE49-F238E27FC236}">
                  <a16:creationId xmlns:a16="http://schemas.microsoft.com/office/drawing/2014/main" id="{24EA19DD-55D3-435D-B12F-C9C7476F8EAA}"/>
                </a:ext>
              </a:extLst>
            </p:cNvPr>
            <p:cNvSpPr txBox="1">
              <a:spLocks/>
            </p:cNvSpPr>
            <p:nvPr/>
          </p:nvSpPr>
          <p:spPr>
            <a:xfrm>
              <a:off x="7081037" y="1978085"/>
              <a:ext cx="445798" cy="36004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600" b="1" dirty="0">
                  <a:solidFill>
                    <a:schemeClr val="bg1"/>
                  </a:solidFill>
                  <a:latin typeface="+mn-lt"/>
                  <a:ea typeface="+mn-ea"/>
                  <a:cs typeface="+mn-ea"/>
                  <a:sym typeface="+mn-lt"/>
                </a:rPr>
                <a:t>03</a:t>
              </a:r>
            </a:p>
          </p:txBody>
        </p:sp>
      </p:grpSp>
      <p:sp>
        <p:nvSpPr>
          <p:cNvPr id="183" name="矩形 182">
            <a:extLst>
              <a:ext uri="{FF2B5EF4-FFF2-40B4-BE49-F238E27FC236}">
                <a16:creationId xmlns:a16="http://schemas.microsoft.com/office/drawing/2014/main" id="{BF25E59A-029C-49C1-B3B6-F259338AA92D}"/>
              </a:ext>
            </a:extLst>
          </p:cNvPr>
          <p:cNvSpPr/>
          <p:nvPr/>
        </p:nvSpPr>
        <p:spPr>
          <a:xfrm>
            <a:off x="8250846" y="1384832"/>
            <a:ext cx="2276396" cy="615545"/>
          </a:xfrm>
          <a:prstGeom prst="rect">
            <a:avLst/>
          </a:prstGeom>
        </p:spPr>
        <p:txBody>
          <a:bodyPr wrap="square" lIns="91431" tIns="45716" rIns="91431" bIns="45716">
            <a:spAutoFit/>
          </a:bodyPr>
          <a:lstStyle/>
          <a:p>
            <a:pPr>
              <a:spcBef>
                <a:spcPct val="0"/>
              </a:spcBef>
              <a:buFont typeface="Arial" charset="0"/>
              <a:buNone/>
            </a:pPr>
            <a:r>
              <a:rPr lang="zh-CN" altLang="en-US" sz="2000" b="1" dirty="0">
                <a:solidFill>
                  <a:srgbClr val="992677"/>
                </a:solidFill>
                <a:cs typeface="+mn-ea"/>
                <a:sym typeface="+mn-lt"/>
              </a:rPr>
              <a:t>标题</a:t>
            </a:r>
            <a:r>
              <a:rPr lang="en-US" altLang="zh-CN" sz="2000" b="1" dirty="0">
                <a:solidFill>
                  <a:srgbClr val="992677"/>
                </a:solidFill>
                <a:cs typeface="+mn-ea"/>
                <a:sym typeface="+mn-lt"/>
              </a:rPr>
              <a:t>3</a:t>
            </a:r>
          </a:p>
          <a:p>
            <a:pPr>
              <a:spcBef>
                <a:spcPct val="0"/>
              </a:spcBef>
              <a:buFont typeface="Arial" charset="0"/>
              <a:buNone/>
            </a:pPr>
            <a:r>
              <a:rPr lang="zh-CN" altLang="en-US" sz="1400" dirty="0">
                <a:solidFill>
                  <a:srgbClr val="992677"/>
                </a:solidFill>
                <a:cs typeface="+mn-ea"/>
                <a:sym typeface="+mn-lt"/>
              </a:rPr>
              <a:t>内容</a:t>
            </a:r>
            <a:r>
              <a:rPr lang="en-US" altLang="zh-CN" sz="1400" dirty="0">
                <a:solidFill>
                  <a:srgbClr val="992677"/>
                </a:solidFill>
                <a:cs typeface="+mn-ea"/>
                <a:sym typeface="+mn-lt"/>
              </a:rPr>
              <a:t>3</a:t>
            </a:r>
            <a:endParaRPr lang="zh-CN" altLang="en-US" sz="1400" dirty="0">
              <a:solidFill>
                <a:srgbClr val="992677"/>
              </a:solidFill>
              <a:cs typeface="+mn-ea"/>
              <a:sym typeface="+mn-lt"/>
            </a:endParaRPr>
          </a:p>
        </p:txBody>
      </p:sp>
      <p:sp>
        <p:nvSpPr>
          <p:cNvPr id="186" name="椭圆 185">
            <a:extLst>
              <a:ext uri="{FF2B5EF4-FFF2-40B4-BE49-F238E27FC236}">
                <a16:creationId xmlns:a16="http://schemas.microsoft.com/office/drawing/2014/main" id="{EBDC6DB5-2D37-4D9B-8DA2-80AABF1430ED}"/>
              </a:ext>
            </a:extLst>
          </p:cNvPr>
          <p:cNvSpPr/>
          <p:nvPr/>
        </p:nvSpPr>
        <p:spPr>
          <a:xfrm>
            <a:off x="5423309" y="2814210"/>
            <a:ext cx="1008112" cy="1008112"/>
          </a:xfrm>
          <a:prstGeom prst="ellipse">
            <a:avLst/>
          </a:prstGeom>
          <a:gradFill flip="none" rotWithShape="1">
            <a:gsLst>
              <a:gs pos="56000">
                <a:srgbClr val="992677"/>
              </a:gs>
              <a:gs pos="100000">
                <a:srgbClr val="C27DAD"/>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92677"/>
              </a:solidFill>
              <a:cs typeface="+mn-ea"/>
              <a:sym typeface="+mn-lt"/>
            </a:endParaRPr>
          </a:p>
        </p:txBody>
      </p:sp>
      <p:sp>
        <p:nvSpPr>
          <p:cNvPr id="207" name="椭圆 206">
            <a:extLst>
              <a:ext uri="{FF2B5EF4-FFF2-40B4-BE49-F238E27FC236}">
                <a16:creationId xmlns:a16="http://schemas.microsoft.com/office/drawing/2014/main" id="{B285FDD3-8543-4A2C-8B6B-F01E964A8ED2}"/>
              </a:ext>
            </a:extLst>
          </p:cNvPr>
          <p:cNvSpPr/>
          <p:nvPr/>
        </p:nvSpPr>
        <p:spPr>
          <a:xfrm>
            <a:off x="6296860" y="3606298"/>
            <a:ext cx="1285817" cy="1285817"/>
          </a:xfrm>
          <a:prstGeom prst="ellipse">
            <a:avLst/>
          </a:prstGeom>
          <a:gradFill flip="none" rotWithShape="1">
            <a:gsLst>
              <a:gs pos="56000">
                <a:srgbClr val="992677"/>
              </a:gs>
              <a:gs pos="100000">
                <a:srgbClr val="C27DAD"/>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992677"/>
              </a:solidFill>
              <a:cs typeface="+mn-ea"/>
              <a:sym typeface="+mn-lt"/>
            </a:endParaRPr>
          </a:p>
        </p:txBody>
      </p:sp>
      <p:sp>
        <p:nvSpPr>
          <p:cNvPr id="192" name="椭圆 191">
            <a:extLst>
              <a:ext uri="{FF2B5EF4-FFF2-40B4-BE49-F238E27FC236}">
                <a16:creationId xmlns:a16="http://schemas.microsoft.com/office/drawing/2014/main" id="{B6A3FC07-87C5-4808-A55A-C01EFCECF4DC}"/>
              </a:ext>
            </a:extLst>
          </p:cNvPr>
          <p:cNvSpPr/>
          <p:nvPr/>
        </p:nvSpPr>
        <p:spPr>
          <a:xfrm>
            <a:off x="7463991" y="2415124"/>
            <a:ext cx="1512168" cy="1512168"/>
          </a:xfrm>
          <a:prstGeom prst="ellipse">
            <a:avLst/>
          </a:prstGeom>
          <a:gradFill flip="none" rotWithShape="1">
            <a:gsLst>
              <a:gs pos="56000">
                <a:srgbClr val="992677"/>
              </a:gs>
              <a:gs pos="100000">
                <a:srgbClr val="C27DAD"/>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92677"/>
              </a:solidFill>
              <a:cs typeface="+mn-ea"/>
              <a:sym typeface="+mn-lt"/>
            </a:endParaRPr>
          </a:p>
        </p:txBody>
      </p:sp>
      <p:sp>
        <p:nvSpPr>
          <p:cNvPr id="211" name="椭圆 210">
            <a:extLst>
              <a:ext uri="{FF2B5EF4-FFF2-40B4-BE49-F238E27FC236}">
                <a16:creationId xmlns:a16="http://schemas.microsoft.com/office/drawing/2014/main" id="{ABD526FC-D6E2-424F-BC6B-8A2CBB9956F3}"/>
              </a:ext>
            </a:extLst>
          </p:cNvPr>
          <p:cNvSpPr/>
          <p:nvPr/>
        </p:nvSpPr>
        <p:spPr>
          <a:xfrm>
            <a:off x="9091130" y="3451148"/>
            <a:ext cx="1512168" cy="1512168"/>
          </a:xfrm>
          <a:prstGeom prst="ellipse">
            <a:avLst/>
          </a:prstGeom>
          <a:gradFill flip="none" rotWithShape="1">
            <a:gsLst>
              <a:gs pos="56000">
                <a:srgbClr val="992677"/>
              </a:gs>
              <a:gs pos="100000">
                <a:srgbClr val="C27DAD"/>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992677"/>
              </a:solidFill>
              <a:cs typeface="+mn-ea"/>
              <a:sym typeface="+mn-lt"/>
            </a:endParaRPr>
          </a:p>
        </p:txBody>
      </p:sp>
      <p:grpSp>
        <p:nvGrpSpPr>
          <p:cNvPr id="199" name="组合 198">
            <a:extLst>
              <a:ext uri="{FF2B5EF4-FFF2-40B4-BE49-F238E27FC236}">
                <a16:creationId xmlns:a16="http://schemas.microsoft.com/office/drawing/2014/main" id="{35C7E3D8-EA89-4937-9742-7C57B527881A}"/>
              </a:ext>
            </a:extLst>
          </p:cNvPr>
          <p:cNvGrpSpPr/>
          <p:nvPr/>
        </p:nvGrpSpPr>
        <p:grpSpPr>
          <a:xfrm>
            <a:off x="9786993" y="3096891"/>
            <a:ext cx="445798" cy="375326"/>
            <a:chOff x="8522683" y="2841326"/>
            <a:chExt cx="445798" cy="375326"/>
          </a:xfrm>
        </p:grpSpPr>
        <p:sp>
          <p:nvSpPr>
            <p:cNvPr id="200" name="椭圆 199">
              <a:extLst>
                <a:ext uri="{FF2B5EF4-FFF2-40B4-BE49-F238E27FC236}">
                  <a16:creationId xmlns:a16="http://schemas.microsoft.com/office/drawing/2014/main" id="{3E4CAA18-9B47-4D92-AD32-0443261C7389}"/>
                </a:ext>
              </a:extLst>
            </p:cNvPr>
            <p:cNvSpPr/>
            <p:nvPr/>
          </p:nvSpPr>
          <p:spPr>
            <a:xfrm>
              <a:off x="8567979" y="2856612"/>
              <a:ext cx="360040" cy="360040"/>
            </a:xfrm>
            <a:prstGeom prst="ellipse">
              <a:avLst/>
            </a:prstGeom>
            <a:solidFill>
              <a:srgbClr val="972676">
                <a:alpha val="7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1" name="标题 4">
              <a:extLst>
                <a:ext uri="{FF2B5EF4-FFF2-40B4-BE49-F238E27FC236}">
                  <a16:creationId xmlns:a16="http://schemas.microsoft.com/office/drawing/2014/main" id="{CF364885-1AF0-4951-B843-3C1F858AD689}"/>
                </a:ext>
              </a:extLst>
            </p:cNvPr>
            <p:cNvSpPr txBox="1">
              <a:spLocks/>
            </p:cNvSpPr>
            <p:nvPr/>
          </p:nvSpPr>
          <p:spPr>
            <a:xfrm>
              <a:off x="8522683" y="2841326"/>
              <a:ext cx="445798" cy="36004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600" b="1" dirty="0">
                  <a:solidFill>
                    <a:schemeClr val="bg1"/>
                  </a:solidFill>
                  <a:latin typeface="+mn-lt"/>
                  <a:ea typeface="+mn-ea"/>
                  <a:cs typeface="+mn-ea"/>
                  <a:sym typeface="+mn-lt"/>
                </a:rPr>
                <a:t>04</a:t>
              </a:r>
            </a:p>
          </p:txBody>
        </p:sp>
      </p:grpSp>
      <p:sp>
        <p:nvSpPr>
          <p:cNvPr id="202" name="弧形 201">
            <a:extLst>
              <a:ext uri="{FF2B5EF4-FFF2-40B4-BE49-F238E27FC236}">
                <a16:creationId xmlns:a16="http://schemas.microsoft.com/office/drawing/2014/main" id="{59C94B37-E3B4-489C-89C8-6C401D4B916E}"/>
              </a:ext>
            </a:extLst>
          </p:cNvPr>
          <p:cNvSpPr/>
          <p:nvPr/>
        </p:nvSpPr>
        <p:spPr>
          <a:xfrm rot="5241443" flipH="1">
            <a:off x="7711440" y="2463594"/>
            <a:ext cx="1551454" cy="1329231"/>
          </a:xfrm>
          <a:prstGeom prst="arc">
            <a:avLst>
              <a:gd name="adj1" fmla="val 15229316"/>
              <a:gd name="adj2" fmla="val 20799935"/>
            </a:avLst>
          </a:prstGeom>
          <a:ln w="19050">
            <a:solidFill>
              <a:srgbClr val="C27DAD"/>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203" name="矩形 202">
            <a:extLst>
              <a:ext uri="{FF2B5EF4-FFF2-40B4-BE49-F238E27FC236}">
                <a16:creationId xmlns:a16="http://schemas.microsoft.com/office/drawing/2014/main" id="{AE4E552B-7D53-480A-91BC-127594C13F7C}"/>
              </a:ext>
            </a:extLst>
          </p:cNvPr>
          <p:cNvSpPr/>
          <p:nvPr/>
        </p:nvSpPr>
        <p:spPr>
          <a:xfrm>
            <a:off x="9781004" y="2446920"/>
            <a:ext cx="2276396" cy="615545"/>
          </a:xfrm>
          <a:prstGeom prst="rect">
            <a:avLst/>
          </a:prstGeom>
        </p:spPr>
        <p:txBody>
          <a:bodyPr wrap="square" lIns="91431" tIns="45716" rIns="91431" bIns="45716">
            <a:spAutoFit/>
          </a:bodyPr>
          <a:lstStyle/>
          <a:p>
            <a:pPr>
              <a:spcBef>
                <a:spcPct val="0"/>
              </a:spcBef>
              <a:buFont typeface="Arial" charset="0"/>
              <a:buNone/>
            </a:pPr>
            <a:r>
              <a:rPr lang="zh-CN" altLang="en-US" sz="2000" b="1" dirty="0">
                <a:solidFill>
                  <a:srgbClr val="992677"/>
                </a:solidFill>
                <a:cs typeface="+mn-ea"/>
                <a:sym typeface="+mn-lt"/>
              </a:rPr>
              <a:t>标题</a:t>
            </a:r>
            <a:r>
              <a:rPr lang="en-US" altLang="zh-CN" sz="2000" b="1" dirty="0">
                <a:solidFill>
                  <a:srgbClr val="992677"/>
                </a:solidFill>
                <a:cs typeface="+mn-ea"/>
                <a:sym typeface="+mn-lt"/>
              </a:rPr>
              <a:t>4</a:t>
            </a:r>
          </a:p>
          <a:p>
            <a:pPr>
              <a:spcBef>
                <a:spcPct val="0"/>
              </a:spcBef>
              <a:buFont typeface="Arial" charset="0"/>
              <a:buNone/>
            </a:pPr>
            <a:r>
              <a:rPr lang="zh-CN" altLang="en-US" sz="1400" dirty="0">
                <a:solidFill>
                  <a:srgbClr val="992677"/>
                </a:solidFill>
                <a:cs typeface="+mn-ea"/>
                <a:sym typeface="+mn-lt"/>
              </a:rPr>
              <a:t>内容</a:t>
            </a:r>
            <a:r>
              <a:rPr lang="en-US" altLang="zh-CN" sz="1400" dirty="0">
                <a:solidFill>
                  <a:srgbClr val="992677"/>
                </a:solidFill>
                <a:cs typeface="+mn-ea"/>
                <a:sym typeface="+mn-lt"/>
              </a:rPr>
              <a:t>4</a:t>
            </a:r>
            <a:endParaRPr lang="zh-CN" altLang="en-US" sz="1400" dirty="0">
              <a:solidFill>
                <a:srgbClr val="992677"/>
              </a:solidFill>
              <a:cs typeface="+mn-ea"/>
              <a:sym typeface="+mn-lt"/>
            </a:endParaRPr>
          </a:p>
        </p:txBody>
      </p:sp>
      <p:sp>
        <p:nvSpPr>
          <p:cNvPr id="204" name="矩形 203">
            <a:extLst>
              <a:ext uri="{FF2B5EF4-FFF2-40B4-BE49-F238E27FC236}">
                <a16:creationId xmlns:a16="http://schemas.microsoft.com/office/drawing/2014/main" id="{819D4849-94F1-4030-A6C4-87789E1E9459}"/>
              </a:ext>
            </a:extLst>
          </p:cNvPr>
          <p:cNvSpPr/>
          <p:nvPr/>
        </p:nvSpPr>
        <p:spPr>
          <a:xfrm>
            <a:off x="3812908" y="1765157"/>
            <a:ext cx="2276396" cy="615545"/>
          </a:xfrm>
          <a:prstGeom prst="rect">
            <a:avLst/>
          </a:prstGeom>
        </p:spPr>
        <p:txBody>
          <a:bodyPr wrap="square" lIns="91431" tIns="45716" rIns="91431" bIns="45716">
            <a:spAutoFit/>
          </a:bodyPr>
          <a:lstStyle/>
          <a:p>
            <a:pPr algn="r">
              <a:spcBef>
                <a:spcPct val="0"/>
              </a:spcBef>
              <a:buFont typeface="Arial" charset="0"/>
              <a:buNone/>
            </a:pPr>
            <a:r>
              <a:rPr lang="zh-CN" altLang="en-US" sz="2000" b="1" dirty="0">
                <a:solidFill>
                  <a:srgbClr val="992677"/>
                </a:solidFill>
                <a:cs typeface="+mn-ea"/>
                <a:sym typeface="+mn-lt"/>
              </a:rPr>
              <a:t>标题</a:t>
            </a:r>
            <a:r>
              <a:rPr lang="en-US" altLang="zh-CN" sz="2000" b="1" dirty="0">
                <a:solidFill>
                  <a:srgbClr val="992677"/>
                </a:solidFill>
                <a:cs typeface="+mn-ea"/>
                <a:sym typeface="+mn-lt"/>
              </a:rPr>
              <a:t>1</a:t>
            </a:r>
          </a:p>
          <a:p>
            <a:pPr algn="r">
              <a:spcBef>
                <a:spcPct val="0"/>
              </a:spcBef>
              <a:buFont typeface="Arial" charset="0"/>
              <a:buNone/>
            </a:pPr>
            <a:r>
              <a:rPr lang="zh-CN" altLang="en-US" sz="1400" dirty="0">
                <a:solidFill>
                  <a:srgbClr val="992677"/>
                </a:solidFill>
                <a:cs typeface="+mn-ea"/>
                <a:sym typeface="+mn-lt"/>
              </a:rPr>
              <a:t>内容</a:t>
            </a:r>
            <a:r>
              <a:rPr lang="en-US" altLang="zh-CN" sz="1400" dirty="0">
                <a:solidFill>
                  <a:srgbClr val="992677"/>
                </a:solidFill>
                <a:cs typeface="+mn-ea"/>
                <a:sym typeface="+mn-lt"/>
              </a:rPr>
              <a:t>1</a:t>
            </a:r>
            <a:endParaRPr lang="zh-CN" altLang="en-US" sz="1400" dirty="0">
              <a:solidFill>
                <a:srgbClr val="992677"/>
              </a:solidFill>
              <a:cs typeface="+mn-ea"/>
              <a:sym typeface="+mn-lt"/>
            </a:endParaRPr>
          </a:p>
        </p:txBody>
      </p:sp>
      <p:sp>
        <p:nvSpPr>
          <p:cNvPr id="205" name="矩形 204">
            <a:extLst>
              <a:ext uri="{FF2B5EF4-FFF2-40B4-BE49-F238E27FC236}">
                <a16:creationId xmlns:a16="http://schemas.microsoft.com/office/drawing/2014/main" id="{C82BC52F-9F36-4F11-89B5-41A6CB47BD29}"/>
              </a:ext>
            </a:extLst>
          </p:cNvPr>
          <p:cNvSpPr/>
          <p:nvPr/>
        </p:nvSpPr>
        <p:spPr>
          <a:xfrm>
            <a:off x="4229620" y="5098322"/>
            <a:ext cx="2276396" cy="615545"/>
          </a:xfrm>
          <a:prstGeom prst="rect">
            <a:avLst/>
          </a:prstGeom>
        </p:spPr>
        <p:txBody>
          <a:bodyPr wrap="square" lIns="91431" tIns="45716" rIns="91431" bIns="45716">
            <a:spAutoFit/>
          </a:bodyPr>
          <a:lstStyle/>
          <a:p>
            <a:pPr algn="r">
              <a:spcBef>
                <a:spcPct val="0"/>
              </a:spcBef>
              <a:buFont typeface="Arial" charset="0"/>
              <a:buNone/>
            </a:pPr>
            <a:r>
              <a:rPr lang="zh-CN" altLang="en-US" sz="2000" b="1" dirty="0">
                <a:solidFill>
                  <a:srgbClr val="992677"/>
                </a:solidFill>
                <a:cs typeface="+mn-ea"/>
                <a:sym typeface="+mn-lt"/>
              </a:rPr>
              <a:t>标题</a:t>
            </a:r>
            <a:r>
              <a:rPr lang="en-US" altLang="zh-CN" sz="2000" b="1" dirty="0">
                <a:solidFill>
                  <a:srgbClr val="992677"/>
                </a:solidFill>
                <a:cs typeface="+mn-ea"/>
                <a:sym typeface="+mn-lt"/>
              </a:rPr>
              <a:t>2</a:t>
            </a:r>
          </a:p>
          <a:p>
            <a:pPr algn="r">
              <a:spcBef>
                <a:spcPct val="0"/>
              </a:spcBef>
              <a:buFont typeface="Arial" charset="0"/>
              <a:buNone/>
            </a:pPr>
            <a:r>
              <a:rPr lang="zh-CN" altLang="en-US" sz="1400" dirty="0">
                <a:solidFill>
                  <a:srgbClr val="992677"/>
                </a:solidFill>
                <a:cs typeface="+mn-ea"/>
                <a:sym typeface="+mn-lt"/>
              </a:rPr>
              <a:t>内容</a:t>
            </a:r>
            <a:r>
              <a:rPr lang="en-US" altLang="zh-CN" sz="1400" dirty="0">
                <a:solidFill>
                  <a:srgbClr val="992677"/>
                </a:solidFill>
                <a:cs typeface="+mn-ea"/>
                <a:sym typeface="+mn-lt"/>
              </a:rPr>
              <a:t>2</a:t>
            </a:r>
            <a:endParaRPr lang="zh-CN" altLang="en-US" sz="1400" dirty="0">
              <a:solidFill>
                <a:srgbClr val="992677"/>
              </a:solidFill>
              <a:cs typeface="+mn-ea"/>
              <a:sym typeface="+mn-lt"/>
            </a:endParaRPr>
          </a:p>
        </p:txBody>
      </p:sp>
      <p:sp>
        <p:nvSpPr>
          <p:cNvPr id="209" name="dna-deoxyribonucleic-acid_30777">
            <a:extLst>
              <a:ext uri="{FF2B5EF4-FFF2-40B4-BE49-F238E27FC236}">
                <a16:creationId xmlns:a16="http://schemas.microsoft.com/office/drawing/2014/main" id="{BD0D4452-F71E-4897-B9F8-B1D6F0DA56F1}"/>
              </a:ext>
            </a:extLst>
          </p:cNvPr>
          <p:cNvSpPr>
            <a:spLocks noChangeAspect="1"/>
          </p:cNvSpPr>
          <p:nvPr/>
        </p:nvSpPr>
        <p:spPr bwMode="auto">
          <a:xfrm>
            <a:off x="6704070" y="3933755"/>
            <a:ext cx="439828" cy="609685"/>
          </a:xfrm>
          <a:custGeom>
            <a:avLst/>
            <a:gdLst>
              <a:gd name="T0" fmla="*/ 1607 w 1607"/>
              <a:gd name="T1" fmla="*/ 1115 h 2231"/>
              <a:gd name="T2" fmla="*/ 1001 w 1607"/>
              <a:gd name="T3" fmla="*/ 592 h 2231"/>
              <a:gd name="T4" fmla="*/ 1607 w 1607"/>
              <a:gd name="T5" fmla="*/ 68 h 2231"/>
              <a:gd name="T6" fmla="*/ 1538 w 1607"/>
              <a:gd name="T7" fmla="*/ 0 h 2231"/>
              <a:gd name="T8" fmla="*/ 1470 w 1607"/>
              <a:gd name="T9" fmla="*/ 68 h 2231"/>
              <a:gd name="T10" fmla="*/ 1320 w 1607"/>
              <a:gd name="T11" fmla="*/ 267 h 2231"/>
              <a:gd name="T12" fmla="*/ 285 w 1607"/>
              <a:gd name="T13" fmla="*/ 267 h 2231"/>
              <a:gd name="T14" fmla="*/ 137 w 1607"/>
              <a:gd name="T15" fmla="*/ 68 h 2231"/>
              <a:gd name="T16" fmla="*/ 68 w 1607"/>
              <a:gd name="T17" fmla="*/ 0 h 2231"/>
              <a:gd name="T18" fmla="*/ 0 w 1607"/>
              <a:gd name="T19" fmla="*/ 68 h 2231"/>
              <a:gd name="T20" fmla="*/ 605 w 1607"/>
              <a:gd name="T21" fmla="*/ 592 h 2231"/>
              <a:gd name="T22" fmla="*/ 0 w 1607"/>
              <a:gd name="T23" fmla="*/ 1115 h 2231"/>
              <a:gd name="T24" fmla="*/ 605 w 1607"/>
              <a:gd name="T25" fmla="*/ 1639 h 2231"/>
              <a:gd name="T26" fmla="*/ 0 w 1607"/>
              <a:gd name="T27" fmla="*/ 2162 h 2231"/>
              <a:gd name="T28" fmla="*/ 68 w 1607"/>
              <a:gd name="T29" fmla="*/ 2231 h 2231"/>
              <a:gd name="T30" fmla="*/ 137 w 1607"/>
              <a:gd name="T31" fmla="*/ 2162 h 2231"/>
              <a:gd name="T32" fmla="*/ 243 w 1607"/>
              <a:gd name="T33" fmla="*/ 1998 h 2231"/>
              <a:gd name="T34" fmla="*/ 1365 w 1607"/>
              <a:gd name="T35" fmla="*/ 1998 h 2231"/>
              <a:gd name="T36" fmla="*/ 1470 w 1607"/>
              <a:gd name="T37" fmla="*/ 2162 h 2231"/>
              <a:gd name="T38" fmla="*/ 1538 w 1607"/>
              <a:gd name="T39" fmla="*/ 2231 h 2231"/>
              <a:gd name="T40" fmla="*/ 1607 w 1607"/>
              <a:gd name="T41" fmla="*/ 2162 h 2231"/>
              <a:gd name="T42" fmla="*/ 1001 w 1607"/>
              <a:gd name="T43" fmla="*/ 1639 h 2231"/>
              <a:gd name="T44" fmla="*/ 1607 w 1607"/>
              <a:gd name="T45" fmla="*/ 1115 h 2231"/>
              <a:gd name="T46" fmla="*/ 1350 w 1607"/>
              <a:gd name="T47" fmla="*/ 1291 h 2231"/>
              <a:gd name="T48" fmla="*/ 256 w 1607"/>
              <a:gd name="T49" fmla="*/ 1291 h 2231"/>
              <a:gd name="T50" fmla="*/ 151 w 1607"/>
              <a:gd name="T51" fmla="*/ 1170 h 2231"/>
              <a:gd name="T52" fmla="*/ 1456 w 1607"/>
              <a:gd name="T53" fmla="*/ 1170 h 2231"/>
              <a:gd name="T54" fmla="*/ 1350 w 1607"/>
              <a:gd name="T55" fmla="*/ 1291 h 2231"/>
              <a:gd name="T56" fmla="*/ 1184 w 1607"/>
              <a:gd name="T57" fmla="*/ 1401 h 2231"/>
              <a:gd name="T58" fmla="*/ 803 w 1607"/>
              <a:gd name="T59" fmla="*/ 1567 h 2231"/>
              <a:gd name="T60" fmla="*/ 423 w 1607"/>
              <a:gd name="T61" fmla="*/ 1401 h 2231"/>
              <a:gd name="T62" fmla="*/ 1184 w 1607"/>
              <a:gd name="T63" fmla="*/ 1401 h 2231"/>
              <a:gd name="T64" fmla="*/ 290 w 1607"/>
              <a:gd name="T65" fmla="*/ 914 h 2231"/>
              <a:gd name="T66" fmla="*/ 1317 w 1607"/>
              <a:gd name="T67" fmla="*/ 914 h 2231"/>
              <a:gd name="T68" fmla="*/ 1456 w 1607"/>
              <a:gd name="T69" fmla="*/ 1061 h 2231"/>
              <a:gd name="T70" fmla="*/ 151 w 1607"/>
              <a:gd name="T71" fmla="*/ 1061 h 2231"/>
              <a:gd name="T72" fmla="*/ 290 w 1607"/>
              <a:gd name="T73" fmla="*/ 914 h 2231"/>
              <a:gd name="T74" fmla="*/ 1136 w 1607"/>
              <a:gd name="T75" fmla="*/ 805 h 2231"/>
              <a:gd name="T76" fmla="*/ 470 w 1607"/>
              <a:gd name="T77" fmla="*/ 805 h 2231"/>
              <a:gd name="T78" fmla="*/ 803 w 1607"/>
              <a:gd name="T79" fmla="*/ 664 h 2231"/>
              <a:gd name="T80" fmla="*/ 1136 w 1607"/>
              <a:gd name="T81" fmla="*/ 805 h 2231"/>
              <a:gd name="T82" fmla="*/ 1143 w 1607"/>
              <a:gd name="T83" fmla="*/ 376 h 2231"/>
              <a:gd name="T84" fmla="*/ 803 w 1607"/>
              <a:gd name="T85" fmla="*/ 520 h 2231"/>
              <a:gd name="T86" fmla="*/ 465 w 1607"/>
              <a:gd name="T87" fmla="*/ 376 h 2231"/>
              <a:gd name="T88" fmla="*/ 1143 w 1607"/>
              <a:gd name="T89" fmla="*/ 376 h 2231"/>
              <a:gd name="T90" fmla="*/ 402 w 1607"/>
              <a:gd name="T91" fmla="*/ 1889 h 2231"/>
              <a:gd name="T92" fmla="*/ 803 w 1607"/>
              <a:gd name="T93" fmla="*/ 1711 h 2231"/>
              <a:gd name="T94" fmla="*/ 1204 w 1607"/>
              <a:gd name="T95" fmla="*/ 1889 h 2231"/>
              <a:gd name="T96" fmla="*/ 402 w 1607"/>
              <a:gd name="T97" fmla="*/ 1889 h 2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607" h="2231">
                <a:moveTo>
                  <a:pt x="1607" y="1115"/>
                </a:moveTo>
                <a:cubicBezTo>
                  <a:pt x="1607" y="875"/>
                  <a:pt x="1235" y="687"/>
                  <a:pt x="1001" y="592"/>
                </a:cubicBezTo>
                <a:cubicBezTo>
                  <a:pt x="1235" y="497"/>
                  <a:pt x="1607" y="308"/>
                  <a:pt x="1607" y="68"/>
                </a:cubicBezTo>
                <a:cubicBezTo>
                  <a:pt x="1607" y="31"/>
                  <a:pt x="1576" y="0"/>
                  <a:pt x="1538" y="0"/>
                </a:cubicBezTo>
                <a:cubicBezTo>
                  <a:pt x="1500" y="0"/>
                  <a:pt x="1470" y="31"/>
                  <a:pt x="1470" y="68"/>
                </a:cubicBezTo>
                <a:cubicBezTo>
                  <a:pt x="1470" y="132"/>
                  <a:pt x="1410" y="201"/>
                  <a:pt x="1320" y="267"/>
                </a:cubicBezTo>
                <a:lnTo>
                  <a:pt x="285" y="267"/>
                </a:lnTo>
                <a:cubicBezTo>
                  <a:pt x="197" y="202"/>
                  <a:pt x="137" y="134"/>
                  <a:pt x="137" y="68"/>
                </a:cubicBezTo>
                <a:cubicBezTo>
                  <a:pt x="137" y="31"/>
                  <a:pt x="106" y="0"/>
                  <a:pt x="68" y="0"/>
                </a:cubicBezTo>
                <a:cubicBezTo>
                  <a:pt x="31" y="0"/>
                  <a:pt x="0" y="31"/>
                  <a:pt x="0" y="68"/>
                </a:cubicBezTo>
                <a:cubicBezTo>
                  <a:pt x="0" y="308"/>
                  <a:pt x="372" y="497"/>
                  <a:pt x="605" y="592"/>
                </a:cubicBezTo>
                <a:cubicBezTo>
                  <a:pt x="372" y="687"/>
                  <a:pt x="0" y="875"/>
                  <a:pt x="0" y="1115"/>
                </a:cubicBezTo>
                <a:cubicBezTo>
                  <a:pt x="0" y="1356"/>
                  <a:pt x="372" y="1544"/>
                  <a:pt x="605" y="1639"/>
                </a:cubicBezTo>
                <a:cubicBezTo>
                  <a:pt x="372" y="1734"/>
                  <a:pt x="0" y="1922"/>
                  <a:pt x="0" y="2162"/>
                </a:cubicBezTo>
                <a:cubicBezTo>
                  <a:pt x="0" y="2200"/>
                  <a:pt x="31" y="2231"/>
                  <a:pt x="68" y="2231"/>
                </a:cubicBezTo>
                <a:cubicBezTo>
                  <a:pt x="106" y="2231"/>
                  <a:pt x="137" y="2200"/>
                  <a:pt x="137" y="2162"/>
                </a:cubicBezTo>
                <a:cubicBezTo>
                  <a:pt x="137" y="2110"/>
                  <a:pt x="178" y="2054"/>
                  <a:pt x="243" y="1998"/>
                </a:cubicBezTo>
                <a:lnTo>
                  <a:pt x="1365" y="1998"/>
                </a:lnTo>
                <a:cubicBezTo>
                  <a:pt x="1429" y="2052"/>
                  <a:pt x="1470" y="2108"/>
                  <a:pt x="1470" y="2162"/>
                </a:cubicBezTo>
                <a:cubicBezTo>
                  <a:pt x="1470" y="2200"/>
                  <a:pt x="1500" y="2231"/>
                  <a:pt x="1538" y="2231"/>
                </a:cubicBezTo>
                <a:cubicBezTo>
                  <a:pt x="1576" y="2231"/>
                  <a:pt x="1607" y="2200"/>
                  <a:pt x="1607" y="2162"/>
                </a:cubicBezTo>
                <a:cubicBezTo>
                  <a:pt x="1607" y="1922"/>
                  <a:pt x="1235" y="1734"/>
                  <a:pt x="1001" y="1639"/>
                </a:cubicBezTo>
                <a:cubicBezTo>
                  <a:pt x="1235" y="1544"/>
                  <a:pt x="1607" y="1356"/>
                  <a:pt x="1607" y="1115"/>
                </a:cubicBezTo>
                <a:close/>
                <a:moveTo>
                  <a:pt x="1350" y="1291"/>
                </a:moveTo>
                <a:lnTo>
                  <a:pt x="256" y="1291"/>
                </a:lnTo>
                <a:cubicBezTo>
                  <a:pt x="207" y="1251"/>
                  <a:pt x="170" y="1211"/>
                  <a:pt x="151" y="1170"/>
                </a:cubicBezTo>
                <a:lnTo>
                  <a:pt x="1456" y="1170"/>
                </a:lnTo>
                <a:cubicBezTo>
                  <a:pt x="1437" y="1210"/>
                  <a:pt x="1399" y="1251"/>
                  <a:pt x="1350" y="1291"/>
                </a:cubicBezTo>
                <a:close/>
                <a:moveTo>
                  <a:pt x="1184" y="1401"/>
                </a:moveTo>
                <a:cubicBezTo>
                  <a:pt x="1064" y="1468"/>
                  <a:pt x="925" y="1527"/>
                  <a:pt x="803" y="1567"/>
                </a:cubicBezTo>
                <a:cubicBezTo>
                  <a:pt x="699" y="1532"/>
                  <a:pt x="552" y="1472"/>
                  <a:pt x="423" y="1401"/>
                </a:cubicBezTo>
                <a:lnTo>
                  <a:pt x="1184" y="1401"/>
                </a:lnTo>
                <a:close/>
                <a:moveTo>
                  <a:pt x="290" y="914"/>
                </a:moveTo>
                <a:lnTo>
                  <a:pt x="1317" y="914"/>
                </a:lnTo>
                <a:cubicBezTo>
                  <a:pt x="1383" y="961"/>
                  <a:pt x="1433" y="1011"/>
                  <a:pt x="1456" y="1061"/>
                </a:cubicBezTo>
                <a:lnTo>
                  <a:pt x="151" y="1061"/>
                </a:lnTo>
                <a:cubicBezTo>
                  <a:pt x="174" y="1012"/>
                  <a:pt x="224" y="962"/>
                  <a:pt x="290" y="914"/>
                </a:cubicBezTo>
                <a:close/>
                <a:moveTo>
                  <a:pt x="1136" y="805"/>
                </a:moveTo>
                <a:lnTo>
                  <a:pt x="470" y="805"/>
                </a:lnTo>
                <a:cubicBezTo>
                  <a:pt x="578" y="748"/>
                  <a:pt x="697" y="699"/>
                  <a:pt x="803" y="664"/>
                </a:cubicBezTo>
                <a:cubicBezTo>
                  <a:pt x="895" y="695"/>
                  <a:pt x="1019" y="744"/>
                  <a:pt x="1136" y="805"/>
                </a:cubicBezTo>
                <a:close/>
                <a:moveTo>
                  <a:pt x="1143" y="376"/>
                </a:moveTo>
                <a:cubicBezTo>
                  <a:pt x="1033" y="434"/>
                  <a:pt x="911" y="484"/>
                  <a:pt x="803" y="520"/>
                </a:cubicBezTo>
                <a:cubicBezTo>
                  <a:pt x="710" y="489"/>
                  <a:pt x="583" y="437"/>
                  <a:pt x="465" y="376"/>
                </a:cubicBezTo>
                <a:lnTo>
                  <a:pt x="1143" y="376"/>
                </a:lnTo>
                <a:close/>
                <a:moveTo>
                  <a:pt x="402" y="1889"/>
                </a:moveTo>
                <a:cubicBezTo>
                  <a:pt x="527" y="1817"/>
                  <a:pt x="675" y="1753"/>
                  <a:pt x="803" y="1711"/>
                </a:cubicBezTo>
                <a:cubicBezTo>
                  <a:pt x="913" y="1747"/>
                  <a:pt x="1070" y="1812"/>
                  <a:pt x="1204" y="1889"/>
                </a:cubicBezTo>
                <a:lnTo>
                  <a:pt x="402" y="1889"/>
                </a:lnTo>
                <a:close/>
              </a:path>
            </a:pathLst>
          </a:custGeom>
          <a:solidFill>
            <a:schemeClr val="bg1"/>
          </a:solidFill>
          <a:ln>
            <a:noFill/>
          </a:ln>
        </p:spPr>
        <p:txBody>
          <a:bodyPr/>
          <a:lstStyle/>
          <a:p>
            <a:endParaRPr lang="zh-CN" altLang="en-US">
              <a:cs typeface="+mn-ea"/>
              <a:sym typeface="+mn-lt"/>
            </a:endParaRPr>
          </a:p>
        </p:txBody>
      </p:sp>
      <p:sp>
        <p:nvSpPr>
          <p:cNvPr id="215" name="dna-deoxyribonucleic-acid_30777">
            <a:extLst>
              <a:ext uri="{FF2B5EF4-FFF2-40B4-BE49-F238E27FC236}">
                <a16:creationId xmlns:a16="http://schemas.microsoft.com/office/drawing/2014/main" id="{6DBF7C6A-1206-4E6F-89E8-A7CAB4CCA543}"/>
              </a:ext>
            </a:extLst>
          </p:cNvPr>
          <p:cNvSpPr>
            <a:spLocks noChangeAspect="1"/>
          </p:cNvSpPr>
          <p:nvPr/>
        </p:nvSpPr>
        <p:spPr bwMode="auto">
          <a:xfrm>
            <a:off x="9541783" y="3799854"/>
            <a:ext cx="679072" cy="775898"/>
          </a:xfrm>
          <a:custGeom>
            <a:avLst/>
            <a:gdLst>
              <a:gd name="T0" fmla="*/ 506 w 506"/>
              <a:gd name="T1" fmla="*/ 428 h 579"/>
              <a:gd name="T2" fmla="*/ 463 w 506"/>
              <a:gd name="T3" fmla="*/ 391 h 579"/>
              <a:gd name="T4" fmla="*/ 463 w 506"/>
              <a:gd name="T5" fmla="*/ 417 h 579"/>
              <a:gd name="T6" fmla="*/ 308 w 506"/>
              <a:gd name="T7" fmla="*/ 417 h 579"/>
              <a:gd name="T8" fmla="*/ 308 w 506"/>
              <a:gd name="T9" fmla="*/ 290 h 579"/>
              <a:gd name="T10" fmla="*/ 334 w 506"/>
              <a:gd name="T11" fmla="*/ 290 h 579"/>
              <a:gd name="T12" fmla="*/ 334 w 506"/>
              <a:gd name="T13" fmla="*/ 351 h 579"/>
              <a:gd name="T14" fmla="*/ 389 w 506"/>
              <a:gd name="T15" fmla="*/ 351 h 579"/>
              <a:gd name="T16" fmla="*/ 389 w 506"/>
              <a:gd name="T17" fmla="*/ 378 h 579"/>
              <a:gd name="T18" fmla="*/ 433 w 506"/>
              <a:gd name="T19" fmla="*/ 344 h 579"/>
              <a:gd name="T20" fmla="*/ 389 w 506"/>
              <a:gd name="T21" fmla="*/ 307 h 579"/>
              <a:gd name="T22" fmla="*/ 389 w 506"/>
              <a:gd name="T23" fmla="*/ 333 h 579"/>
              <a:gd name="T24" fmla="*/ 351 w 506"/>
              <a:gd name="T25" fmla="*/ 333 h 579"/>
              <a:gd name="T26" fmla="*/ 351 w 506"/>
              <a:gd name="T27" fmla="*/ 290 h 579"/>
              <a:gd name="T28" fmla="*/ 406 w 506"/>
              <a:gd name="T29" fmla="*/ 290 h 579"/>
              <a:gd name="T30" fmla="*/ 500 w 506"/>
              <a:gd name="T31" fmla="*/ 196 h 579"/>
              <a:gd name="T32" fmla="*/ 406 w 506"/>
              <a:gd name="T33" fmla="*/ 102 h 579"/>
              <a:gd name="T34" fmla="*/ 406 w 506"/>
              <a:gd name="T35" fmla="*/ 102 h 579"/>
              <a:gd name="T36" fmla="*/ 406 w 506"/>
              <a:gd name="T37" fmla="*/ 94 h 579"/>
              <a:gd name="T38" fmla="*/ 312 w 506"/>
              <a:gd name="T39" fmla="*/ 0 h 579"/>
              <a:gd name="T40" fmla="*/ 230 w 506"/>
              <a:gd name="T41" fmla="*/ 48 h 579"/>
              <a:gd name="T42" fmla="*/ 195 w 506"/>
              <a:gd name="T43" fmla="*/ 41 h 579"/>
              <a:gd name="T44" fmla="*/ 107 w 506"/>
              <a:gd name="T45" fmla="*/ 103 h 579"/>
              <a:gd name="T46" fmla="*/ 101 w 506"/>
              <a:gd name="T47" fmla="*/ 102 h 579"/>
              <a:gd name="T48" fmla="*/ 7 w 506"/>
              <a:gd name="T49" fmla="*/ 196 h 579"/>
              <a:gd name="T50" fmla="*/ 101 w 506"/>
              <a:gd name="T51" fmla="*/ 290 h 579"/>
              <a:gd name="T52" fmla="*/ 156 w 506"/>
              <a:gd name="T53" fmla="*/ 290 h 579"/>
              <a:gd name="T54" fmla="*/ 156 w 506"/>
              <a:gd name="T55" fmla="*/ 333 h 579"/>
              <a:gd name="T56" fmla="*/ 118 w 506"/>
              <a:gd name="T57" fmla="*/ 333 h 579"/>
              <a:gd name="T58" fmla="*/ 118 w 506"/>
              <a:gd name="T59" fmla="*/ 307 h 579"/>
              <a:gd name="T60" fmla="*/ 74 w 506"/>
              <a:gd name="T61" fmla="*/ 344 h 579"/>
              <a:gd name="T62" fmla="*/ 118 w 506"/>
              <a:gd name="T63" fmla="*/ 378 h 579"/>
              <a:gd name="T64" fmla="*/ 118 w 506"/>
              <a:gd name="T65" fmla="*/ 351 h 579"/>
              <a:gd name="T66" fmla="*/ 173 w 506"/>
              <a:gd name="T67" fmla="*/ 351 h 579"/>
              <a:gd name="T68" fmla="*/ 173 w 506"/>
              <a:gd name="T69" fmla="*/ 290 h 579"/>
              <a:gd name="T70" fmla="*/ 198 w 506"/>
              <a:gd name="T71" fmla="*/ 290 h 579"/>
              <a:gd name="T72" fmla="*/ 198 w 506"/>
              <a:gd name="T73" fmla="*/ 417 h 579"/>
              <a:gd name="T74" fmla="*/ 44 w 506"/>
              <a:gd name="T75" fmla="*/ 417 h 579"/>
              <a:gd name="T76" fmla="*/ 44 w 506"/>
              <a:gd name="T77" fmla="*/ 391 h 579"/>
              <a:gd name="T78" fmla="*/ 0 w 506"/>
              <a:gd name="T79" fmla="*/ 428 h 579"/>
              <a:gd name="T80" fmla="*/ 44 w 506"/>
              <a:gd name="T81" fmla="*/ 462 h 579"/>
              <a:gd name="T82" fmla="*/ 44 w 506"/>
              <a:gd name="T83" fmla="*/ 435 h 579"/>
              <a:gd name="T84" fmla="*/ 216 w 506"/>
              <a:gd name="T85" fmla="*/ 435 h 579"/>
              <a:gd name="T86" fmla="*/ 216 w 506"/>
              <a:gd name="T87" fmla="*/ 290 h 579"/>
              <a:gd name="T88" fmla="*/ 244 w 506"/>
              <a:gd name="T89" fmla="*/ 290 h 579"/>
              <a:gd name="T90" fmla="*/ 244 w 506"/>
              <a:gd name="T91" fmla="*/ 535 h 579"/>
              <a:gd name="T92" fmla="*/ 218 w 506"/>
              <a:gd name="T93" fmla="*/ 535 h 579"/>
              <a:gd name="T94" fmla="*/ 253 w 506"/>
              <a:gd name="T95" fmla="*/ 579 h 579"/>
              <a:gd name="T96" fmla="*/ 289 w 506"/>
              <a:gd name="T97" fmla="*/ 535 h 579"/>
              <a:gd name="T98" fmla="*/ 263 w 506"/>
              <a:gd name="T99" fmla="*/ 535 h 579"/>
              <a:gd name="T100" fmla="*/ 263 w 506"/>
              <a:gd name="T101" fmla="*/ 290 h 579"/>
              <a:gd name="T102" fmla="*/ 291 w 506"/>
              <a:gd name="T103" fmla="*/ 290 h 579"/>
              <a:gd name="T104" fmla="*/ 291 w 506"/>
              <a:gd name="T105" fmla="*/ 435 h 579"/>
              <a:gd name="T106" fmla="*/ 463 w 506"/>
              <a:gd name="T107" fmla="*/ 435 h 579"/>
              <a:gd name="T108" fmla="*/ 463 w 506"/>
              <a:gd name="T109" fmla="*/ 462 h 579"/>
              <a:gd name="T110" fmla="*/ 506 w 506"/>
              <a:gd name="T111" fmla="*/ 428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06" h="579">
                <a:moveTo>
                  <a:pt x="506" y="428"/>
                </a:moveTo>
                <a:lnTo>
                  <a:pt x="463" y="391"/>
                </a:lnTo>
                <a:lnTo>
                  <a:pt x="463" y="417"/>
                </a:lnTo>
                <a:lnTo>
                  <a:pt x="308" y="417"/>
                </a:lnTo>
                <a:lnTo>
                  <a:pt x="308" y="290"/>
                </a:lnTo>
                <a:lnTo>
                  <a:pt x="334" y="290"/>
                </a:lnTo>
                <a:lnTo>
                  <a:pt x="334" y="351"/>
                </a:lnTo>
                <a:lnTo>
                  <a:pt x="389" y="351"/>
                </a:lnTo>
                <a:lnTo>
                  <a:pt x="389" y="378"/>
                </a:lnTo>
                <a:lnTo>
                  <a:pt x="433" y="344"/>
                </a:lnTo>
                <a:lnTo>
                  <a:pt x="389" y="307"/>
                </a:lnTo>
                <a:lnTo>
                  <a:pt x="389" y="333"/>
                </a:lnTo>
                <a:lnTo>
                  <a:pt x="351" y="333"/>
                </a:lnTo>
                <a:lnTo>
                  <a:pt x="351" y="290"/>
                </a:lnTo>
                <a:lnTo>
                  <a:pt x="406" y="290"/>
                </a:lnTo>
                <a:cubicBezTo>
                  <a:pt x="458" y="290"/>
                  <a:pt x="500" y="248"/>
                  <a:pt x="500" y="196"/>
                </a:cubicBezTo>
                <a:cubicBezTo>
                  <a:pt x="500" y="144"/>
                  <a:pt x="458" y="102"/>
                  <a:pt x="406" y="102"/>
                </a:cubicBezTo>
                <a:cubicBezTo>
                  <a:pt x="406" y="102"/>
                  <a:pt x="406" y="102"/>
                  <a:pt x="406" y="102"/>
                </a:cubicBezTo>
                <a:cubicBezTo>
                  <a:pt x="406" y="99"/>
                  <a:pt x="406" y="97"/>
                  <a:pt x="406" y="94"/>
                </a:cubicBezTo>
                <a:cubicBezTo>
                  <a:pt x="406" y="42"/>
                  <a:pt x="364" y="0"/>
                  <a:pt x="312" y="0"/>
                </a:cubicBezTo>
                <a:cubicBezTo>
                  <a:pt x="277" y="0"/>
                  <a:pt x="246" y="19"/>
                  <a:pt x="230" y="48"/>
                </a:cubicBezTo>
                <a:cubicBezTo>
                  <a:pt x="219" y="44"/>
                  <a:pt x="208" y="41"/>
                  <a:pt x="195" y="41"/>
                </a:cubicBezTo>
                <a:cubicBezTo>
                  <a:pt x="155" y="41"/>
                  <a:pt x="121" y="67"/>
                  <a:pt x="107" y="103"/>
                </a:cubicBezTo>
                <a:cubicBezTo>
                  <a:pt x="105" y="102"/>
                  <a:pt x="103" y="102"/>
                  <a:pt x="101" y="102"/>
                </a:cubicBezTo>
                <a:cubicBezTo>
                  <a:pt x="49" y="102"/>
                  <a:pt x="7" y="144"/>
                  <a:pt x="7" y="196"/>
                </a:cubicBezTo>
                <a:cubicBezTo>
                  <a:pt x="7" y="248"/>
                  <a:pt x="49" y="290"/>
                  <a:pt x="101" y="290"/>
                </a:cubicBezTo>
                <a:lnTo>
                  <a:pt x="156" y="290"/>
                </a:lnTo>
                <a:lnTo>
                  <a:pt x="156" y="333"/>
                </a:lnTo>
                <a:lnTo>
                  <a:pt x="118" y="333"/>
                </a:lnTo>
                <a:lnTo>
                  <a:pt x="118" y="307"/>
                </a:lnTo>
                <a:lnTo>
                  <a:pt x="74" y="344"/>
                </a:lnTo>
                <a:lnTo>
                  <a:pt x="118" y="378"/>
                </a:lnTo>
                <a:lnTo>
                  <a:pt x="118" y="351"/>
                </a:lnTo>
                <a:lnTo>
                  <a:pt x="173" y="351"/>
                </a:lnTo>
                <a:lnTo>
                  <a:pt x="173" y="290"/>
                </a:lnTo>
                <a:lnTo>
                  <a:pt x="198" y="290"/>
                </a:lnTo>
                <a:lnTo>
                  <a:pt x="198" y="417"/>
                </a:lnTo>
                <a:lnTo>
                  <a:pt x="44" y="417"/>
                </a:lnTo>
                <a:lnTo>
                  <a:pt x="44" y="391"/>
                </a:lnTo>
                <a:lnTo>
                  <a:pt x="0" y="428"/>
                </a:lnTo>
                <a:lnTo>
                  <a:pt x="44" y="462"/>
                </a:lnTo>
                <a:lnTo>
                  <a:pt x="44" y="435"/>
                </a:lnTo>
                <a:lnTo>
                  <a:pt x="216" y="435"/>
                </a:lnTo>
                <a:lnTo>
                  <a:pt x="216" y="290"/>
                </a:lnTo>
                <a:lnTo>
                  <a:pt x="244" y="290"/>
                </a:lnTo>
                <a:lnTo>
                  <a:pt x="244" y="535"/>
                </a:lnTo>
                <a:lnTo>
                  <a:pt x="218" y="535"/>
                </a:lnTo>
                <a:lnTo>
                  <a:pt x="253" y="579"/>
                </a:lnTo>
                <a:lnTo>
                  <a:pt x="289" y="535"/>
                </a:lnTo>
                <a:lnTo>
                  <a:pt x="263" y="535"/>
                </a:lnTo>
                <a:lnTo>
                  <a:pt x="263" y="290"/>
                </a:lnTo>
                <a:lnTo>
                  <a:pt x="291" y="290"/>
                </a:lnTo>
                <a:lnTo>
                  <a:pt x="291" y="435"/>
                </a:lnTo>
                <a:lnTo>
                  <a:pt x="463" y="435"/>
                </a:lnTo>
                <a:lnTo>
                  <a:pt x="463" y="462"/>
                </a:lnTo>
                <a:lnTo>
                  <a:pt x="506" y="428"/>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sp>
        <p:nvSpPr>
          <p:cNvPr id="218" name="dna-deoxyribonucleic-acid_30777">
            <a:extLst>
              <a:ext uri="{FF2B5EF4-FFF2-40B4-BE49-F238E27FC236}">
                <a16:creationId xmlns:a16="http://schemas.microsoft.com/office/drawing/2014/main" id="{C5F61215-21E7-4E6C-A08B-C3707AB66705}"/>
              </a:ext>
            </a:extLst>
          </p:cNvPr>
          <p:cNvSpPr>
            <a:spLocks noChangeAspect="1"/>
          </p:cNvSpPr>
          <p:nvPr/>
        </p:nvSpPr>
        <p:spPr bwMode="auto">
          <a:xfrm>
            <a:off x="7845055" y="2755299"/>
            <a:ext cx="748444" cy="747230"/>
          </a:xfrm>
          <a:custGeom>
            <a:avLst/>
            <a:gdLst>
              <a:gd name="connsiteX0" fmla="*/ 161468 w 608838"/>
              <a:gd name="connsiteY0" fmla="*/ 210188 h 607851"/>
              <a:gd name="connsiteX1" fmla="*/ 172568 w 608838"/>
              <a:gd name="connsiteY1" fmla="*/ 214766 h 607851"/>
              <a:gd name="connsiteX2" fmla="*/ 235392 w 608838"/>
              <a:gd name="connsiteY2" fmla="*/ 277501 h 607851"/>
              <a:gd name="connsiteX3" fmla="*/ 179982 w 608838"/>
              <a:gd name="connsiteY3" fmla="*/ 332776 h 607851"/>
              <a:gd name="connsiteX4" fmla="*/ 162550 w 608838"/>
              <a:gd name="connsiteY4" fmla="*/ 315369 h 607851"/>
              <a:gd name="connsiteX5" fmla="*/ 106405 w 608838"/>
              <a:gd name="connsiteY5" fmla="*/ 371435 h 607851"/>
              <a:gd name="connsiteX6" fmla="*/ 106405 w 608838"/>
              <a:gd name="connsiteY6" fmla="*/ 499732 h 607851"/>
              <a:gd name="connsiteX7" fmla="*/ 108272 w 608838"/>
              <a:gd name="connsiteY7" fmla="*/ 501597 h 607851"/>
              <a:gd name="connsiteX8" fmla="*/ 236750 w 608838"/>
              <a:gd name="connsiteY8" fmla="*/ 501597 h 607851"/>
              <a:gd name="connsiteX9" fmla="*/ 292896 w 608838"/>
              <a:gd name="connsiteY9" fmla="*/ 445530 h 607851"/>
              <a:gd name="connsiteX10" fmla="*/ 275463 w 608838"/>
              <a:gd name="connsiteY10" fmla="*/ 428123 h 607851"/>
              <a:gd name="connsiteX11" fmla="*/ 330816 w 608838"/>
              <a:gd name="connsiteY11" fmla="*/ 372791 h 607851"/>
              <a:gd name="connsiteX12" fmla="*/ 393640 w 608838"/>
              <a:gd name="connsiteY12" fmla="*/ 435527 h 607851"/>
              <a:gd name="connsiteX13" fmla="*/ 393640 w 608838"/>
              <a:gd name="connsiteY13" fmla="*/ 457738 h 607851"/>
              <a:gd name="connsiteX14" fmla="*/ 293235 w 608838"/>
              <a:gd name="connsiteY14" fmla="*/ 557945 h 607851"/>
              <a:gd name="connsiteX15" fmla="*/ 172568 w 608838"/>
              <a:gd name="connsiteY15" fmla="*/ 607851 h 607851"/>
              <a:gd name="connsiteX16" fmla="*/ 51901 w 608838"/>
              <a:gd name="connsiteY16" fmla="*/ 557945 h 607851"/>
              <a:gd name="connsiteX17" fmla="*/ 49976 w 608838"/>
              <a:gd name="connsiteY17" fmla="*/ 556024 h 607851"/>
              <a:gd name="connsiteX18" fmla="*/ 0 w 608838"/>
              <a:gd name="connsiteY18" fmla="*/ 435527 h 607851"/>
              <a:gd name="connsiteX19" fmla="*/ 49976 w 608838"/>
              <a:gd name="connsiteY19" fmla="*/ 315030 h 607851"/>
              <a:gd name="connsiteX20" fmla="*/ 150325 w 608838"/>
              <a:gd name="connsiteY20" fmla="*/ 214766 h 607851"/>
              <a:gd name="connsiteX21" fmla="*/ 161468 w 608838"/>
              <a:gd name="connsiteY21" fmla="*/ 210188 h 607851"/>
              <a:gd name="connsiteX22" fmla="*/ 397828 w 608838"/>
              <a:gd name="connsiteY22" fmla="*/ 173027 h 607851"/>
              <a:gd name="connsiteX23" fmla="*/ 424484 w 608838"/>
              <a:gd name="connsiteY23" fmla="*/ 183992 h 607851"/>
              <a:gd name="connsiteX24" fmla="*/ 424428 w 608838"/>
              <a:gd name="connsiteY24" fmla="*/ 237290 h 607851"/>
              <a:gd name="connsiteX25" fmla="*/ 407732 w 608838"/>
              <a:gd name="connsiteY25" fmla="*/ 253963 h 607851"/>
              <a:gd name="connsiteX26" fmla="*/ 350232 w 608838"/>
              <a:gd name="connsiteY26" fmla="*/ 311387 h 607851"/>
              <a:gd name="connsiteX27" fmla="*/ 309711 w 608838"/>
              <a:gd name="connsiteY27" fmla="*/ 351855 h 607851"/>
              <a:gd name="connsiteX28" fmla="*/ 254304 w 608838"/>
              <a:gd name="connsiteY28" fmla="*/ 407131 h 607851"/>
              <a:gd name="connsiteX29" fmla="*/ 237666 w 608838"/>
              <a:gd name="connsiteY29" fmla="*/ 423804 h 607851"/>
              <a:gd name="connsiteX30" fmla="*/ 211010 w 608838"/>
              <a:gd name="connsiteY30" fmla="*/ 434825 h 607851"/>
              <a:gd name="connsiteX31" fmla="*/ 184354 w 608838"/>
              <a:gd name="connsiteY31" fmla="*/ 423804 h 607851"/>
              <a:gd name="connsiteX32" fmla="*/ 184354 w 608838"/>
              <a:gd name="connsiteY32" fmla="*/ 370506 h 607851"/>
              <a:gd name="connsiteX33" fmla="*/ 201049 w 608838"/>
              <a:gd name="connsiteY33" fmla="*/ 353889 h 607851"/>
              <a:gd name="connsiteX34" fmla="*/ 256455 w 608838"/>
              <a:gd name="connsiteY34" fmla="*/ 298557 h 607851"/>
              <a:gd name="connsiteX35" fmla="*/ 296977 w 608838"/>
              <a:gd name="connsiteY35" fmla="*/ 258089 h 607851"/>
              <a:gd name="connsiteX36" fmla="*/ 354477 w 608838"/>
              <a:gd name="connsiteY36" fmla="*/ 200665 h 607851"/>
              <a:gd name="connsiteX37" fmla="*/ 371229 w 608838"/>
              <a:gd name="connsiteY37" fmla="*/ 183992 h 607851"/>
              <a:gd name="connsiteX38" fmla="*/ 397828 w 608838"/>
              <a:gd name="connsiteY38" fmla="*/ 173027 h 607851"/>
              <a:gd name="connsiteX39" fmla="*/ 436272 w 608838"/>
              <a:gd name="connsiteY39" fmla="*/ 0 h 607851"/>
              <a:gd name="connsiteX40" fmla="*/ 556938 w 608838"/>
              <a:gd name="connsiteY40" fmla="*/ 49907 h 607851"/>
              <a:gd name="connsiteX41" fmla="*/ 558919 w 608838"/>
              <a:gd name="connsiteY41" fmla="*/ 51772 h 607851"/>
              <a:gd name="connsiteX42" fmla="*/ 608838 w 608838"/>
              <a:gd name="connsiteY42" fmla="*/ 172273 h 607851"/>
              <a:gd name="connsiteX43" fmla="*/ 558919 w 608838"/>
              <a:gd name="connsiteY43" fmla="*/ 292773 h 607851"/>
              <a:gd name="connsiteX44" fmla="*/ 456421 w 608838"/>
              <a:gd name="connsiteY44" fmla="*/ 395131 h 607851"/>
              <a:gd name="connsiteX45" fmla="*/ 434178 w 608838"/>
              <a:gd name="connsiteY45" fmla="*/ 395131 h 607851"/>
              <a:gd name="connsiteX46" fmla="*/ 371355 w 608838"/>
              <a:gd name="connsiteY46" fmla="*/ 332450 h 607851"/>
              <a:gd name="connsiteX47" fmla="*/ 428858 w 608838"/>
              <a:gd name="connsiteY47" fmla="*/ 275026 h 607851"/>
              <a:gd name="connsiteX48" fmla="*/ 446290 w 608838"/>
              <a:gd name="connsiteY48" fmla="*/ 292434 h 607851"/>
              <a:gd name="connsiteX49" fmla="*/ 502435 w 608838"/>
              <a:gd name="connsiteY49" fmla="*/ 236366 h 607851"/>
              <a:gd name="connsiteX50" fmla="*/ 502435 w 608838"/>
              <a:gd name="connsiteY50" fmla="*/ 108066 h 607851"/>
              <a:gd name="connsiteX51" fmla="*/ 500567 w 608838"/>
              <a:gd name="connsiteY51" fmla="*/ 106201 h 607851"/>
              <a:gd name="connsiteX52" fmla="*/ 372147 w 608838"/>
              <a:gd name="connsiteY52" fmla="*/ 106201 h 607851"/>
              <a:gd name="connsiteX53" fmla="*/ 316003 w 608838"/>
              <a:gd name="connsiteY53" fmla="*/ 162269 h 607851"/>
              <a:gd name="connsiteX54" fmla="*/ 333491 w 608838"/>
              <a:gd name="connsiteY54" fmla="*/ 179733 h 607851"/>
              <a:gd name="connsiteX55" fmla="*/ 275988 w 608838"/>
              <a:gd name="connsiteY55" fmla="*/ 237158 h 607851"/>
              <a:gd name="connsiteX56" fmla="*/ 213222 w 608838"/>
              <a:gd name="connsiteY56" fmla="*/ 174477 h 607851"/>
              <a:gd name="connsiteX57" fmla="*/ 213222 w 608838"/>
              <a:gd name="connsiteY57" fmla="*/ 152265 h 607851"/>
              <a:gd name="connsiteX58" fmla="*/ 315606 w 608838"/>
              <a:gd name="connsiteY58" fmla="*/ 49907 h 607851"/>
              <a:gd name="connsiteX59" fmla="*/ 436272 w 608838"/>
              <a:gd name="connsiteY59"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08838" h="607851">
                <a:moveTo>
                  <a:pt x="161468" y="210188"/>
                </a:moveTo>
                <a:cubicBezTo>
                  <a:pt x="165493" y="210188"/>
                  <a:pt x="169512" y="211714"/>
                  <a:pt x="172568" y="214766"/>
                </a:cubicBezTo>
                <a:lnTo>
                  <a:pt x="235392" y="277501"/>
                </a:lnTo>
                <a:lnTo>
                  <a:pt x="179982" y="332776"/>
                </a:lnTo>
                <a:lnTo>
                  <a:pt x="162550" y="315369"/>
                </a:lnTo>
                <a:lnTo>
                  <a:pt x="106405" y="371435"/>
                </a:lnTo>
                <a:cubicBezTo>
                  <a:pt x="70918" y="406872"/>
                  <a:pt x="70918" y="464294"/>
                  <a:pt x="106405" y="499732"/>
                </a:cubicBezTo>
                <a:lnTo>
                  <a:pt x="108272" y="501597"/>
                </a:lnTo>
                <a:cubicBezTo>
                  <a:pt x="143759" y="537034"/>
                  <a:pt x="201263" y="537034"/>
                  <a:pt x="236750" y="501597"/>
                </a:cubicBezTo>
                <a:lnTo>
                  <a:pt x="292896" y="445530"/>
                </a:lnTo>
                <a:lnTo>
                  <a:pt x="275463" y="428123"/>
                </a:lnTo>
                <a:lnTo>
                  <a:pt x="330816" y="372791"/>
                </a:lnTo>
                <a:lnTo>
                  <a:pt x="393640" y="435527"/>
                </a:lnTo>
                <a:cubicBezTo>
                  <a:pt x="399753" y="441687"/>
                  <a:pt x="399753" y="451634"/>
                  <a:pt x="393640" y="457738"/>
                </a:cubicBezTo>
                <a:lnTo>
                  <a:pt x="293235" y="557945"/>
                </a:lnTo>
                <a:cubicBezTo>
                  <a:pt x="261031" y="590161"/>
                  <a:pt x="218186" y="607851"/>
                  <a:pt x="172568" y="607851"/>
                </a:cubicBezTo>
                <a:cubicBezTo>
                  <a:pt x="127006" y="607851"/>
                  <a:pt x="84162" y="590161"/>
                  <a:pt x="51901" y="557945"/>
                </a:cubicBezTo>
                <a:lnTo>
                  <a:pt x="49976" y="556024"/>
                </a:lnTo>
                <a:cubicBezTo>
                  <a:pt x="17715" y="523808"/>
                  <a:pt x="0" y="481024"/>
                  <a:pt x="0" y="435527"/>
                </a:cubicBezTo>
                <a:cubicBezTo>
                  <a:pt x="0" y="389973"/>
                  <a:pt x="17715" y="347189"/>
                  <a:pt x="49976" y="315030"/>
                </a:cubicBezTo>
                <a:lnTo>
                  <a:pt x="150325" y="214766"/>
                </a:lnTo>
                <a:cubicBezTo>
                  <a:pt x="153410" y="211714"/>
                  <a:pt x="157442" y="210188"/>
                  <a:pt x="161468" y="210188"/>
                </a:cubicBezTo>
                <a:close/>
                <a:moveTo>
                  <a:pt x="397828" y="173027"/>
                </a:moveTo>
                <a:cubicBezTo>
                  <a:pt x="407506" y="173027"/>
                  <a:pt x="417071" y="176644"/>
                  <a:pt x="424484" y="183992"/>
                </a:cubicBezTo>
                <a:cubicBezTo>
                  <a:pt x="439199" y="198687"/>
                  <a:pt x="439199" y="222595"/>
                  <a:pt x="424428" y="237290"/>
                </a:cubicBezTo>
                <a:lnTo>
                  <a:pt x="407732" y="253963"/>
                </a:lnTo>
                <a:lnTo>
                  <a:pt x="350232" y="311387"/>
                </a:lnTo>
                <a:lnTo>
                  <a:pt x="309711" y="351855"/>
                </a:lnTo>
                <a:lnTo>
                  <a:pt x="254304" y="407131"/>
                </a:lnTo>
                <a:lnTo>
                  <a:pt x="237666" y="423804"/>
                </a:lnTo>
                <a:cubicBezTo>
                  <a:pt x="230308" y="431095"/>
                  <a:pt x="220687" y="434825"/>
                  <a:pt x="211010" y="434825"/>
                </a:cubicBezTo>
                <a:cubicBezTo>
                  <a:pt x="201332" y="434825"/>
                  <a:pt x="191767" y="431208"/>
                  <a:pt x="184354" y="423804"/>
                </a:cubicBezTo>
                <a:cubicBezTo>
                  <a:pt x="169639" y="409109"/>
                  <a:pt x="169639" y="385201"/>
                  <a:pt x="184354" y="370506"/>
                </a:cubicBezTo>
                <a:lnTo>
                  <a:pt x="201049" y="353889"/>
                </a:lnTo>
                <a:lnTo>
                  <a:pt x="256455" y="298557"/>
                </a:lnTo>
                <a:lnTo>
                  <a:pt x="296977" y="258089"/>
                </a:lnTo>
                <a:lnTo>
                  <a:pt x="354477" y="200665"/>
                </a:lnTo>
                <a:lnTo>
                  <a:pt x="371229" y="183992"/>
                </a:lnTo>
                <a:cubicBezTo>
                  <a:pt x="378530" y="176701"/>
                  <a:pt x="388207" y="173027"/>
                  <a:pt x="397828" y="173027"/>
                </a:cubicBezTo>
                <a:close/>
                <a:moveTo>
                  <a:pt x="436272" y="0"/>
                </a:moveTo>
                <a:cubicBezTo>
                  <a:pt x="481833" y="0"/>
                  <a:pt x="524734" y="17747"/>
                  <a:pt x="556938" y="49907"/>
                </a:cubicBezTo>
                <a:lnTo>
                  <a:pt x="558919" y="51772"/>
                </a:lnTo>
                <a:cubicBezTo>
                  <a:pt x="591123" y="83989"/>
                  <a:pt x="608838" y="126774"/>
                  <a:pt x="608838" y="172273"/>
                </a:cubicBezTo>
                <a:cubicBezTo>
                  <a:pt x="608838" y="217828"/>
                  <a:pt x="591123" y="260613"/>
                  <a:pt x="558919" y="292773"/>
                </a:cubicBezTo>
                <a:lnTo>
                  <a:pt x="456421" y="395131"/>
                </a:lnTo>
                <a:cubicBezTo>
                  <a:pt x="450252" y="401235"/>
                  <a:pt x="440291" y="401235"/>
                  <a:pt x="434178" y="395131"/>
                </a:cubicBezTo>
                <a:lnTo>
                  <a:pt x="371355" y="332450"/>
                </a:lnTo>
                <a:lnTo>
                  <a:pt x="428858" y="275026"/>
                </a:lnTo>
                <a:lnTo>
                  <a:pt x="446290" y="292434"/>
                </a:lnTo>
                <a:lnTo>
                  <a:pt x="502435" y="236366"/>
                </a:lnTo>
                <a:cubicBezTo>
                  <a:pt x="537921" y="200928"/>
                  <a:pt x="537921" y="143504"/>
                  <a:pt x="502435" y="108066"/>
                </a:cubicBezTo>
                <a:lnTo>
                  <a:pt x="500567" y="106201"/>
                </a:lnTo>
                <a:cubicBezTo>
                  <a:pt x="465080" y="70763"/>
                  <a:pt x="407577" y="70763"/>
                  <a:pt x="372147" y="106201"/>
                </a:cubicBezTo>
                <a:lnTo>
                  <a:pt x="316003" y="162269"/>
                </a:lnTo>
                <a:lnTo>
                  <a:pt x="333491" y="179733"/>
                </a:lnTo>
                <a:lnTo>
                  <a:pt x="275988" y="237158"/>
                </a:lnTo>
                <a:lnTo>
                  <a:pt x="213222" y="174477"/>
                </a:lnTo>
                <a:cubicBezTo>
                  <a:pt x="207109" y="168316"/>
                  <a:pt x="207109" y="158369"/>
                  <a:pt x="213222" y="152265"/>
                </a:cubicBezTo>
                <a:lnTo>
                  <a:pt x="315606" y="49907"/>
                </a:lnTo>
                <a:cubicBezTo>
                  <a:pt x="347810" y="17747"/>
                  <a:pt x="390711" y="0"/>
                  <a:pt x="436272"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6" name="dna-deoxyribonucleic-acid_30777">
            <a:extLst>
              <a:ext uri="{FF2B5EF4-FFF2-40B4-BE49-F238E27FC236}">
                <a16:creationId xmlns:a16="http://schemas.microsoft.com/office/drawing/2014/main" id="{96A884F8-3047-4194-8AB3-8E6146EC589D}"/>
              </a:ext>
            </a:extLst>
          </p:cNvPr>
          <p:cNvSpPr>
            <a:spLocks noChangeAspect="1"/>
          </p:cNvSpPr>
          <p:nvPr/>
        </p:nvSpPr>
        <p:spPr bwMode="auto">
          <a:xfrm>
            <a:off x="5686970" y="3080155"/>
            <a:ext cx="445797" cy="445123"/>
          </a:xfrm>
          <a:custGeom>
            <a:avLst/>
            <a:gdLst>
              <a:gd name="connsiteX0" fmla="*/ 564958 w 605874"/>
              <a:gd name="connsiteY0" fmla="*/ 332927 h 604957"/>
              <a:gd name="connsiteX1" fmla="*/ 605874 w 605874"/>
              <a:gd name="connsiteY1" fmla="*/ 332927 h 604957"/>
              <a:gd name="connsiteX2" fmla="*/ 333421 w 605874"/>
              <a:gd name="connsiteY2" fmla="*/ 604957 h 604957"/>
              <a:gd name="connsiteX3" fmla="*/ 333421 w 605874"/>
              <a:gd name="connsiteY3" fmla="*/ 564105 h 604957"/>
              <a:gd name="connsiteX4" fmla="*/ 564958 w 605874"/>
              <a:gd name="connsiteY4" fmla="*/ 332927 h 604957"/>
              <a:gd name="connsiteX5" fmla="*/ 447406 w 605874"/>
              <a:gd name="connsiteY5" fmla="*/ 332927 h 604957"/>
              <a:gd name="connsiteX6" fmla="*/ 488524 w 605874"/>
              <a:gd name="connsiteY6" fmla="*/ 332927 h 604957"/>
              <a:gd name="connsiteX7" fmla="*/ 333421 w 605874"/>
              <a:gd name="connsiteY7" fmla="*/ 487747 h 604957"/>
              <a:gd name="connsiteX8" fmla="*/ 333421 w 605874"/>
              <a:gd name="connsiteY8" fmla="*/ 446704 h 604957"/>
              <a:gd name="connsiteX9" fmla="*/ 447406 w 605874"/>
              <a:gd name="connsiteY9" fmla="*/ 332927 h 604957"/>
              <a:gd name="connsiteX10" fmla="*/ 117421 w 605874"/>
              <a:gd name="connsiteY10" fmla="*/ 332927 h 604957"/>
              <a:gd name="connsiteX11" fmla="*/ 158520 w 605874"/>
              <a:gd name="connsiteY11" fmla="*/ 332927 h 604957"/>
              <a:gd name="connsiteX12" fmla="*/ 272453 w 605874"/>
              <a:gd name="connsiteY12" fmla="*/ 446704 h 604957"/>
              <a:gd name="connsiteX13" fmla="*/ 272453 w 605874"/>
              <a:gd name="connsiteY13" fmla="*/ 487747 h 604957"/>
              <a:gd name="connsiteX14" fmla="*/ 117421 w 605874"/>
              <a:gd name="connsiteY14" fmla="*/ 332927 h 604957"/>
              <a:gd name="connsiteX15" fmla="*/ 0 w 605874"/>
              <a:gd name="connsiteY15" fmla="*/ 332927 h 604957"/>
              <a:gd name="connsiteX16" fmla="*/ 40916 w 605874"/>
              <a:gd name="connsiteY16" fmla="*/ 332927 h 604957"/>
              <a:gd name="connsiteX17" fmla="*/ 272453 w 605874"/>
              <a:gd name="connsiteY17" fmla="*/ 564105 h 604957"/>
              <a:gd name="connsiteX18" fmla="*/ 272453 w 605874"/>
              <a:gd name="connsiteY18" fmla="*/ 604957 h 604957"/>
              <a:gd name="connsiteX19" fmla="*/ 0 w 605874"/>
              <a:gd name="connsiteY19" fmla="*/ 332927 h 604957"/>
              <a:gd name="connsiteX20" fmla="*/ 302937 w 605874"/>
              <a:gd name="connsiteY20" fmla="*/ 228491 h 604957"/>
              <a:gd name="connsiteX21" fmla="*/ 333435 w 605874"/>
              <a:gd name="connsiteY21" fmla="*/ 235174 h 604957"/>
              <a:gd name="connsiteX22" fmla="*/ 370338 w 605874"/>
              <a:gd name="connsiteY22" fmla="*/ 272025 h 604957"/>
              <a:gd name="connsiteX23" fmla="*/ 377030 w 605874"/>
              <a:gd name="connsiteY23" fmla="*/ 302479 h 604957"/>
              <a:gd name="connsiteX24" fmla="*/ 370338 w 605874"/>
              <a:gd name="connsiteY24" fmla="*/ 332933 h 604957"/>
              <a:gd name="connsiteX25" fmla="*/ 333435 w 605874"/>
              <a:gd name="connsiteY25" fmla="*/ 369784 h 604957"/>
              <a:gd name="connsiteX26" fmla="*/ 302937 w 605874"/>
              <a:gd name="connsiteY26" fmla="*/ 376467 h 604957"/>
              <a:gd name="connsiteX27" fmla="*/ 272439 w 605874"/>
              <a:gd name="connsiteY27" fmla="*/ 369784 h 604957"/>
              <a:gd name="connsiteX28" fmla="*/ 235536 w 605874"/>
              <a:gd name="connsiteY28" fmla="*/ 332933 h 604957"/>
              <a:gd name="connsiteX29" fmla="*/ 228843 w 605874"/>
              <a:gd name="connsiteY29" fmla="*/ 302479 h 604957"/>
              <a:gd name="connsiteX30" fmla="*/ 235536 w 605874"/>
              <a:gd name="connsiteY30" fmla="*/ 272025 h 604957"/>
              <a:gd name="connsiteX31" fmla="*/ 272439 w 605874"/>
              <a:gd name="connsiteY31" fmla="*/ 235174 h 604957"/>
              <a:gd name="connsiteX32" fmla="*/ 302937 w 605874"/>
              <a:gd name="connsiteY32" fmla="*/ 228491 h 604957"/>
              <a:gd name="connsiteX33" fmla="*/ 333421 w 605874"/>
              <a:gd name="connsiteY33" fmla="*/ 117209 h 604957"/>
              <a:gd name="connsiteX34" fmla="*/ 488524 w 605874"/>
              <a:gd name="connsiteY34" fmla="*/ 272029 h 604957"/>
              <a:gd name="connsiteX35" fmla="*/ 447406 w 605874"/>
              <a:gd name="connsiteY35" fmla="*/ 272029 h 604957"/>
              <a:gd name="connsiteX36" fmla="*/ 333421 w 605874"/>
              <a:gd name="connsiteY36" fmla="*/ 158252 h 604957"/>
              <a:gd name="connsiteX37" fmla="*/ 272453 w 605874"/>
              <a:gd name="connsiteY37" fmla="*/ 117209 h 604957"/>
              <a:gd name="connsiteX38" fmla="*/ 272453 w 605874"/>
              <a:gd name="connsiteY38" fmla="*/ 158252 h 604957"/>
              <a:gd name="connsiteX39" fmla="*/ 158520 w 605874"/>
              <a:gd name="connsiteY39" fmla="*/ 272029 h 604957"/>
              <a:gd name="connsiteX40" fmla="*/ 117421 w 605874"/>
              <a:gd name="connsiteY40" fmla="*/ 272029 h 604957"/>
              <a:gd name="connsiteX41" fmla="*/ 272453 w 605874"/>
              <a:gd name="connsiteY41" fmla="*/ 117209 h 604957"/>
              <a:gd name="connsiteX42" fmla="*/ 333421 w 605874"/>
              <a:gd name="connsiteY42" fmla="*/ 0 h 604957"/>
              <a:gd name="connsiteX43" fmla="*/ 605874 w 605874"/>
              <a:gd name="connsiteY43" fmla="*/ 272030 h 604957"/>
              <a:gd name="connsiteX44" fmla="*/ 564958 w 605874"/>
              <a:gd name="connsiteY44" fmla="*/ 272030 h 604957"/>
              <a:gd name="connsiteX45" fmla="*/ 333421 w 605874"/>
              <a:gd name="connsiteY45" fmla="*/ 40852 h 604957"/>
              <a:gd name="connsiteX46" fmla="*/ 272453 w 605874"/>
              <a:gd name="connsiteY46" fmla="*/ 0 h 604957"/>
              <a:gd name="connsiteX47" fmla="*/ 272453 w 605874"/>
              <a:gd name="connsiteY47" fmla="*/ 40852 h 604957"/>
              <a:gd name="connsiteX48" fmla="*/ 40916 w 605874"/>
              <a:gd name="connsiteY48" fmla="*/ 272030 h 604957"/>
              <a:gd name="connsiteX49" fmla="*/ 0 w 605874"/>
              <a:gd name="connsiteY49" fmla="*/ 272030 h 604957"/>
              <a:gd name="connsiteX50" fmla="*/ 272453 w 605874"/>
              <a:gd name="connsiteY50" fmla="*/ 0 h 604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05874" h="604957">
                <a:moveTo>
                  <a:pt x="564958" y="332927"/>
                </a:moveTo>
                <a:lnTo>
                  <a:pt x="605874" y="332927"/>
                </a:lnTo>
                <a:cubicBezTo>
                  <a:pt x="591535" y="476292"/>
                  <a:pt x="477009" y="590640"/>
                  <a:pt x="333421" y="604957"/>
                </a:cubicBezTo>
                <a:lnTo>
                  <a:pt x="333421" y="564105"/>
                </a:lnTo>
                <a:cubicBezTo>
                  <a:pt x="454543" y="550074"/>
                  <a:pt x="550906" y="453861"/>
                  <a:pt x="564958" y="332927"/>
                </a:cubicBezTo>
                <a:close/>
                <a:moveTo>
                  <a:pt x="447406" y="332927"/>
                </a:moveTo>
                <a:lnTo>
                  <a:pt x="488524" y="332927"/>
                </a:lnTo>
                <a:cubicBezTo>
                  <a:pt x="475519" y="412151"/>
                  <a:pt x="412790" y="474766"/>
                  <a:pt x="333421" y="487747"/>
                </a:cubicBezTo>
                <a:lnTo>
                  <a:pt x="333421" y="446704"/>
                </a:lnTo>
                <a:cubicBezTo>
                  <a:pt x="390413" y="434772"/>
                  <a:pt x="435357" y="389815"/>
                  <a:pt x="447406" y="332927"/>
                </a:cubicBezTo>
                <a:close/>
                <a:moveTo>
                  <a:pt x="117421" y="332927"/>
                </a:moveTo>
                <a:lnTo>
                  <a:pt x="158520" y="332927"/>
                </a:lnTo>
                <a:cubicBezTo>
                  <a:pt x="170564" y="389815"/>
                  <a:pt x="215487" y="434772"/>
                  <a:pt x="272453" y="446704"/>
                </a:cubicBezTo>
                <a:lnTo>
                  <a:pt x="272453" y="487747"/>
                </a:lnTo>
                <a:cubicBezTo>
                  <a:pt x="193121" y="474766"/>
                  <a:pt x="130420" y="412151"/>
                  <a:pt x="117421" y="332927"/>
                </a:cubicBezTo>
                <a:close/>
                <a:moveTo>
                  <a:pt x="0" y="332927"/>
                </a:moveTo>
                <a:lnTo>
                  <a:pt x="40916" y="332927"/>
                </a:lnTo>
                <a:cubicBezTo>
                  <a:pt x="54968" y="453861"/>
                  <a:pt x="151331" y="550074"/>
                  <a:pt x="272453" y="564105"/>
                </a:cubicBezTo>
                <a:lnTo>
                  <a:pt x="272453" y="604957"/>
                </a:lnTo>
                <a:cubicBezTo>
                  <a:pt x="128865" y="590640"/>
                  <a:pt x="14339" y="476292"/>
                  <a:pt x="0" y="332927"/>
                </a:cubicBezTo>
                <a:close/>
                <a:moveTo>
                  <a:pt x="302937" y="228491"/>
                </a:moveTo>
                <a:cubicBezTo>
                  <a:pt x="313836" y="228491"/>
                  <a:pt x="324065" y="230973"/>
                  <a:pt x="333435" y="235174"/>
                </a:cubicBezTo>
                <a:cubicBezTo>
                  <a:pt x="349783" y="242620"/>
                  <a:pt x="362881" y="255700"/>
                  <a:pt x="370338" y="272025"/>
                </a:cubicBezTo>
                <a:cubicBezTo>
                  <a:pt x="374545" y="281381"/>
                  <a:pt x="377030" y="291596"/>
                  <a:pt x="377030" y="302479"/>
                </a:cubicBezTo>
                <a:cubicBezTo>
                  <a:pt x="377030" y="313362"/>
                  <a:pt x="374545" y="323578"/>
                  <a:pt x="370338" y="332933"/>
                </a:cubicBezTo>
                <a:cubicBezTo>
                  <a:pt x="362881" y="349259"/>
                  <a:pt x="349783" y="362338"/>
                  <a:pt x="333435" y="369784"/>
                </a:cubicBezTo>
                <a:cubicBezTo>
                  <a:pt x="324065" y="373985"/>
                  <a:pt x="313836" y="376467"/>
                  <a:pt x="302937" y="376467"/>
                </a:cubicBezTo>
                <a:cubicBezTo>
                  <a:pt x="292038" y="376467"/>
                  <a:pt x="281808" y="373985"/>
                  <a:pt x="272439" y="369784"/>
                </a:cubicBezTo>
                <a:cubicBezTo>
                  <a:pt x="256091" y="362338"/>
                  <a:pt x="242993" y="349259"/>
                  <a:pt x="235536" y="332933"/>
                </a:cubicBezTo>
                <a:cubicBezTo>
                  <a:pt x="231329" y="323578"/>
                  <a:pt x="228843" y="313362"/>
                  <a:pt x="228843" y="302479"/>
                </a:cubicBezTo>
                <a:cubicBezTo>
                  <a:pt x="228843" y="291596"/>
                  <a:pt x="231329" y="281381"/>
                  <a:pt x="235536" y="272025"/>
                </a:cubicBezTo>
                <a:cubicBezTo>
                  <a:pt x="242993" y="255700"/>
                  <a:pt x="256091" y="242620"/>
                  <a:pt x="272439" y="235174"/>
                </a:cubicBezTo>
                <a:cubicBezTo>
                  <a:pt x="281808" y="230973"/>
                  <a:pt x="292038" y="228491"/>
                  <a:pt x="302937" y="228491"/>
                </a:cubicBezTo>
                <a:close/>
                <a:moveTo>
                  <a:pt x="333421" y="117209"/>
                </a:moveTo>
                <a:cubicBezTo>
                  <a:pt x="412790" y="130190"/>
                  <a:pt x="475519" y="192805"/>
                  <a:pt x="488524" y="272029"/>
                </a:cubicBezTo>
                <a:lnTo>
                  <a:pt x="447406" y="272029"/>
                </a:lnTo>
                <a:cubicBezTo>
                  <a:pt x="435357" y="215141"/>
                  <a:pt x="390413" y="170184"/>
                  <a:pt x="333421" y="158252"/>
                </a:cubicBezTo>
                <a:close/>
                <a:moveTo>
                  <a:pt x="272453" y="117209"/>
                </a:moveTo>
                <a:lnTo>
                  <a:pt x="272453" y="158252"/>
                </a:lnTo>
                <a:cubicBezTo>
                  <a:pt x="215487" y="170184"/>
                  <a:pt x="170564" y="215141"/>
                  <a:pt x="158520" y="272029"/>
                </a:cubicBezTo>
                <a:lnTo>
                  <a:pt x="117421" y="272029"/>
                </a:lnTo>
                <a:cubicBezTo>
                  <a:pt x="130420" y="192805"/>
                  <a:pt x="193121" y="130190"/>
                  <a:pt x="272453" y="117209"/>
                </a:cubicBezTo>
                <a:close/>
                <a:moveTo>
                  <a:pt x="333421" y="0"/>
                </a:moveTo>
                <a:cubicBezTo>
                  <a:pt x="477009" y="14317"/>
                  <a:pt x="591535" y="128665"/>
                  <a:pt x="605874" y="272030"/>
                </a:cubicBezTo>
                <a:lnTo>
                  <a:pt x="564958" y="272030"/>
                </a:lnTo>
                <a:cubicBezTo>
                  <a:pt x="550906" y="151096"/>
                  <a:pt x="454543" y="54883"/>
                  <a:pt x="333421" y="40852"/>
                </a:cubicBezTo>
                <a:close/>
                <a:moveTo>
                  <a:pt x="272453" y="0"/>
                </a:moveTo>
                <a:lnTo>
                  <a:pt x="272453" y="40852"/>
                </a:lnTo>
                <a:cubicBezTo>
                  <a:pt x="151331" y="54883"/>
                  <a:pt x="54968" y="151096"/>
                  <a:pt x="40916" y="272030"/>
                </a:cubicBezTo>
                <a:lnTo>
                  <a:pt x="0" y="272030"/>
                </a:lnTo>
                <a:cubicBezTo>
                  <a:pt x="14339" y="128665"/>
                  <a:pt x="128865" y="14317"/>
                  <a:pt x="272453"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graphicFrame>
        <p:nvGraphicFramePr>
          <p:cNvPr id="227" name="图示 226">
            <a:extLst>
              <a:ext uri="{FF2B5EF4-FFF2-40B4-BE49-F238E27FC236}">
                <a16:creationId xmlns:a16="http://schemas.microsoft.com/office/drawing/2014/main" id="{2D8309AC-363C-4F05-AC23-E084C326A027}"/>
              </a:ext>
            </a:extLst>
          </p:cNvPr>
          <p:cNvGraphicFramePr/>
          <p:nvPr>
            <p:extLst>
              <p:ext uri="{D42A27DB-BD31-4B8C-83A1-F6EECF244321}">
                <p14:modId xmlns:p14="http://schemas.microsoft.com/office/powerpoint/2010/main" val="3968086390"/>
              </p:ext>
            </p:extLst>
          </p:nvPr>
        </p:nvGraphicFramePr>
        <p:xfrm>
          <a:off x="1335338" y="2013316"/>
          <a:ext cx="3003972" cy="33320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标题 1">
            <a:extLst>
              <a:ext uri="{FF2B5EF4-FFF2-40B4-BE49-F238E27FC236}">
                <a16:creationId xmlns:a16="http://schemas.microsoft.com/office/drawing/2014/main" id="{8C7D2492-3D35-4697-BFD6-BB0A90A0596C}"/>
              </a:ext>
            </a:extLst>
          </p:cNvPr>
          <p:cNvSpPr>
            <a:spLocks noGrp="1"/>
          </p:cNvSpPr>
          <p:nvPr>
            <p:ph type="title"/>
          </p:nvPr>
        </p:nvSpPr>
        <p:spPr/>
        <p:txBody>
          <a:bodyPr>
            <a:normAutofit fontScale="90000"/>
          </a:bodyPr>
          <a:lstStyle/>
          <a:p>
            <a:endParaRPr lang="zh-CN" altLang="en-US">
              <a:latin typeface="+mn-lt"/>
              <a:ea typeface="+mn-ea"/>
              <a:cs typeface="+mn-ea"/>
              <a:sym typeface="+mn-lt"/>
            </a:endParaRPr>
          </a:p>
        </p:txBody>
      </p:sp>
    </p:spTree>
    <p:extLst>
      <p:ext uri="{BB962C8B-B14F-4D97-AF65-F5344CB8AC3E}">
        <p14:creationId xmlns:p14="http://schemas.microsoft.com/office/powerpoint/2010/main" val="3615703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DC1BEEB-14F5-45D2-82FF-D1EB7D7C36FE}"/>
              </a:ext>
            </a:extLst>
          </p:cNvPr>
          <p:cNvSpPr/>
          <p:nvPr/>
        </p:nvSpPr>
        <p:spPr>
          <a:xfrm>
            <a:off x="512872" y="298450"/>
            <a:ext cx="11150600" cy="6261100"/>
          </a:xfrm>
          <a:prstGeom prst="rect">
            <a:avLst/>
          </a:prstGeom>
          <a:blipFill dpi="0" rotWithShape="1">
            <a:blip r:embed="rId2"/>
            <a:srcRect/>
            <a:tile tx="0" ty="0" sx="95000" sy="95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a:extLst>
              <a:ext uri="{FF2B5EF4-FFF2-40B4-BE49-F238E27FC236}">
                <a16:creationId xmlns:a16="http://schemas.microsoft.com/office/drawing/2014/main" id="{25FA78F8-C8BB-491E-9939-060E25CD5903}"/>
              </a:ext>
            </a:extLst>
          </p:cNvPr>
          <p:cNvSpPr/>
          <p:nvPr/>
        </p:nvSpPr>
        <p:spPr>
          <a:xfrm>
            <a:off x="512872" y="298450"/>
            <a:ext cx="11150600" cy="6261100"/>
          </a:xfrm>
          <a:prstGeom prst="rect">
            <a:avLst/>
          </a:prstGeom>
          <a:gradFill flip="none" rotWithShape="1">
            <a:gsLst>
              <a:gs pos="0">
                <a:schemeClr val="bg1">
                  <a:alpha val="21000"/>
                </a:schemeClr>
              </a:gs>
              <a:gs pos="68000">
                <a:schemeClr val="bg1">
                  <a:alpha val="9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120" name="图片 119">
            <a:extLst>
              <a:ext uri="{FF2B5EF4-FFF2-40B4-BE49-F238E27FC236}">
                <a16:creationId xmlns:a16="http://schemas.microsoft.com/office/drawing/2014/main" id="{54C2A7E0-E8CD-48DF-950C-EDC5B746BDDB}"/>
              </a:ext>
            </a:extLst>
          </p:cNvPr>
          <p:cNvPicPr>
            <a:picLocks noChangeAspect="1"/>
          </p:cNvPicPr>
          <p:nvPr/>
        </p:nvPicPr>
        <p:blipFill>
          <a:blip r:embed="rId3"/>
          <a:srcRect t="345" r="50888"/>
          <a:stretch>
            <a:fillRect/>
          </a:stretch>
        </p:blipFill>
        <p:spPr>
          <a:xfrm>
            <a:off x="8932642" y="292558"/>
            <a:ext cx="2697688" cy="5498326"/>
          </a:xfrm>
          <a:custGeom>
            <a:avLst/>
            <a:gdLst>
              <a:gd name="connsiteX0" fmla="*/ 0 w 2697688"/>
              <a:gd name="connsiteY0" fmla="*/ 0 h 5498326"/>
              <a:gd name="connsiteX1" fmla="*/ 2697688 w 2697688"/>
              <a:gd name="connsiteY1" fmla="*/ 0 h 5498326"/>
              <a:gd name="connsiteX2" fmla="*/ 2697688 w 2697688"/>
              <a:gd name="connsiteY2" fmla="*/ 5498326 h 5498326"/>
              <a:gd name="connsiteX3" fmla="*/ 0 w 2697688"/>
              <a:gd name="connsiteY3" fmla="*/ 5498326 h 5498326"/>
            </a:gdLst>
            <a:ahLst/>
            <a:cxnLst>
              <a:cxn ang="0">
                <a:pos x="connsiteX0" y="connsiteY0"/>
              </a:cxn>
              <a:cxn ang="0">
                <a:pos x="connsiteX1" y="connsiteY1"/>
              </a:cxn>
              <a:cxn ang="0">
                <a:pos x="connsiteX2" y="connsiteY2"/>
              </a:cxn>
              <a:cxn ang="0">
                <a:pos x="connsiteX3" y="connsiteY3"/>
              </a:cxn>
            </a:cxnLst>
            <a:rect l="l" t="t" r="r" b="b"/>
            <a:pathLst>
              <a:path w="2697688" h="5498326">
                <a:moveTo>
                  <a:pt x="0" y="0"/>
                </a:moveTo>
                <a:lnTo>
                  <a:pt x="2697688" y="0"/>
                </a:lnTo>
                <a:lnTo>
                  <a:pt x="2697688" y="5498326"/>
                </a:lnTo>
                <a:lnTo>
                  <a:pt x="0" y="5498326"/>
                </a:lnTo>
                <a:close/>
              </a:path>
            </a:pathLst>
          </a:custGeom>
        </p:spPr>
      </p:pic>
      <p:grpSp>
        <p:nvGrpSpPr>
          <p:cNvPr id="117" name="组合 116">
            <a:extLst>
              <a:ext uri="{FF2B5EF4-FFF2-40B4-BE49-F238E27FC236}">
                <a16:creationId xmlns:a16="http://schemas.microsoft.com/office/drawing/2014/main" id="{E5B7A4FA-9CD7-4588-BEBE-ADCF8B6064AD}"/>
              </a:ext>
            </a:extLst>
          </p:cNvPr>
          <p:cNvGrpSpPr/>
          <p:nvPr/>
        </p:nvGrpSpPr>
        <p:grpSpPr>
          <a:xfrm>
            <a:off x="7796368" y="4134748"/>
            <a:ext cx="3567149" cy="2092881"/>
            <a:chOff x="7795430" y="4081738"/>
            <a:chExt cx="3567149" cy="2092881"/>
          </a:xfrm>
        </p:grpSpPr>
        <p:grpSp>
          <p:nvGrpSpPr>
            <p:cNvPr id="13" name="组合 12">
              <a:extLst>
                <a:ext uri="{FF2B5EF4-FFF2-40B4-BE49-F238E27FC236}">
                  <a16:creationId xmlns:a16="http://schemas.microsoft.com/office/drawing/2014/main" id="{A0FB4180-BCED-4377-8D4E-9170059782CB}"/>
                </a:ext>
              </a:extLst>
            </p:cNvPr>
            <p:cNvGrpSpPr/>
            <p:nvPr/>
          </p:nvGrpSpPr>
          <p:grpSpPr>
            <a:xfrm>
              <a:off x="7795430" y="4081738"/>
              <a:ext cx="3567149" cy="2092881"/>
              <a:chOff x="7804903" y="4313969"/>
              <a:chExt cx="3567149" cy="2092881"/>
            </a:xfrm>
          </p:grpSpPr>
          <p:sp>
            <p:nvSpPr>
              <p:cNvPr id="10" name="文本框 9">
                <a:extLst>
                  <a:ext uri="{FF2B5EF4-FFF2-40B4-BE49-F238E27FC236}">
                    <a16:creationId xmlns:a16="http://schemas.microsoft.com/office/drawing/2014/main" id="{D48EB233-BE0E-437A-A385-436261F88570}"/>
                  </a:ext>
                </a:extLst>
              </p:cNvPr>
              <p:cNvSpPr txBox="1"/>
              <p:nvPr/>
            </p:nvSpPr>
            <p:spPr>
              <a:xfrm>
                <a:off x="7804903" y="4313969"/>
                <a:ext cx="1137818" cy="2092881"/>
              </a:xfrm>
              <a:prstGeom prst="rect">
                <a:avLst/>
              </a:prstGeom>
              <a:noFill/>
            </p:spPr>
            <p:txBody>
              <a:bodyPr wrap="square" rtlCol="0">
                <a:spAutoFit/>
              </a:bodyPr>
              <a:lstStyle/>
              <a:p>
                <a:r>
                  <a:rPr lang="en-US" altLang="zh-CN" sz="13000" dirty="0">
                    <a:solidFill>
                      <a:srgbClr val="992677"/>
                    </a:solidFill>
                    <a:latin typeface="Arial" panose="020B0604020202020204" pitchFamily="34" charset="0"/>
                    <a:cs typeface="Arial" panose="020B0604020202020204" pitchFamily="34" charset="0"/>
                    <a:sym typeface="+mn-lt"/>
                  </a:rPr>
                  <a:t>3</a:t>
                </a:r>
                <a:endParaRPr lang="zh-CN" altLang="en-US" sz="13000" dirty="0">
                  <a:solidFill>
                    <a:srgbClr val="992677"/>
                  </a:solidFill>
                  <a:latin typeface="Arial" panose="020B0604020202020204" pitchFamily="34" charset="0"/>
                  <a:cs typeface="Arial" panose="020B0604020202020204" pitchFamily="34" charset="0"/>
                  <a:sym typeface="+mn-lt"/>
                </a:endParaRPr>
              </a:p>
            </p:txBody>
          </p:sp>
          <p:sp>
            <p:nvSpPr>
              <p:cNvPr id="11" name="文本框 10">
                <a:extLst>
                  <a:ext uri="{FF2B5EF4-FFF2-40B4-BE49-F238E27FC236}">
                    <a16:creationId xmlns:a16="http://schemas.microsoft.com/office/drawing/2014/main" id="{06CDC6E6-D3A0-4CDA-8B67-65A16BBF6BA2}"/>
                  </a:ext>
                </a:extLst>
              </p:cNvPr>
              <p:cNvSpPr txBox="1"/>
              <p:nvPr/>
            </p:nvSpPr>
            <p:spPr>
              <a:xfrm>
                <a:off x="8678157" y="4577690"/>
                <a:ext cx="2693895" cy="1015663"/>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130" normalizeH="0" noProof="0" dirty="0">
                    <a:ln>
                      <a:noFill/>
                    </a:ln>
                    <a:solidFill>
                      <a:srgbClr val="992677"/>
                    </a:solidFill>
                    <a:effectLst/>
                    <a:uLnTx/>
                    <a:uFillTx/>
                    <a:cs typeface="+mn-ea"/>
                    <a:sym typeface="+mn-lt"/>
                  </a:rPr>
                  <a:t>章节三</a:t>
                </a:r>
              </a:p>
            </p:txBody>
          </p:sp>
          <p:sp>
            <p:nvSpPr>
              <p:cNvPr id="12" name="矩形 11">
                <a:extLst>
                  <a:ext uri="{FF2B5EF4-FFF2-40B4-BE49-F238E27FC236}">
                    <a16:creationId xmlns:a16="http://schemas.microsoft.com/office/drawing/2014/main" id="{A0E37E8A-1EED-43F0-A416-0226B91CC759}"/>
                  </a:ext>
                </a:extLst>
              </p:cNvPr>
              <p:cNvSpPr/>
              <p:nvPr/>
            </p:nvSpPr>
            <p:spPr>
              <a:xfrm>
                <a:off x="8786190" y="5593353"/>
                <a:ext cx="2358657" cy="356873"/>
              </a:xfrm>
              <a:prstGeom prst="rect">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CN" dirty="0">
                    <a:latin typeface="Arial" panose="020B0604020202020204" pitchFamily="34" charset="0"/>
                    <a:cs typeface="Arial" panose="020B0604020202020204" pitchFamily="34" charset="0"/>
                    <a:sym typeface="+mn-lt"/>
                  </a:rPr>
                  <a:t>CHAPTER THREE</a:t>
                </a:r>
                <a:endParaRPr lang="zh-CN" altLang="en-US" dirty="0">
                  <a:latin typeface="Arial" panose="020B0604020202020204" pitchFamily="34" charset="0"/>
                  <a:cs typeface="Arial" panose="020B0604020202020204" pitchFamily="34" charset="0"/>
                  <a:sym typeface="+mn-lt"/>
                </a:endParaRPr>
              </a:p>
            </p:txBody>
          </p:sp>
        </p:grpSp>
        <p:grpSp>
          <p:nvGrpSpPr>
            <p:cNvPr id="107" name="组合 106">
              <a:extLst>
                <a:ext uri="{FF2B5EF4-FFF2-40B4-BE49-F238E27FC236}">
                  <a16:creationId xmlns:a16="http://schemas.microsoft.com/office/drawing/2014/main" id="{FD002FC1-6038-447B-96DF-732C7EE7783B}"/>
                </a:ext>
              </a:extLst>
            </p:cNvPr>
            <p:cNvGrpSpPr/>
            <p:nvPr/>
          </p:nvGrpSpPr>
          <p:grpSpPr>
            <a:xfrm>
              <a:off x="7972359" y="5796604"/>
              <a:ext cx="3163584" cy="307777"/>
              <a:chOff x="4496407" y="6119842"/>
              <a:chExt cx="3163584" cy="307777"/>
            </a:xfrm>
          </p:grpSpPr>
          <p:sp>
            <p:nvSpPr>
              <p:cNvPr id="108" name="文本框 107">
                <a:extLst>
                  <a:ext uri="{FF2B5EF4-FFF2-40B4-BE49-F238E27FC236}">
                    <a16:creationId xmlns:a16="http://schemas.microsoft.com/office/drawing/2014/main" id="{29DDA52E-AF62-4B8E-B883-B9BE53BB6783}"/>
                  </a:ext>
                </a:extLst>
              </p:cNvPr>
              <p:cNvSpPr txBox="1"/>
              <p:nvPr/>
            </p:nvSpPr>
            <p:spPr>
              <a:xfrm>
                <a:off x="4611548"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团结</a:t>
                </a:r>
              </a:p>
            </p:txBody>
          </p:sp>
          <p:sp>
            <p:nvSpPr>
              <p:cNvPr id="109" name="文本框 108">
                <a:extLst>
                  <a:ext uri="{FF2B5EF4-FFF2-40B4-BE49-F238E27FC236}">
                    <a16:creationId xmlns:a16="http://schemas.microsoft.com/office/drawing/2014/main" id="{249613C6-9795-4CC8-A29D-295DC89A9244}"/>
                  </a:ext>
                </a:extLst>
              </p:cNvPr>
              <p:cNvSpPr txBox="1"/>
              <p:nvPr/>
            </p:nvSpPr>
            <p:spPr>
              <a:xfrm>
                <a:off x="5402444"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献身</a:t>
                </a:r>
              </a:p>
            </p:txBody>
          </p:sp>
          <p:sp>
            <p:nvSpPr>
              <p:cNvPr id="110" name="文本框 109">
                <a:extLst>
                  <a:ext uri="{FF2B5EF4-FFF2-40B4-BE49-F238E27FC236}">
                    <a16:creationId xmlns:a16="http://schemas.microsoft.com/office/drawing/2014/main" id="{2DA4C7C1-2B3D-4453-B597-8A49CF40A30F}"/>
                  </a:ext>
                </a:extLst>
              </p:cNvPr>
              <p:cNvSpPr txBox="1"/>
              <p:nvPr/>
            </p:nvSpPr>
            <p:spPr>
              <a:xfrm>
                <a:off x="6193340"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求是</a:t>
                </a:r>
              </a:p>
            </p:txBody>
          </p:sp>
          <p:sp>
            <p:nvSpPr>
              <p:cNvPr id="111" name="文本框 110">
                <a:extLst>
                  <a:ext uri="{FF2B5EF4-FFF2-40B4-BE49-F238E27FC236}">
                    <a16:creationId xmlns:a16="http://schemas.microsoft.com/office/drawing/2014/main" id="{7FF07036-43F4-404C-80E1-8FC7D446DBE2}"/>
                  </a:ext>
                </a:extLst>
              </p:cNvPr>
              <p:cNvSpPr txBox="1"/>
              <p:nvPr/>
            </p:nvSpPr>
            <p:spPr>
              <a:xfrm>
                <a:off x="6984236"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创新</a:t>
                </a:r>
              </a:p>
            </p:txBody>
          </p:sp>
          <p:cxnSp>
            <p:nvCxnSpPr>
              <p:cNvPr id="112" name="直接连接符 111">
                <a:extLst>
                  <a:ext uri="{FF2B5EF4-FFF2-40B4-BE49-F238E27FC236}">
                    <a16:creationId xmlns:a16="http://schemas.microsoft.com/office/drawing/2014/main" id="{1EAF5FD4-3282-4482-ADE8-1A3AA49D101E}"/>
                  </a:ext>
                </a:extLst>
              </p:cNvPr>
              <p:cNvCxnSpPr/>
              <p:nvPr userDrawn="1"/>
            </p:nvCxnSpPr>
            <p:spPr>
              <a:xfrm>
                <a:off x="6078199"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14B5440-C4DD-4D4B-BA92-4737A72202DD}"/>
                  </a:ext>
                </a:extLst>
              </p:cNvPr>
              <p:cNvCxnSpPr>
                <a:cxnSpLocks/>
              </p:cNvCxnSpPr>
              <p:nvPr userDrawn="1"/>
            </p:nvCxnSpPr>
            <p:spPr>
              <a:xfrm>
                <a:off x="5287303"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0190139E-140D-4D61-BA53-C2F3AB5C28F8}"/>
                  </a:ext>
                </a:extLst>
              </p:cNvPr>
              <p:cNvCxnSpPr/>
              <p:nvPr userDrawn="1"/>
            </p:nvCxnSpPr>
            <p:spPr>
              <a:xfrm>
                <a:off x="6869095"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DEBE80DF-BB7C-4480-99CE-DEFB89B26E4E}"/>
                  </a:ext>
                </a:extLst>
              </p:cNvPr>
              <p:cNvCxnSpPr/>
              <p:nvPr/>
            </p:nvCxnSpPr>
            <p:spPr>
              <a:xfrm>
                <a:off x="7659991"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09B233B3-9B3A-4712-ADCA-DAE97073DF3E}"/>
                  </a:ext>
                </a:extLst>
              </p:cNvPr>
              <p:cNvCxnSpPr>
                <a:cxnSpLocks/>
              </p:cNvCxnSpPr>
              <p:nvPr/>
            </p:nvCxnSpPr>
            <p:spPr>
              <a:xfrm>
                <a:off x="4496407"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grpSp>
      </p:grpSp>
      <p:grpSp>
        <p:nvGrpSpPr>
          <p:cNvPr id="25" name="组合 24">
            <a:extLst>
              <a:ext uri="{FF2B5EF4-FFF2-40B4-BE49-F238E27FC236}">
                <a16:creationId xmlns:a16="http://schemas.microsoft.com/office/drawing/2014/main" id="{42109D35-49B9-4BE6-8AF9-FD72A8D9246F}"/>
              </a:ext>
            </a:extLst>
          </p:cNvPr>
          <p:cNvGrpSpPr/>
          <p:nvPr/>
        </p:nvGrpSpPr>
        <p:grpSpPr>
          <a:xfrm>
            <a:off x="1077026" y="658922"/>
            <a:ext cx="818884" cy="118133"/>
            <a:chOff x="3873044" y="626487"/>
            <a:chExt cx="818884" cy="118133"/>
          </a:xfrm>
        </p:grpSpPr>
        <p:sp>
          <p:nvSpPr>
            <p:cNvPr id="26" name="椭圆 25">
              <a:extLst>
                <a:ext uri="{FF2B5EF4-FFF2-40B4-BE49-F238E27FC236}">
                  <a16:creationId xmlns:a16="http://schemas.microsoft.com/office/drawing/2014/main" id="{C806671F-2043-4BA4-A66E-744D08284495}"/>
                </a:ext>
              </a:extLst>
            </p:cNvPr>
            <p:cNvSpPr/>
            <p:nvPr/>
          </p:nvSpPr>
          <p:spPr>
            <a:xfrm>
              <a:off x="3873044" y="626487"/>
              <a:ext cx="118133" cy="118133"/>
            </a:xfrm>
            <a:prstGeom prst="ellipse">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7" name="椭圆 26">
              <a:extLst>
                <a:ext uri="{FF2B5EF4-FFF2-40B4-BE49-F238E27FC236}">
                  <a16:creationId xmlns:a16="http://schemas.microsoft.com/office/drawing/2014/main" id="{21AC84DD-5850-4EB3-924A-05AB5214C4DC}"/>
                </a:ext>
              </a:extLst>
            </p:cNvPr>
            <p:cNvSpPr/>
            <p:nvPr/>
          </p:nvSpPr>
          <p:spPr>
            <a:xfrm>
              <a:off x="4106628" y="626487"/>
              <a:ext cx="118133" cy="118133"/>
            </a:xfrm>
            <a:prstGeom prst="ellipse">
              <a:avLst/>
            </a:prstGeom>
            <a:solidFill>
              <a:srgbClr val="99267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8" name="椭圆 27">
              <a:extLst>
                <a:ext uri="{FF2B5EF4-FFF2-40B4-BE49-F238E27FC236}">
                  <a16:creationId xmlns:a16="http://schemas.microsoft.com/office/drawing/2014/main" id="{6B6FA352-13B1-4349-8B2B-81AD14D14070}"/>
                </a:ext>
              </a:extLst>
            </p:cNvPr>
            <p:cNvSpPr/>
            <p:nvPr/>
          </p:nvSpPr>
          <p:spPr>
            <a:xfrm>
              <a:off x="4340212" y="626487"/>
              <a:ext cx="118133" cy="118133"/>
            </a:xfrm>
            <a:prstGeom prst="ellipse">
              <a:avLst/>
            </a:prstGeom>
            <a:solidFill>
              <a:srgbClr val="99267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9" name="椭圆 28">
              <a:extLst>
                <a:ext uri="{FF2B5EF4-FFF2-40B4-BE49-F238E27FC236}">
                  <a16:creationId xmlns:a16="http://schemas.microsoft.com/office/drawing/2014/main" id="{C3D5DDFF-BBF2-4F95-8CF8-1A4B9C9CAF52}"/>
                </a:ext>
              </a:extLst>
            </p:cNvPr>
            <p:cNvSpPr/>
            <p:nvPr/>
          </p:nvSpPr>
          <p:spPr>
            <a:xfrm>
              <a:off x="4573795" y="626487"/>
              <a:ext cx="118133" cy="118133"/>
            </a:xfrm>
            <a:prstGeom prst="ellipse">
              <a:avLst/>
            </a:prstGeom>
            <a:solidFill>
              <a:srgbClr val="992677">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spTree>
    <p:extLst>
      <p:ext uri="{BB962C8B-B14F-4D97-AF65-F5344CB8AC3E}">
        <p14:creationId xmlns:p14="http://schemas.microsoft.com/office/powerpoint/2010/main" val="799341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a:extLst>
              <a:ext uri="{FF2B5EF4-FFF2-40B4-BE49-F238E27FC236}">
                <a16:creationId xmlns:a16="http://schemas.microsoft.com/office/drawing/2014/main" id="{F2631B0F-3506-4287-8F29-822640392F78}"/>
              </a:ext>
            </a:extLst>
          </p:cNvPr>
          <p:cNvGraphicFramePr/>
          <p:nvPr>
            <p:extLst>
              <p:ext uri="{D42A27DB-BD31-4B8C-83A1-F6EECF244321}">
                <p14:modId xmlns:p14="http://schemas.microsoft.com/office/powerpoint/2010/main" val="1460882762"/>
              </p:ext>
            </p:extLst>
          </p:nvPr>
        </p:nvGraphicFramePr>
        <p:xfrm>
          <a:off x="1135855" y="970160"/>
          <a:ext cx="10000458" cy="5373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1" name="标题 150">
            <a:extLst>
              <a:ext uri="{FF2B5EF4-FFF2-40B4-BE49-F238E27FC236}">
                <a16:creationId xmlns:a16="http://schemas.microsoft.com/office/drawing/2014/main" id="{463AF10B-D62A-4120-B590-4378163F4740}"/>
              </a:ext>
            </a:extLst>
          </p:cNvPr>
          <p:cNvSpPr>
            <a:spLocks noGrp="1"/>
          </p:cNvSpPr>
          <p:nvPr>
            <p:ph type="title"/>
          </p:nvPr>
        </p:nvSpPr>
        <p:spPr/>
        <p:txBody>
          <a:bodyPr>
            <a:normAutofit fontScale="90000"/>
          </a:bodyPr>
          <a:lstStyle/>
          <a:p>
            <a:endParaRPr lang="zh-CN" altLang="en-US" dirty="0">
              <a:latin typeface="+mn-lt"/>
              <a:ea typeface="+mn-ea"/>
              <a:cs typeface="+mn-ea"/>
              <a:sym typeface="+mn-lt"/>
            </a:endParaRPr>
          </a:p>
        </p:txBody>
      </p:sp>
    </p:spTree>
    <p:extLst>
      <p:ext uri="{BB962C8B-B14F-4D97-AF65-F5344CB8AC3E}">
        <p14:creationId xmlns:p14="http://schemas.microsoft.com/office/powerpoint/2010/main" val="3398719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6" name="组合 165">
            <a:extLst>
              <a:ext uri="{FF2B5EF4-FFF2-40B4-BE49-F238E27FC236}">
                <a16:creationId xmlns:a16="http://schemas.microsoft.com/office/drawing/2014/main" id="{5C277BBF-C939-422F-A0D1-96EB2F3F9360}"/>
              </a:ext>
            </a:extLst>
          </p:cNvPr>
          <p:cNvGrpSpPr/>
          <p:nvPr/>
        </p:nvGrpSpPr>
        <p:grpSpPr>
          <a:xfrm>
            <a:off x="1691346" y="3273305"/>
            <a:ext cx="1412082" cy="488072"/>
            <a:chOff x="3700148" y="1647746"/>
            <a:chExt cx="1890296" cy="501525"/>
          </a:xfrm>
        </p:grpSpPr>
        <p:sp>
          <p:nvSpPr>
            <p:cNvPr id="164" name="矩形: 圆角 163">
              <a:extLst>
                <a:ext uri="{FF2B5EF4-FFF2-40B4-BE49-F238E27FC236}">
                  <a16:creationId xmlns:a16="http://schemas.microsoft.com/office/drawing/2014/main" id="{6AFF8F0F-BE4B-44E3-AD78-51FD49F39078}"/>
                </a:ext>
              </a:extLst>
            </p:cNvPr>
            <p:cNvSpPr/>
            <p:nvPr/>
          </p:nvSpPr>
          <p:spPr>
            <a:xfrm>
              <a:off x="3826951" y="1765221"/>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5" name="矩形: 圆角 164">
              <a:extLst>
                <a:ext uri="{FF2B5EF4-FFF2-40B4-BE49-F238E27FC236}">
                  <a16:creationId xmlns:a16="http://schemas.microsoft.com/office/drawing/2014/main" id="{B1DEB519-35E8-40C8-9782-997523ABA543}"/>
                </a:ext>
              </a:extLst>
            </p:cNvPr>
            <p:cNvSpPr/>
            <p:nvPr/>
          </p:nvSpPr>
          <p:spPr>
            <a:xfrm>
              <a:off x="3700148" y="1647746"/>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grpSp>
        <p:nvGrpSpPr>
          <p:cNvPr id="167" name="组合 166">
            <a:extLst>
              <a:ext uri="{FF2B5EF4-FFF2-40B4-BE49-F238E27FC236}">
                <a16:creationId xmlns:a16="http://schemas.microsoft.com/office/drawing/2014/main" id="{A35ABB0B-5FB8-4188-86CD-EC31AE90CF3C}"/>
              </a:ext>
            </a:extLst>
          </p:cNvPr>
          <p:cNvGrpSpPr/>
          <p:nvPr/>
        </p:nvGrpSpPr>
        <p:grpSpPr>
          <a:xfrm>
            <a:off x="3771495" y="3273305"/>
            <a:ext cx="1412082" cy="488072"/>
            <a:chOff x="3700148" y="1647746"/>
            <a:chExt cx="1890296" cy="501525"/>
          </a:xfrm>
        </p:grpSpPr>
        <p:sp>
          <p:nvSpPr>
            <p:cNvPr id="168" name="矩形: 圆角 167">
              <a:extLst>
                <a:ext uri="{FF2B5EF4-FFF2-40B4-BE49-F238E27FC236}">
                  <a16:creationId xmlns:a16="http://schemas.microsoft.com/office/drawing/2014/main" id="{D7924CDC-518F-435A-907A-9AA5390601C4}"/>
                </a:ext>
              </a:extLst>
            </p:cNvPr>
            <p:cNvSpPr/>
            <p:nvPr/>
          </p:nvSpPr>
          <p:spPr>
            <a:xfrm>
              <a:off x="3826951" y="1765221"/>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9" name="矩形: 圆角 168">
              <a:extLst>
                <a:ext uri="{FF2B5EF4-FFF2-40B4-BE49-F238E27FC236}">
                  <a16:creationId xmlns:a16="http://schemas.microsoft.com/office/drawing/2014/main" id="{6B3AAE25-0E9B-42A0-A9CA-1550CD0F28D1}"/>
                </a:ext>
              </a:extLst>
            </p:cNvPr>
            <p:cNvSpPr/>
            <p:nvPr/>
          </p:nvSpPr>
          <p:spPr>
            <a:xfrm>
              <a:off x="3700148" y="1647746"/>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grpSp>
        <p:nvGrpSpPr>
          <p:cNvPr id="190" name="组合 189">
            <a:extLst>
              <a:ext uri="{FF2B5EF4-FFF2-40B4-BE49-F238E27FC236}">
                <a16:creationId xmlns:a16="http://schemas.microsoft.com/office/drawing/2014/main" id="{4DD68B5B-1CA6-4521-92AB-54B3297B9A8F}"/>
              </a:ext>
            </a:extLst>
          </p:cNvPr>
          <p:cNvGrpSpPr/>
          <p:nvPr/>
        </p:nvGrpSpPr>
        <p:grpSpPr>
          <a:xfrm>
            <a:off x="3771495" y="5480753"/>
            <a:ext cx="1412082" cy="488072"/>
            <a:chOff x="3700148" y="1647746"/>
            <a:chExt cx="1890296" cy="501525"/>
          </a:xfrm>
        </p:grpSpPr>
        <p:sp>
          <p:nvSpPr>
            <p:cNvPr id="191" name="矩形: 圆角 190">
              <a:extLst>
                <a:ext uri="{FF2B5EF4-FFF2-40B4-BE49-F238E27FC236}">
                  <a16:creationId xmlns:a16="http://schemas.microsoft.com/office/drawing/2014/main" id="{162C6B8B-7A77-48EF-B7BE-EBB31B4A3841}"/>
                </a:ext>
              </a:extLst>
            </p:cNvPr>
            <p:cNvSpPr/>
            <p:nvPr/>
          </p:nvSpPr>
          <p:spPr>
            <a:xfrm>
              <a:off x="3826951" y="1765221"/>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92" name="矩形: 圆角 191">
              <a:extLst>
                <a:ext uri="{FF2B5EF4-FFF2-40B4-BE49-F238E27FC236}">
                  <a16:creationId xmlns:a16="http://schemas.microsoft.com/office/drawing/2014/main" id="{17B77CD6-037A-4CB4-BE15-69E6ADCDEC45}"/>
                </a:ext>
              </a:extLst>
            </p:cNvPr>
            <p:cNvSpPr/>
            <p:nvPr/>
          </p:nvSpPr>
          <p:spPr>
            <a:xfrm>
              <a:off x="3700148" y="1647746"/>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grpSp>
        <p:nvGrpSpPr>
          <p:cNvPr id="193" name="组合 192">
            <a:extLst>
              <a:ext uri="{FF2B5EF4-FFF2-40B4-BE49-F238E27FC236}">
                <a16:creationId xmlns:a16="http://schemas.microsoft.com/office/drawing/2014/main" id="{5E09F730-DD25-45D6-AF60-5EF4348F7960}"/>
              </a:ext>
            </a:extLst>
          </p:cNvPr>
          <p:cNvGrpSpPr/>
          <p:nvPr/>
        </p:nvGrpSpPr>
        <p:grpSpPr>
          <a:xfrm>
            <a:off x="1691346" y="5480753"/>
            <a:ext cx="1412082" cy="488072"/>
            <a:chOff x="3700148" y="1647746"/>
            <a:chExt cx="1890296" cy="501525"/>
          </a:xfrm>
        </p:grpSpPr>
        <p:sp>
          <p:nvSpPr>
            <p:cNvPr id="194" name="矩形: 圆角 193">
              <a:extLst>
                <a:ext uri="{FF2B5EF4-FFF2-40B4-BE49-F238E27FC236}">
                  <a16:creationId xmlns:a16="http://schemas.microsoft.com/office/drawing/2014/main" id="{A4EB7BC6-9AE7-4528-9234-DFFD3A4CB53E}"/>
                </a:ext>
              </a:extLst>
            </p:cNvPr>
            <p:cNvSpPr/>
            <p:nvPr/>
          </p:nvSpPr>
          <p:spPr>
            <a:xfrm>
              <a:off x="3826951" y="1765221"/>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95" name="矩形: 圆角 194">
              <a:extLst>
                <a:ext uri="{FF2B5EF4-FFF2-40B4-BE49-F238E27FC236}">
                  <a16:creationId xmlns:a16="http://schemas.microsoft.com/office/drawing/2014/main" id="{99F4D921-75DB-4006-86BE-DE6D05F917CC}"/>
                </a:ext>
              </a:extLst>
            </p:cNvPr>
            <p:cNvSpPr/>
            <p:nvPr/>
          </p:nvSpPr>
          <p:spPr>
            <a:xfrm>
              <a:off x="3700148" y="1647746"/>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sp>
        <p:nvSpPr>
          <p:cNvPr id="2" name="标题 1">
            <a:extLst>
              <a:ext uri="{FF2B5EF4-FFF2-40B4-BE49-F238E27FC236}">
                <a16:creationId xmlns:a16="http://schemas.microsoft.com/office/drawing/2014/main" id="{7C284B63-FC12-4FBC-810C-8FEA6DEB373A}"/>
              </a:ext>
            </a:extLst>
          </p:cNvPr>
          <p:cNvSpPr>
            <a:spLocks noGrp="1"/>
          </p:cNvSpPr>
          <p:nvPr>
            <p:ph type="title"/>
          </p:nvPr>
        </p:nvSpPr>
        <p:spPr/>
        <p:txBody>
          <a:bodyPr>
            <a:normAutofit fontScale="90000"/>
          </a:bodyPr>
          <a:lstStyle/>
          <a:p>
            <a:endParaRPr lang="zh-CN" altLang="en-US">
              <a:latin typeface="+mn-lt"/>
              <a:ea typeface="+mn-ea"/>
              <a:cs typeface="+mn-ea"/>
              <a:sym typeface="+mn-lt"/>
            </a:endParaRPr>
          </a:p>
        </p:txBody>
      </p:sp>
      <p:grpSp>
        <p:nvGrpSpPr>
          <p:cNvPr id="179" name="组合 178">
            <a:extLst>
              <a:ext uri="{FF2B5EF4-FFF2-40B4-BE49-F238E27FC236}">
                <a16:creationId xmlns:a16="http://schemas.microsoft.com/office/drawing/2014/main" id="{C78835C1-8A63-4E02-AA86-A7165871E3BF}"/>
              </a:ext>
            </a:extLst>
          </p:cNvPr>
          <p:cNvGrpSpPr/>
          <p:nvPr/>
        </p:nvGrpSpPr>
        <p:grpSpPr>
          <a:xfrm>
            <a:off x="6783638" y="3273305"/>
            <a:ext cx="1412082" cy="488072"/>
            <a:chOff x="3700148" y="1647746"/>
            <a:chExt cx="1890296" cy="501525"/>
          </a:xfrm>
        </p:grpSpPr>
        <p:sp>
          <p:nvSpPr>
            <p:cNvPr id="180" name="矩形: 圆角 179">
              <a:extLst>
                <a:ext uri="{FF2B5EF4-FFF2-40B4-BE49-F238E27FC236}">
                  <a16:creationId xmlns:a16="http://schemas.microsoft.com/office/drawing/2014/main" id="{E18EA8BB-AC60-4CCD-9669-F38F71F99CAB}"/>
                </a:ext>
              </a:extLst>
            </p:cNvPr>
            <p:cNvSpPr/>
            <p:nvPr/>
          </p:nvSpPr>
          <p:spPr>
            <a:xfrm>
              <a:off x="3826951" y="1765221"/>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96" name="矩形: 圆角 195">
              <a:extLst>
                <a:ext uri="{FF2B5EF4-FFF2-40B4-BE49-F238E27FC236}">
                  <a16:creationId xmlns:a16="http://schemas.microsoft.com/office/drawing/2014/main" id="{10266641-A346-4037-9921-5AD3DEE66552}"/>
                </a:ext>
              </a:extLst>
            </p:cNvPr>
            <p:cNvSpPr/>
            <p:nvPr/>
          </p:nvSpPr>
          <p:spPr>
            <a:xfrm>
              <a:off x="3700148" y="1647746"/>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grpSp>
        <p:nvGrpSpPr>
          <p:cNvPr id="197" name="组合 196">
            <a:extLst>
              <a:ext uri="{FF2B5EF4-FFF2-40B4-BE49-F238E27FC236}">
                <a16:creationId xmlns:a16="http://schemas.microsoft.com/office/drawing/2014/main" id="{F2F38C64-E351-4FD0-B6C6-5B78818A6145}"/>
              </a:ext>
            </a:extLst>
          </p:cNvPr>
          <p:cNvGrpSpPr/>
          <p:nvPr/>
        </p:nvGrpSpPr>
        <p:grpSpPr>
          <a:xfrm>
            <a:off x="8863787" y="3273305"/>
            <a:ext cx="1412082" cy="488072"/>
            <a:chOff x="3700148" y="1647746"/>
            <a:chExt cx="1890296" cy="501525"/>
          </a:xfrm>
        </p:grpSpPr>
        <p:sp>
          <p:nvSpPr>
            <p:cNvPr id="198" name="矩形: 圆角 197">
              <a:extLst>
                <a:ext uri="{FF2B5EF4-FFF2-40B4-BE49-F238E27FC236}">
                  <a16:creationId xmlns:a16="http://schemas.microsoft.com/office/drawing/2014/main" id="{2F905D6B-F8A7-4B4B-994E-CC84D4E6208F}"/>
                </a:ext>
              </a:extLst>
            </p:cNvPr>
            <p:cNvSpPr/>
            <p:nvPr/>
          </p:nvSpPr>
          <p:spPr>
            <a:xfrm>
              <a:off x="3826951" y="1765221"/>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99" name="矩形: 圆角 198">
              <a:extLst>
                <a:ext uri="{FF2B5EF4-FFF2-40B4-BE49-F238E27FC236}">
                  <a16:creationId xmlns:a16="http://schemas.microsoft.com/office/drawing/2014/main" id="{CBB51BC7-6F9E-4C8B-9311-890B9827941F}"/>
                </a:ext>
              </a:extLst>
            </p:cNvPr>
            <p:cNvSpPr/>
            <p:nvPr/>
          </p:nvSpPr>
          <p:spPr>
            <a:xfrm>
              <a:off x="3700148" y="1647746"/>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grpSp>
        <p:nvGrpSpPr>
          <p:cNvPr id="200" name="组合 199">
            <a:extLst>
              <a:ext uri="{FF2B5EF4-FFF2-40B4-BE49-F238E27FC236}">
                <a16:creationId xmlns:a16="http://schemas.microsoft.com/office/drawing/2014/main" id="{0B165958-FB46-4121-AB89-172982A4A912}"/>
              </a:ext>
            </a:extLst>
          </p:cNvPr>
          <p:cNvGrpSpPr/>
          <p:nvPr/>
        </p:nvGrpSpPr>
        <p:grpSpPr>
          <a:xfrm>
            <a:off x="8863787" y="5480753"/>
            <a:ext cx="1412082" cy="488072"/>
            <a:chOff x="3700148" y="1647746"/>
            <a:chExt cx="1890296" cy="501525"/>
          </a:xfrm>
        </p:grpSpPr>
        <p:sp>
          <p:nvSpPr>
            <p:cNvPr id="201" name="矩形: 圆角 200">
              <a:extLst>
                <a:ext uri="{FF2B5EF4-FFF2-40B4-BE49-F238E27FC236}">
                  <a16:creationId xmlns:a16="http://schemas.microsoft.com/office/drawing/2014/main" id="{A87153CB-3506-4339-9A6A-20FA41EA59E2}"/>
                </a:ext>
              </a:extLst>
            </p:cNvPr>
            <p:cNvSpPr/>
            <p:nvPr/>
          </p:nvSpPr>
          <p:spPr>
            <a:xfrm>
              <a:off x="3826951" y="1765221"/>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02" name="矩形: 圆角 201">
              <a:extLst>
                <a:ext uri="{FF2B5EF4-FFF2-40B4-BE49-F238E27FC236}">
                  <a16:creationId xmlns:a16="http://schemas.microsoft.com/office/drawing/2014/main" id="{22EFE4A8-56D3-4A18-9A4C-9493044E01D2}"/>
                </a:ext>
              </a:extLst>
            </p:cNvPr>
            <p:cNvSpPr/>
            <p:nvPr/>
          </p:nvSpPr>
          <p:spPr>
            <a:xfrm>
              <a:off x="3700148" y="1647746"/>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grpSp>
        <p:nvGrpSpPr>
          <p:cNvPr id="203" name="组合 202">
            <a:extLst>
              <a:ext uri="{FF2B5EF4-FFF2-40B4-BE49-F238E27FC236}">
                <a16:creationId xmlns:a16="http://schemas.microsoft.com/office/drawing/2014/main" id="{D3D3AB38-91E2-4FA7-AF41-74337DD2B019}"/>
              </a:ext>
            </a:extLst>
          </p:cNvPr>
          <p:cNvGrpSpPr/>
          <p:nvPr/>
        </p:nvGrpSpPr>
        <p:grpSpPr>
          <a:xfrm>
            <a:off x="6783638" y="5480753"/>
            <a:ext cx="1412082" cy="488072"/>
            <a:chOff x="3700148" y="1647746"/>
            <a:chExt cx="1890296" cy="501525"/>
          </a:xfrm>
        </p:grpSpPr>
        <p:sp>
          <p:nvSpPr>
            <p:cNvPr id="204" name="矩形: 圆角 203">
              <a:extLst>
                <a:ext uri="{FF2B5EF4-FFF2-40B4-BE49-F238E27FC236}">
                  <a16:creationId xmlns:a16="http://schemas.microsoft.com/office/drawing/2014/main" id="{14AE2C5E-C019-44ED-9D35-356CC95C523B}"/>
                </a:ext>
              </a:extLst>
            </p:cNvPr>
            <p:cNvSpPr/>
            <p:nvPr/>
          </p:nvSpPr>
          <p:spPr>
            <a:xfrm>
              <a:off x="3826951" y="1765221"/>
              <a:ext cx="1763493" cy="384050"/>
            </a:xfrm>
            <a:prstGeom prst="roundRect">
              <a:avLst>
                <a:gd name="adj" fmla="val 21656"/>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05" name="矩形: 圆角 204">
              <a:extLst>
                <a:ext uri="{FF2B5EF4-FFF2-40B4-BE49-F238E27FC236}">
                  <a16:creationId xmlns:a16="http://schemas.microsoft.com/office/drawing/2014/main" id="{15B39777-93FB-439D-B542-5B7A3E9468BC}"/>
                </a:ext>
              </a:extLst>
            </p:cNvPr>
            <p:cNvSpPr/>
            <p:nvPr/>
          </p:nvSpPr>
          <p:spPr>
            <a:xfrm>
              <a:off x="3700148" y="1647746"/>
              <a:ext cx="1763493" cy="384050"/>
            </a:xfrm>
            <a:prstGeom prst="roundRect">
              <a:avLst>
                <a:gd name="adj" fmla="val 21656"/>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graphicFrame>
        <p:nvGraphicFramePr>
          <p:cNvPr id="151" name="图示 150">
            <a:extLst>
              <a:ext uri="{FF2B5EF4-FFF2-40B4-BE49-F238E27FC236}">
                <a16:creationId xmlns:a16="http://schemas.microsoft.com/office/drawing/2014/main" id="{2B1012FE-D39B-44EC-AF59-3EF594E11BC3}"/>
              </a:ext>
            </a:extLst>
          </p:cNvPr>
          <p:cNvGraphicFramePr/>
          <p:nvPr>
            <p:extLst>
              <p:ext uri="{D42A27DB-BD31-4B8C-83A1-F6EECF244321}">
                <p14:modId xmlns:p14="http://schemas.microsoft.com/office/powerpoint/2010/main" val="2625423509"/>
              </p:ext>
            </p:extLst>
          </p:nvPr>
        </p:nvGraphicFramePr>
        <p:xfrm>
          <a:off x="759352" y="1912316"/>
          <a:ext cx="5336648" cy="42170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78" name="图示 177">
            <a:extLst>
              <a:ext uri="{FF2B5EF4-FFF2-40B4-BE49-F238E27FC236}">
                <a16:creationId xmlns:a16="http://schemas.microsoft.com/office/drawing/2014/main" id="{4880CF59-07F6-404B-B710-B4E745D8C847}"/>
              </a:ext>
            </a:extLst>
          </p:cNvPr>
          <p:cNvGraphicFramePr/>
          <p:nvPr>
            <p:extLst>
              <p:ext uri="{D42A27DB-BD31-4B8C-83A1-F6EECF244321}">
                <p14:modId xmlns:p14="http://schemas.microsoft.com/office/powerpoint/2010/main" val="3111533699"/>
              </p:ext>
            </p:extLst>
          </p:nvPr>
        </p:nvGraphicFramePr>
        <p:xfrm>
          <a:off x="5851644" y="1912316"/>
          <a:ext cx="5336648" cy="421702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642761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DC1BEEB-14F5-45D2-82FF-D1EB7D7C36FE}"/>
              </a:ext>
            </a:extLst>
          </p:cNvPr>
          <p:cNvSpPr/>
          <p:nvPr/>
        </p:nvSpPr>
        <p:spPr>
          <a:xfrm>
            <a:off x="512872" y="298450"/>
            <a:ext cx="11150600" cy="6261100"/>
          </a:xfrm>
          <a:prstGeom prst="rect">
            <a:avLst/>
          </a:prstGeom>
          <a:blipFill dpi="0" rotWithShape="1">
            <a:blip r:embed="rId2"/>
            <a:srcRect/>
            <a:tile tx="0" ty="0" sx="95000" sy="95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a:extLst>
              <a:ext uri="{FF2B5EF4-FFF2-40B4-BE49-F238E27FC236}">
                <a16:creationId xmlns:a16="http://schemas.microsoft.com/office/drawing/2014/main" id="{25FA78F8-C8BB-491E-9939-060E25CD5903}"/>
              </a:ext>
            </a:extLst>
          </p:cNvPr>
          <p:cNvSpPr/>
          <p:nvPr/>
        </p:nvSpPr>
        <p:spPr>
          <a:xfrm>
            <a:off x="512872" y="298450"/>
            <a:ext cx="11150600" cy="6261100"/>
          </a:xfrm>
          <a:prstGeom prst="rect">
            <a:avLst/>
          </a:prstGeom>
          <a:gradFill flip="none" rotWithShape="1">
            <a:gsLst>
              <a:gs pos="0">
                <a:schemeClr val="bg1">
                  <a:alpha val="21000"/>
                </a:schemeClr>
              </a:gs>
              <a:gs pos="68000">
                <a:schemeClr val="bg1">
                  <a:alpha val="9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120" name="图片 119">
            <a:extLst>
              <a:ext uri="{FF2B5EF4-FFF2-40B4-BE49-F238E27FC236}">
                <a16:creationId xmlns:a16="http://schemas.microsoft.com/office/drawing/2014/main" id="{54C2A7E0-E8CD-48DF-950C-EDC5B746BDDB}"/>
              </a:ext>
            </a:extLst>
          </p:cNvPr>
          <p:cNvPicPr>
            <a:picLocks noChangeAspect="1"/>
          </p:cNvPicPr>
          <p:nvPr/>
        </p:nvPicPr>
        <p:blipFill>
          <a:blip r:embed="rId3"/>
          <a:srcRect t="345" r="50888"/>
          <a:stretch>
            <a:fillRect/>
          </a:stretch>
        </p:blipFill>
        <p:spPr>
          <a:xfrm>
            <a:off x="8932642" y="292558"/>
            <a:ext cx="2697688" cy="5498326"/>
          </a:xfrm>
          <a:custGeom>
            <a:avLst/>
            <a:gdLst>
              <a:gd name="connsiteX0" fmla="*/ 0 w 2697688"/>
              <a:gd name="connsiteY0" fmla="*/ 0 h 5498326"/>
              <a:gd name="connsiteX1" fmla="*/ 2697688 w 2697688"/>
              <a:gd name="connsiteY1" fmla="*/ 0 h 5498326"/>
              <a:gd name="connsiteX2" fmla="*/ 2697688 w 2697688"/>
              <a:gd name="connsiteY2" fmla="*/ 5498326 h 5498326"/>
              <a:gd name="connsiteX3" fmla="*/ 0 w 2697688"/>
              <a:gd name="connsiteY3" fmla="*/ 5498326 h 5498326"/>
            </a:gdLst>
            <a:ahLst/>
            <a:cxnLst>
              <a:cxn ang="0">
                <a:pos x="connsiteX0" y="connsiteY0"/>
              </a:cxn>
              <a:cxn ang="0">
                <a:pos x="connsiteX1" y="connsiteY1"/>
              </a:cxn>
              <a:cxn ang="0">
                <a:pos x="connsiteX2" y="connsiteY2"/>
              </a:cxn>
              <a:cxn ang="0">
                <a:pos x="connsiteX3" y="connsiteY3"/>
              </a:cxn>
            </a:cxnLst>
            <a:rect l="l" t="t" r="r" b="b"/>
            <a:pathLst>
              <a:path w="2697688" h="5498326">
                <a:moveTo>
                  <a:pt x="0" y="0"/>
                </a:moveTo>
                <a:lnTo>
                  <a:pt x="2697688" y="0"/>
                </a:lnTo>
                <a:lnTo>
                  <a:pt x="2697688" y="5498326"/>
                </a:lnTo>
                <a:lnTo>
                  <a:pt x="0" y="5498326"/>
                </a:lnTo>
                <a:close/>
              </a:path>
            </a:pathLst>
          </a:custGeom>
        </p:spPr>
      </p:pic>
      <p:grpSp>
        <p:nvGrpSpPr>
          <p:cNvPr id="121" name="组合 120">
            <a:extLst>
              <a:ext uri="{FF2B5EF4-FFF2-40B4-BE49-F238E27FC236}">
                <a16:creationId xmlns:a16="http://schemas.microsoft.com/office/drawing/2014/main" id="{9E28F7D6-7C7D-4E68-8535-49E43F79B300}"/>
              </a:ext>
            </a:extLst>
          </p:cNvPr>
          <p:cNvGrpSpPr/>
          <p:nvPr/>
        </p:nvGrpSpPr>
        <p:grpSpPr>
          <a:xfrm>
            <a:off x="1077026" y="658922"/>
            <a:ext cx="818884" cy="118133"/>
            <a:chOff x="3873044" y="626487"/>
            <a:chExt cx="818884" cy="118133"/>
          </a:xfrm>
        </p:grpSpPr>
        <p:sp>
          <p:nvSpPr>
            <p:cNvPr id="122" name="椭圆 121">
              <a:extLst>
                <a:ext uri="{FF2B5EF4-FFF2-40B4-BE49-F238E27FC236}">
                  <a16:creationId xmlns:a16="http://schemas.microsoft.com/office/drawing/2014/main" id="{BB17BFBA-D8EC-4B3E-87C0-E7F23F2F9772}"/>
                </a:ext>
              </a:extLst>
            </p:cNvPr>
            <p:cNvSpPr/>
            <p:nvPr/>
          </p:nvSpPr>
          <p:spPr>
            <a:xfrm>
              <a:off x="3873044" y="626487"/>
              <a:ext cx="118133" cy="118133"/>
            </a:xfrm>
            <a:prstGeom prst="ellipse">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23" name="椭圆 122">
              <a:extLst>
                <a:ext uri="{FF2B5EF4-FFF2-40B4-BE49-F238E27FC236}">
                  <a16:creationId xmlns:a16="http://schemas.microsoft.com/office/drawing/2014/main" id="{761DE90F-7F8F-4357-A2D7-54F5E091EFFA}"/>
                </a:ext>
              </a:extLst>
            </p:cNvPr>
            <p:cNvSpPr/>
            <p:nvPr/>
          </p:nvSpPr>
          <p:spPr>
            <a:xfrm>
              <a:off x="4106628" y="626487"/>
              <a:ext cx="118133" cy="118133"/>
            </a:xfrm>
            <a:prstGeom prst="ellipse">
              <a:avLst/>
            </a:prstGeom>
            <a:solidFill>
              <a:srgbClr val="99267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24" name="椭圆 123">
              <a:extLst>
                <a:ext uri="{FF2B5EF4-FFF2-40B4-BE49-F238E27FC236}">
                  <a16:creationId xmlns:a16="http://schemas.microsoft.com/office/drawing/2014/main" id="{D9E21435-4D65-4DBC-B58D-901BB5A72F30}"/>
                </a:ext>
              </a:extLst>
            </p:cNvPr>
            <p:cNvSpPr/>
            <p:nvPr/>
          </p:nvSpPr>
          <p:spPr>
            <a:xfrm>
              <a:off x="4340212" y="626487"/>
              <a:ext cx="118133" cy="118133"/>
            </a:xfrm>
            <a:prstGeom prst="ellipse">
              <a:avLst/>
            </a:prstGeom>
            <a:solidFill>
              <a:srgbClr val="99267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5" name="椭圆 124">
              <a:extLst>
                <a:ext uri="{FF2B5EF4-FFF2-40B4-BE49-F238E27FC236}">
                  <a16:creationId xmlns:a16="http://schemas.microsoft.com/office/drawing/2014/main" id="{9AFD5884-D6B6-4BA2-8E2C-621EE4D61ED7}"/>
                </a:ext>
              </a:extLst>
            </p:cNvPr>
            <p:cNvSpPr/>
            <p:nvPr/>
          </p:nvSpPr>
          <p:spPr>
            <a:xfrm>
              <a:off x="4573795" y="626487"/>
              <a:ext cx="118133" cy="118133"/>
            </a:xfrm>
            <a:prstGeom prst="ellipse">
              <a:avLst/>
            </a:prstGeom>
            <a:solidFill>
              <a:srgbClr val="992677">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grpSp>
        <p:nvGrpSpPr>
          <p:cNvPr id="117" name="组合 116">
            <a:extLst>
              <a:ext uri="{FF2B5EF4-FFF2-40B4-BE49-F238E27FC236}">
                <a16:creationId xmlns:a16="http://schemas.microsoft.com/office/drawing/2014/main" id="{E5B7A4FA-9CD7-4588-BEBE-ADCF8B6064AD}"/>
              </a:ext>
            </a:extLst>
          </p:cNvPr>
          <p:cNvGrpSpPr/>
          <p:nvPr/>
        </p:nvGrpSpPr>
        <p:grpSpPr>
          <a:xfrm>
            <a:off x="7796368" y="4134748"/>
            <a:ext cx="3567149" cy="2092881"/>
            <a:chOff x="7795430" y="4081738"/>
            <a:chExt cx="3567149" cy="2092881"/>
          </a:xfrm>
        </p:grpSpPr>
        <p:grpSp>
          <p:nvGrpSpPr>
            <p:cNvPr id="13" name="组合 12">
              <a:extLst>
                <a:ext uri="{FF2B5EF4-FFF2-40B4-BE49-F238E27FC236}">
                  <a16:creationId xmlns:a16="http://schemas.microsoft.com/office/drawing/2014/main" id="{A0FB4180-BCED-4377-8D4E-9170059782CB}"/>
                </a:ext>
              </a:extLst>
            </p:cNvPr>
            <p:cNvGrpSpPr/>
            <p:nvPr/>
          </p:nvGrpSpPr>
          <p:grpSpPr>
            <a:xfrm>
              <a:off x="7795430" y="4081738"/>
              <a:ext cx="3567149" cy="2092881"/>
              <a:chOff x="7804903" y="4313969"/>
              <a:chExt cx="3567149" cy="2092881"/>
            </a:xfrm>
          </p:grpSpPr>
          <p:sp>
            <p:nvSpPr>
              <p:cNvPr id="10" name="文本框 9">
                <a:extLst>
                  <a:ext uri="{FF2B5EF4-FFF2-40B4-BE49-F238E27FC236}">
                    <a16:creationId xmlns:a16="http://schemas.microsoft.com/office/drawing/2014/main" id="{D48EB233-BE0E-437A-A385-436261F88570}"/>
                  </a:ext>
                </a:extLst>
              </p:cNvPr>
              <p:cNvSpPr txBox="1"/>
              <p:nvPr/>
            </p:nvSpPr>
            <p:spPr>
              <a:xfrm>
                <a:off x="7804903" y="4313969"/>
                <a:ext cx="1137818" cy="2092881"/>
              </a:xfrm>
              <a:prstGeom prst="rect">
                <a:avLst/>
              </a:prstGeom>
              <a:noFill/>
            </p:spPr>
            <p:txBody>
              <a:bodyPr wrap="square" rtlCol="0">
                <a:spAutoFit/>
              </a:bodyPr>
              <a:lstStyle/>
              <a:p>
                <a:r>
                  <a:rPr lang="en-US" altLang="zh-CN" sz="13000" dirty="0">
                    <a:solidFill>
                      <a:srgbClr val="992677"/>
                    </a:solidFill>
                    <a:latin typeface="Arial" panose="020B0604020202020204" pitchFamily="34" charset="0"/>
                    <a:cs typeface="Arial" panose="020B0604020202020204" pitchFamily="34" charset="0"/>
                    <a:sym typeface="+mn-lt"/>
                  </a:rPr>
                  <a:t>4</a:t>
                </a:r>
                <a:endParaRPr lang="zh-CN" altLang="en-US" sz="13000" dirty="0">
                  <a:solidFill>
                    <a:srgbClr val="992677"/>
                  </a:solidFill>
                  <a:latin typeface="Arial" panose="020B0604020202020204" pitchFamily="34" charset="0"/>
                  <a:cs typeface="Arial" panose="020B0604020202020204" pitchFamily="34" charset="0"/>
                  <a:sym typeface="+mn-lt"/>
                </a:endParaRPr>
              </a:p>
            </p:txBody>
          </p:sp>
          <p:sp>
            <p:nvSpPr>
              <p:cNvPr id="11" name="文本框 10">
                <a:extLst>
                  <a:ext uri="{FF2B5EF4-FFF2-40B4-BE49-F238E27FC236}">
                    <a16:creationId xmlns:a16="http://schemas.microsoft.com/office/drawing/2014/main" id="{06CDC6E6-D3A0-4CDA-8B67-65A16BBF6BA2}"/>
                  </a:ext>
                </a:extLst>
              </p:cNvPr>
              <p:cNvSpPr txBox="1"/>
              <p:nvPr/>
            </p:nvSpPr>
            <p:spPr>
              <a:xfrm>
                <a:off x="8678157" y="4577690"/>
                <a:ext cx="2693895" cy="1015663"/>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130" normalizeH="0" noProof="0" dirty="0">
                    <a:ln>
                      <a:noFill/>
                    </a:ln>
                    <a:solidFill>
                      <a:srgbClr val="992677"/>
                    </a:solidFill>
                    <a:effectLst/>
                    <a:uLnTx/>
                    <a:uFillTx/>
                    <a:cs typeface="+mn-ea"/>
                    <a:sym typeface="+mn-lt"/>
                  </a:rPr>
                  <a:t>章节四</a:t>
                </a:r>
              </a:p>
            </p:txBody>
          </p:sp>
          <p:sp>
            <p:nvSpPr>
              <p:cNvPr id="12" name="矩形 11">
                <a:extLst>
                  <a:ext uri="{FF2B5EF4-FFF2-40B4-BE49-F238E27FC236}">
                    <a16:creationId xmlns:a16="http://schemas.microsoft.com/office/drawing/2014/main" id="{A0E37E8A-1EED-43F0-A416-0226B91CC759}"/>
                  </a:ext>
                </a:extLst>
              </p:cNvPr>
              <p:cNvSpPr/>
              <p:nvPr/>
            </p:nvSpPr>
            <p:spPr>
              <a:xfrm>
                <a:off x="8786190" y="5593353"/>
                <a:ext cx="2358657" cy="356873"/>
              </a:xfrm>
              <a:prstGeom prst="rect">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CN" dirty="0">
                    <a:latin typeface="Arial" panose="020B0604020202020204" pitchFamily="34" charset="0"/>
                    <a:cs typeface="Arial" panose="020B0604020202020204" pitchFamily="34" charset="0"/>
                    <a:sym typeface="+mn-lt"/>
                  </a:rPr>
                  <a:t>CHAPTER</a:t>
                </a:r>
                <a:r>
                  <a:rPr lang="en-US" altLang="zh-CN" dirty="0">
                    <a:cs typeface="+mn-ea"/>
                    <a:sym typeface="+mn-lt"/>
                  </a:rPr>
                  <a:t> FOUR</a:t>
                </a:r>
                <a:endParaRPr lang="zh-CN" altLang="en-US" dirty="0">
                  <a:cs typeface="+mn-ea"/>
                  <a:sym typeface="+mn-lt"/>
                </a:endParaRPr>
              </a:p>
            </p:txBody>
          </p:sp>
        </p:grpSp>
        <p:grpSp>
          <p:nvGrpSpPr>
            <p:cNvPr id="107" name="组合 106">
              <a:extLst>
                <a:ext uri="{FF2B5EF4-FFF2-40B4-BE49-F238E27FC236}">
                  <a16:creationId xmlns:a16="http://schemas.microsoft.com/office/drawing/2014/main" id="{FD002FC1-6038-447B-96DF-732C7EE7783B}"/>
                </a:ext>
              </a:extLst>
            </p:cNvPr>
            <p:cNvGrpSpPr/>
            <p:nvPr/>
          </p:nvGrpSpPr>
          <p:grpSpPr>
            <a:xfrm>
              <a:off x="7895287" y="5796604"/>
              <a:ext cx="3244055" cy="307777"/>
              <a:chOff x="4419335" y="6119842"/>
              <a:chExt cx="3244055" cy="307777"/>
            </a:xfrm>
          </p:grpSpPr>
          <p:sp>
            <p:nvSpPr>
              <p:cNvPr id="108" name="文本框 107">
                <a:extLst>
                  <a:ext uri="{FF2B5EF4-FFF2-40B4-BE49-F238E27FC236}">
                    <a16:creationId xmlns:a16="http://schemas.microsoft.com/office/drawing/2014/main" id="{29DDA52E-AF62-4B8E-B883-B9BE53BB6783}"/>
                  </a:ext>
                </a:extLst>
              </p:cNvPr>
              <p:cNvSpPr txBox="1"/>
              <p:nvPr/>
            </p:nvSpPr>
            <p:spPr>
              <a:xfrm>
                <a:off x="4544535"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团结</a:t>
                </a:r>
              </a:p>
            </p:txBody>
          </p:sp>
          <p:sp>
            <p:nvSpPr>
              <p:cNvPr id="109" name="文本框 108">
                <a:extLst>
                  <a:ext uri="{FF2B5EF4-FFF2-40B4-BE49-F238E27FC236}">
                    <a16:creationId xmlns:a16="http://schemas.microsoft.com/office/drawing/2014/main" id="{249613C6-9795-4CC8-A29D-295DC89A9244}"/>
                  </a:ext>
                </a:extLst>
              </p:cNvPr>
              <p:cNvSpPr txBox="1"/>
              <p:nvPr/>
            </p:nvSpPr>
            <p:spPr>
              <a:xfrm>
                <a:off x="5355549"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献身</a:t>
                </a:r>
              </a:p>
            </p:txBody>
          </p:sp>
          <p:sp>
            <p:nvSpPr>
              <p:cNvPr id="110" name="文本框 109">
                <a:extLst>
                  <a:ext uri="{FF2B5EF4-FFF2-40B4-BE49-F238E27FC236}">
                    <a16:creationId xmlns:a16="http://schemas.microsoft.com/office/drawing/2014/main" id="{2DA4C7C1-2B3D-4453-B597-8A49CF40A30F}"/>
                  </a:ext>
                </a:extLst>
              </p:cNvPr>
              <p:cNvSpPr txBox="1"/>
              <p:nvPr/>
            </p:nvSpPr>
            <p:spPr>
              <a:xfrm>
                <a:off x="6166563"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求是</a:t>
                </a:r>
              </a:p>
            </p:txBody>
          </p:sp>
          <p:sp>
            <p:nvSpPr>
              <p:cNvPr id="111" name="文本框 110">
                <a:extLst>
                  <a:ext uri="{FF2B5EF4-FFF2-40B4-BE49-F238E27FC236}">
                    <a16:creationId xmlns:a16="http://schemas.microsoft.com/office/drawing/2014/main" id="{7FF07036-43F4-404C-80E1-8FC7D446DBE2}"/>
                  </a:ext>
                </a:extLst>
              </p:cNvPr>
              <p:cNvSpPr txBox="1"/>
              <p:nvPr/>
            </p:nvSpPr>
            <p:spPr>
              <a:xfrm>
                <a:off x="6977577"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创新</a:t>
                </a:r>
              </a:p>
            </p:txBody>
          </p:sp>
          <p:cxnSp>
            <p:nvCxnSpPr>
              <p:cNvPr id="112" name="直接连接符 111">
                <a:extLst>
                  <a:ext uri="{FF2B5EF4-FFF2-40B4-BE49-F238E27FC236}">
                    <a16:creationId xmlns:a16="http://schemas.microsoft.com/office/drawing/2014/main" id="{1EAF5FD4-3282-4482-ADE8-1A3AA49D101E}"/>
                  </a:ext>
                </a:extLst>
              </p:cNvPr>
              <p:cNvCxnSpPr/>
              <p:nvPr userDrawn="1"/>
            </p:nvCxnSpPr>
            <p:spPr>
              <a:xfrm>
                <a:off x="6041363"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14B5440-C4DD-4D4B-BA92-4737A72202DD}"/>
                  </a:ext>
                </a:extLst>
              </p:cNvPr>
              <p:cNvCxnSpPr>
                <a:cxnSpLocks/>
              </p:cNvCxnSpPr>
              <p:nvPr userDrawn="1"/>
            </p:nvCxnSpPr>
            <p:spPr>
              <a:xfrm>
                <a:off x="5230349"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0190139E-140D-4D61-BA53-C2F3AB5C28F8}"/>
                  </a:ext>
                </a:extLst>
              </p:cNvPr>
              <p:cNvCxnSpPr/>
              <p:nvPr userDrawn="1"/>
            </p:nvCxnSpPr>
            <p:spPr>
              <a:xfrm>
                <a:off x="6852377"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DEBE80DF-BB7C-4480-99CE-DEFB89B26E4E}"/>
                  </a:ext>
                </a:extLst>
              </p:cNvPr>
              <p:cNvCxnSpPr/>
              <p:nvPr/>
            </p:nvCxnSpPr>
            <p:spPr>
              <a:xfrm>
                <a:off x="7663390"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09B233B3-9B3A-4712-ADCA-DAE97073DF3E}"/>
                  </a:ext>
                </a:extLst>
              </p:cNvPr>
              <p:cNvCxnSpPr>
                <a:cxnSpLocks/>
              </p:cNvCxnSpPr>
              <p:nvPr/>
            </p:nvCxnSpPr>
            <p:spPr>
              <a:xfrm>
                <a:off x="4419335"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grpSp>
      </p:grpSp>
      <p:sp>
        <p:nvSpPr>
          <p:cNvPr id="2" name="矩形 1">
            <a:extLst>
              <a:ext uri="{FF2B5EF4-FFF2-40B4-BE49-F238E27FC236}">
                <a16:creationId xmlns:a16="http://schemas.microsoft.com/office/drawing/2014/main" id="{1B1826B4-30E9-4672-A165-5EFE6912ACD5}"/>
              </a:ext>
            </a:extLst>
          </p:cNvPr>
          <p:cNvSpPr/>
          <p:nvPr/>
        </p:nvSpPr>
        <p:spPr>
          <a:xfrm>
            <a:off x="5355771" y="-489857"/>
            <a:ext cx="457200" cy="304800"/>
          </a:xfrm>
          <a:prstGeom prst="rect">
            <a:avLst/>
          </a:prstGeom>
          <a:solidFill>
            <a:srgbClr val="E1C4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696759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9" name="组合 188">
            <a:extLst>
              <a:ext uri="{FF2B5EF4-FFF2-40B4-BE49-F238E27FC236}">
                <a16:creationId xmlns:a16="http://schemas.microsoft.com/office/drawing/2014/main" id="{2F64D21B-7E19-43C9-8DC7-2309E2A21481}"/>
              </a:ext>
            </a:extLst>
          </p:cNvPr>
          <p:cNvGrpSpPr/>
          <p:nvPr/>
        </p:nvGrpSpPr>
        <p:grpSpPr>
          <a:xfrm>
            <a:off x="1416049" y="1864469"/>
            <a:ext cx="2467095" cy="3939123"/>
            <a:chOff x="1416049" y="1764825"/>
            <a:chExt cx="2649598" cy="3939123"/>
          </a:xfrm>
          <a:effectLst/>
        </p:grpSpPr>
        <p:sp>
          <p:nvSpPr>
            <p:cNvPr id="190" name="任意多边形: 形状 189">
              <a:extLst>
                <a:ext uri="{FF2B5EF4-FFF2-40B4-BE49-F238E27FC236}">
                  <a16:creationId xmlns:a16="http://schemas.microsoft.com/office/drawing/2014/main" id="{DF111FBE-DA1D-4C64-BE53-19AA4AF9576C}"/>
                </a:ext>
              </a:extLst>
            </p:cNvPr>
            <p:cNvSpPr/>
            <p:nvPr/>
          </p:nvSpPr>
          <p:spPr>
            <a:xfrm>
              <a:off x="1416049" y="2592136"/>
              <a:ext cx="2649597" cy="3111812"/>
            </a:xfrm>
            <a:custGeom>
              <a:avLst/>
              <a:gdLst>
                <a:gd name="connsiteX0" fmla="*/ 0 w 2649597"/>
                <a:gd name="connsiteY0" fmla="*/ 0 h 3111812"/>
                <a:gd name="connsiteX1" fmla="*/ 2649597 w 2649597"/>
                <a:gd name="connsiteY1" fmla="*/ 0 h 3111812"/>
                <a:gd name="connsiteX2" fmla="*/ 2649597 w 2649597"/>
                <a:gd name="connsiteY2" fmla="*/ 2930103 h 3111812"/>
                <a:gd name="connsiteX3" fmla="*/ 2467888 w 2649597"/>
                <a:gd name="connsiteY3" fmla="*/ 3111812 h 3111812"/>
                <a:gd name="connsiteX4" fmla="*/ 181709 w 2649597"/>
                <a:gd name="connsiteY4" fmla="*/ 3111812 h 3111812"/>
                <a:gd name="connsiteX5" fmla="*/ 0 w 2649597"/>
                <a:gd name="connsiteY5" fmla="*/ 2930103 h 3111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9597" h="3111812">
                  <a:moveTo>
                    <a:pt x="0" y="0"/>
                  </a:moveTo>
                  <a:lnTo>
                    <a:pt x="2649597" y="0"/>
                  </a:lnTo>
                  <a:lnTo>
                    <a:pt x="2649597" y="2930103"/>
                  </a:lnTo>
                  <a:cubicBezTo>
                    <a:pt x="2649597" y="3030458"/>
                    <a:pt x="2568243" y="3111812"/>
                    <a:pt x="2467888" y="3111812"/>
                  </a:cubicBezTo>
                  <a:lnTo>
                    <a:pt x="181709" y="3111812"/>
                  </a:lnTo>
                  <a:cubicBezTo>
                    <a:pt x="81354" y="3111812"/>
                    <a:pt x="0" y="3030458"/>
                    <a:pt x="0" y="2930103"/>
                  </a:cubicBezTo>
                  <a:close/>
                </a:path>
              </a:pathLst>
            </a:custGeom>
            <a:solidFill>
              <a:schemeClr val="bg1"/>
            </a:solidFill>
            <a:ln>
              <a:noFill/>
            </a:ln>
            <a:effectLst>
              <a:outerShdw blurRad="152400" sx="101000" sy="101000" algn="ctr" rotWithShape="0">
                <a:srgbClr val="992677">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91" name="任意多边形: 形状 190">
              <a:extLst>
                <a:ext uri="{FF2B5EF4-FFF2-40B4-BE49-F238E27FC236}">
                  <a16:creationId xmlns:a16="http://schemas.microsoft.com/office/drawing/2014/main" id="{D6BF87D6-B5E1-414D-A823-630F4DF5D2DD}"/>
                </a:ext>
              </a:extLst>
            </p:cNvPr>
            <p:cNvSpPr/>
            <p:nvPr/>
          </p:nvSpPr>
          <p:spPr>
            <a:xfrm>
              <a:off x="1416050" y="1764825"/>
              <a:ext cx="2649597" cy="823141"/>
            </a:xfrm>
            <a:custGeom>
              <a:avLst/>
              <a:gdLst>
                <a:gd name="connsiteX0" fmla="*/ 181709 w 2649597"/>
                <a:gd name="connsiteY0" fmla="*/ 0 h 823141"/>
                <a:gd name="connsiteX1" fmla="*/ 2467888 w 2649597"/>
                <a:gd name="connsiteY1" fmla="*/ 0 h 823141"/>
                <a:gd name="connsiteX2" fmla="*/ 2649597 w 2649597"/>
                <a:gd name="connsiteY2" fmla="*/ 181709 h 823141"/>
                <a:gd name="connsiteX3" fmla="*/ 2649597 w 2649597"/>
                <a:gd name="connsiteY3" fmla="*/ 823141 h 823141"/>
                <a:gd name="connsiteX4" fmla="*/ 0 w 2649597"/>
                <a:gd name="connsiteY4" fmla="*/ 823141 h 823141"/>
                <a:gd name="connsiteX5" fmla="*/ 0 w 2649597"/>
                <a:gd name="connsiteY5" fmla="*/ 181709 h 823141"/>
                <a:gd name="connsiteX6" fmla="*/ 181709 w 2649597"/>
                <a:gd name="connsiteY6" fmla="*/ 0 h 82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9597" h="823141">
                  <a:moveTo>
                    <a:pt x="181709" y="0"/>
                  </a:moveTo>
                  <a:lnTo>
                    <a:pt x="2467888" y="0"/>
                  </a:lnTo>
                  <a:cubicBezTo>
                    <a:pt x="2568243" y="0"/>
                    <a:pt x="2649597" y="81354"/>
                    <a:pt x="2649597" y="181709"/>
                  </a:cubicBezTo>
                  <a:lnTo>
                    <a:pt x="2649597" y="823141"/>
                  </a:lnTo>
                  <a:lnTo>
                    <a:pt x="0" y="823141"/>
                  </a:lnTo>
                  <a:lnTo>
                    <a:pt x="0" y="181709"/>
                  </a:lnTo>
                  <a:cubicBezTo>
                    <a:pt x="0" y="81354"/>
                    <a:pt x="81354" y="0"/>
                    <a:pt x="181709" y="0"/>
                  </a:cubicBezTo>
                  <a:close/>
                </a:path>
              </a:pathLst>
            </a:custGeom>
            <a:solidFill>
              <a:srgbClr val="C27DAD"/>
            </a:solidFill>
            <a:ln>
              <a:noFill/>
            </a:ln>
            <a:effectLst>
              <a:outerShdw blurRad="152400" sx="101000" sy="101000" algn="ctr" rotWithShape="0">
                <a:srgbClr val="992677">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sp>
        <p:nvSpPr>
          <p:cNvPr id="193" name="文本框 192">
            <a:extLst>
              <a:ext uri="{FF2B5EF4-FFF2-40B4-BE49-F238E27FC236}">
                <a16:creationId xmlns:a16="http://schemas.microsoft.com/office/drawing/2014/main" id="{14DDF939-2AF9-4CD2-A9ED-654D834AF0F2}"/>
              </a:ext>
            </a:extLst>
          </p:cNvPr>
          <p:cNvSpPr txBox="1"/>
          <p:nvPr/>
        </p:nvSpPr>
        <p:spPr>
          <a:xfrm>
            <a:off x="1763132" y="2075984"/>
            <a:ext cx="177292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FFFFFF"/>
                </a:solidFill>
                <a:cs typeface="+mn-ea"/>
                <a:sym typeface="+mn-lt"/>
              </a:rPr>
              <a:t>此处为标题</a:t>
            </a:r>
            <a:endParaRPr kumimoji="0" lang="zh-CN" altLang="en-US" sz="2000" b="0" i="0" u="none" strike="noStrike" kern="1200" cap="none" spc="0" normalizeH="0" baseline="0" noProof="0" dirty="0">
              <a:ln>
                <a:noFill/>
              </a:ln>
              <a:solidFill>
                <a:srgbClr val="FFFFFF"/>
              </a:solidFill>
              <a:effectLst/>
              <a:uLnTx/>
              <a:uFillTx/>
              <a:cs typeface="+mn-ea"/>
              <a:sym typeface="+mn-lt"/>
            </a:endParaRPr>
          </a:p>
        </p:txBody>
      </p:sp>
      <p:grpSp>
        <p:nvGrpSpPr>
          <p:cNvPr id="197" name="组合 196">
            <a:extLst>
              <a:ext uri="{FF2B5EF4-FFF2-40B4-BE49-F238E27FC236}">
                <a16:creationId xmlns:a16="http://schemas.microsoft.com/office/drawing/2014/main" id="{575162D1-1E9D-4E06-AB78-B4D727A60C38}"/>
              </a:ext>
            </a:extLst>
          </p:cNvPr>
          <p:cNvGrpSpPr/>
          <p:nvPr/>
        </p:nvGrpSpPr>
        <p:grpSpPr>
          <a:xfrm>
            <a:off x="4862452" y="1864469"/>
            <a:ext cx="2467095" cy="3939123"/>
            <a:chOff x="1416049" y="1764825"/>
            <a:chExt cx="2649598" cy="3939123"/>
          </a:xfrm>
        </p:grpSpPr>
        <p:sp>
          <p:nvSpPr>
            <p:cNvPr id="198" name="任意多边形: 形状 197">
              <a:extLst>
                <a:ext uri="{FF2B5EF4-FFF2-40B4-BE49-F238E27FC236}">
                  <a16:creationId xmlns:a16="http://schemas.microsoft.com/office/drawing/2014/main" id="{6201CFEB-1C5A-40EA-84F1-E4DAD8A70C61}"/>
                </a:ext>
              </a:extLst>
            </p:cNvPr>
            <p:cNvSpPr/>
            <p:nvPr/>
          </p:nvSpPr>
          <p:spPr>
            <a:xfrm>
              <a:off x="1416049" y="2592136"/>
              <a:ext cx="2649597" cy="3111812"/>
            </a:xfrm>
            <a:custGeom>
              <a:avLst/>
              <a:gdLst>
                <a:gd name="connsiteX0" fmla="*/ 0 w 2649597"/>
                <a:gd name="connsiteY0" fmla="*/ 0 h 3111812"/>
                <a:gd name="connsiteX1" fmla="*/ 2649597 w 2649597"/>
                <a:gd name="connsiteY1" fmla="*/ 0 h 3111812"/>
                <a:gd name="connsiteX2" fmla="*/ 2649597 w 2649597"/>
                <a:gd name="connsiteY2" fmla="*/ 2930103 h 3111812"/>
                <a:gd name="connsiteX3" fmla="*/ 2467888 w 2649597"/>
                <a:gd name="connsiteY3" fmla="*/ 3111812 h 3111812"/>
                <a:gd name="connsiteX4" fmla="*/ 181709 w 2649597"/>
                <a:gd name="connsiteY4" fmla="*/ 3111812 h 3111812"/>
                <a:gd name="connsiteX5" fmla="*/ 0 w 2649597"/>
                <a:gd name="connsiteY5" fmla="*/ 2930103 h 3111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9597" h="3111812">
                  <a:moveTo>
                    <a:pt x="0" y="0"/>
                  </a:moveTo>
                  <a:lnTo>
                    <a:pt x="2649597" y="0"/>
                  </a:lnTo>
                  <a:lnTo>
                    <a:pt x="2649597" y="2930103"/>
                  </a:lnTo>
                  <a:cubicBezTo>
                    <a:pt x="2649597" y="3030458"/>
                    <a:pt x="2568243" y="3111812"/>
                    <a:pt x="2467888" y="3111812"/>
                  </a:cubicBezTo>
                  <a:lnTo>
                    <a:pt x="181709" y="3111812"/>
                  </a:lnTo>
                  <a:cubicBezTo>
                    <a:pt x="81354" y="3111812"/>
                    <a:pt x="0" y="3030458"/>
                    <a:pt x="0" y="2930103"/>
                  </a:cubicBezTo>
                  <a:close/>
                </a:path>
              </a:pathLst>
            </a:custGeom>
            <a:solidFill>
              <a:schemeClr val="bg1"/>
            </a:solidFill>
            <a:ln>
              <a:noFill/>
            </a:ln>
            <a:effectLst>
              <a:outerShdw blurRad="152400" sx="101000" sy="101000" algn="ctr" rotWithShape="0">
                <a:srgbClr val="992677">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99" name="任意多边形: 形状 198">
              <a:extLst>
                <a:ext uri="{FF2B5EF4-FFF2-40B4-BE49-F238E27FC236}">
                  <a16:creationId xmlns:a16="http://schemas.microsoft.com/office/drawing/2014/main" id="{159B9602-5E22-483C-AAC8-2DF860AA17DF}"/>
                </a:ext>
              </a:extLst>
            </p:cNvPr>
            <p:cNvSpPr/>
            <p:nvPr/>
          </p:nvSpPr>
          <p:spPr>
            <a:xfrm>
              <a:off x="1416050" y="1764825"/>
              <a:ext cx="2649597" cy="823141"/>
            </a:xfrm>
            <a:custGeom>
              <a:avLst/>
              <a:gdLst>
                <a:gd name="connsiteX0" fmla="*/ 181709 w 2649597"/>
                <a:gd name="connsiteY0" fmla="*/ 0 h 823141"/>
                <a:gd name="connsiteX1" fmla="*/ 2467888 w 2649597"/>
                <a:gd name="connsiteY1" fmla="*/ 0 h 823141"/>
                <a:gd name="connsiteX2" fmla="*/ 2649597 w 2649597"/>
                <a:gd name="connsiteY2" fmla="*/ 181709 h 823141"/>
                <a:gd name="connsiteX3" fmla="*/ 2649597 w 2649597"/>
                <a:gd name="connsiteY3" fmla="*/ 823141 h 823141"/>
                <a:gd name="connsiteX4" fmla="*/ 0 w 2649597"/>
                <a:gd name="connsiteY4" fmla="*/ 823141 h 823141"/>
                <a:gd name="connsiteX5" fmla="*/ 0 w 2649597"/>
                <a:gd name="connsiteY5" fmla="*/ 181709 h 823141"/>
                <a:gd name="connsiteX6" fmla="*/ 181709 w 2649597"/>
                <a:gd name="connsiteY6" fmla="*/ 0 h 82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9597" h="823141">
                  <a:moveTo>
                    <a:pt x="181709" y="0"/>
                  </a:moveTo>
                  <a:lnTo>
                    <a:pt x="2467888" y="0"/>
                  </a:lnTo>
                  <a:cubicBezTo>
                    <a:pt x="2568243" y="0"/>
                    <a:pt x="2649597" y="81354"/>
                    <a:pt x="2649597" y="181709"/>
                  </a:cubicBezTo>
                  <a:lnTo>
                    <a:pt x="2649597" y="823141"/>
                  </a:lnTo>
                  <a:lnTo>
                    <a:pt x="0" y="823141"/>
                  </a:lnTo>
                  <a:lnTo>
                    <a:pt x="0" y="181709"/>
                  </a:lnTo>
                  <a:cubicBezTo>
                    <a:pt x="0" y="81354"/>
                    <a:pt x="81354" y="0"/>
                    <a:pt x="181709" y="0"/>
                  </a:cubicBezTo>
                  <a:close/>
                </a:path>
              </a:pathLst>
            </a:custGeom>
            <a:solidFill>
              <a:srgbClr val="D6A8C9"/>
            </a:solidFill>
            <a:ln>
              <a:noFill/>
            </a:ln>
            <a:effectLst>
              <a:outerShdw blurRad="152400" sx="101000" sy="101000" algn="ctr" rotWithShape="0">
                <a:srgbClr val="992677">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202" name="组合 201">
            <a:extLst>
              <a:ext uri="{FF2B5EF4-FFF2-40B4-BE49-F238E27FC236}">
                <a16:creationId xmlns:a16="http://schemas.microsoft.com/office/drawing/2014/main" id="{8AF80453-EDD1-4F3D-88EE-050B0461806D}"/>
              </a:ext>
            </a:extLst>
          </p:cNvPr>
          <p:cNvGrpSpPr/>
          <p:nvPr/>
        </p:nvGrpSpPr>
        <p:grpSpPr>
          <a:xfrm>
            <a:off x="8308856" y="1864469"/>
            <a:ext cx="2467095" cy="3939123"/>
            <a:chOff x="1416049" y="1764825"/>
            <a:chExt cx="2649598" cy="3939123"/>
          </a:xfrm>
        </p:grpSpPr>
        <p:sp>
          <p:nvSpPr>
            <p:cNvPr id="203" name="任意多边形: 形状 202">
              <a:extLst>
                <a:ext uri="{FF2B5EF4-FFF2-40B4-BE49-F238E27FC236}">
                  <a16:creationId xmlns:a16="http://schemas.microsoft.com/office/drawing/2014/main" id="{61374B81-4B70-4876-9BAB-DD5E57A360E6}"/>
                </a:ext>
              </a:extLst>
            </p:cNvPr>
            <p:cNvSpPr/>
            <p:nvPr/>
          </p:nvSpPr>
          <p:spPr>
            <a:xfrm>
              <a:off x="1416049" y="2592136"/>
              <a:ext cx="2649597" cy="3111812"/>
            </a:xfrm>
            <a:custGeom>
              <a:avLst/>
              <a:gdLst>
                <a:gd name="connsiteX0" fmla="*/ 0 w 2649597"/>
                <a:gd name="connsiteY0" fmla="*/ 0 h 3111812"/>
                <a:gd name="connsiteX1" fmla="*/ 2649597 w 2649597"/>
                <a:gd name="connsiteY1" fmla="*/ 0 h 3111812"/>
                <a:gd name="connsiteX2" fmla="*/ 2649597 w 2649597"/>
                <a:gd name="connsiteY2" fmla="*/ 2930103 h 3111812"/>
                <a:gd name="connsiteX3" fmla="*/ 2467888 w 2649597"/>
                <a:gd name="connsiteY3" fmla="*/ 3111812 h 3111812"/>
                <a:gd name="connsiteX4" fmla="*/ 181709 w 2649597"/>
                <a:gd name="connsiteY4" fmla="*/ 3111812 h 3111812"/>
                <a:gd name="connsiteX5" fmla="*/ 0 w 2649597"/>
                <a:gd name="connsiteY5" fmla="*/ 2930103 h 3111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9597" h="3111812">
                  <a:moveTo>
                    <a:pt x="0" y="0"/>
                  </a:moveTo>
                  <a:lnTo>
                    <a:pt x="2649597" y="0"/>
                  </a:lnTo>
                  <a:lnTo>
                    <a:pt x="2649597" y="2930103"/>
                  </a:lnTo>
                  <a:cubicBezTo>
                    <a:pt x="2649597" y="3030458"/>
                    <a:pt x="2568243" y="3111812"/>
                    <a:pt x="2467888" y="3111812"/>
                  </a:cubicBezTo>
                  <a:lnTo>
                    <a:pt x="181709" y="3111812"/>
                  </a:lnTo>
                  <a:cubicBezTo>
                    <a:pt x="81354" y="3111812"/>
                    <a:pt x="0" y="3030458"/>
                    <a:pt x="0" y="2930103"/>
                  </a:cubicBezTo>
                  <a:close/>
                </a:path>
              </a:pathLst>
            </a:custGeom>
            <a:solidFill>
              <a:schemeClr val="bg1"/>
            </a:solidFill>
            <a:ln>
              <a:noFill/>
            </a:ln>
            <a:effectLst>
              <a:outerShdw blurRad="152400" sx="101000" sy="101000" algn="ctr" rotWithShape="0">
                <a:srgbClr val="992677">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04" name="任意多边形: 形状 203">
              <a:extLst>
                <a:ext uri="{FF2B5EF4-FFF2-40B4-BE49-F238E27FC236}">
                  <a16:creationId xmlns:a16="http://schemas.microsoft.com/office/drawing/2014/main" id="{C7DD2FBA-A3D3-4641-BEEE-64C5484218E6}"/>
                </a:ext>
              </a:extLst>
            </p:cNvPr>
            <p:cNvSpPr/>
            <p:nvPr/>
          </p:nvSpPr>
          <p:spPr>
            <a:xfrm>
              <a:off x="1416050" y="1764825"/>
              <a:ext cx="2649597" cy="823141"/>
            </a:xfrm>
            <a:custGeom>
              <a:avLst/>
              <a:gdLst>
                <a:gd name="connsiteX0" fmla="*/ 181709 w 2649597"/>
                <a:gd name="connsiteY0" fmla="*/ 0 h 823141"/>
                <a:gd name="connsiteX1" fmla="*/ 2467888 w 2649597"/>
                <a:gd name="connsiteY1" fmla="*/ 0 h 823141"/>
                <a:gd name="connsiteX2" fmla="*/ 2649597 w 2649597"/>
                <a:gd name="connsiteY2" fmla="*/ 181709 h 823141"/>
                <a:gd name="connsiteX3" fmla="*/ 2649597 w 2649597"/>
                <a:gd name="connsiteY3" fmla="*/ 823141 h 823141"/>
                <a:gd name="connsiteX4" fmla="*/ 0 w 2649597"/>
                <a:gd name="connsiteY4" fmla="*/ 823141 h 823141"/>
                <a:gd name="connsiteX5" fmla="*/ 0 w 2649597"/>
                <a:gd name="connsiteY5" fmla="*/ 181709 h 823141"/>
                <a:gd name="connsiteX6" fmla="*/ 181709 w 2649597"/>
                <a:gd name="connsiteY6" fmla="*/ 0 h 82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9597" h="823141">
                  <a:moveTo>
                    <a:pt x="181709" y="0"/>
                  </a:moveTo>
                  <a:lnTo>
                    <a:pt x="2467888" y="0"/>
                  </a:lnTo>
                  <a:cubicBezTo>
                    <a:pt x="2568243" y="0"/>
                    <a:pt x="2649597" y="81354"/>
                    <a:pt x="2649597" y="181709"/>
                  </a:cubicBezTo>
                  <a:lnTo>
                    <a:pt x="2649597" y="823141"/>
                  </a:lnTo>
                  <a:lnTo>
                    <a:pt x="0" y="823141"/>
                  </a:lnTo>
                  <a:lnTo>
                    <a:pt x="0" y="181709"/>
                  </a:lnTo>
                  <a:cubicBezTo>
                    <a:pt x="0" y="81354"/>
                    <a:pt x="81354" y="0"/>
                    <a:pt x="181709" y="0"/>
                  </a:cubicBezTo>
                  <a:close/>
                </a:path>
              </a:pathLst>
            </a:custGeom>
            <a:solidFill>
              <a:srgbClr val="AD5192"/>
            </a:solidFill>
            <a:ln>
              <a:noFill/>
            </a:ln>
            <a:effectLst>
              <a:outerShdw blurRad="152400" sx="101000" sy="101000" algn="ctr" rotWithShape="0">
                <a:srgbClr val="992677">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sp>
        <p:nvSpPr>
          <p:cNvPr id="210" name="文本框 209">
            <a:extLst>
              <a:ext uri="{FF2B5EF4-FFF2-40B4-BE49-F238E27FC236}">
                <a16:creationId xmlns:a16="http://schemas.microsoft.com/office/drawing/2014/main" id="{654C17D1-42FF-4707-AFCB-D717B3ABBD15}"/>
              </a:ext>
            </a:extLst>
          </p:cNvPr>
          <p:cNvSpPr txBox="1"/>
          <p:nvPr/>
        </p:nvSpPr>
        <p:spPr>
          <a:xfrm>
            <a:off x="5271390" y="2075984"/>
            <a:ext cx="177292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FFFFFF"/>
                </a:solidFill>
                <a:cs typeface="+mn-ea"/>
                <a:sym typeface="+mn-lt"/>
              </a:rPr>
              <a:t>此处为标题</a:t>
            </a:r>
            <a:endParaRPr kumimoji="0" lang="zh-CN" altLang="en-US" sz="2000" b="0" i="0" u="none" strike="noStrike" kern="1200" cap="none" spc="0" normalizeH="0" baseline="0" noProof="0" dirty="0">
              <a:ln>
                <a:noFill/>
              </a:ln>
              <a:solidFill>
                <a:srgbClr val="FFFFFF"/>
              </a:solidFill>
              <a:effectLst/>
              <a:uLnTx/>
              <a:uFillTx/>
              <a:cs typeface="+mn-ea"/>
              <a:sym typeface="+mn-lt"/>
            </a:endParaRPr>
          </a:p>
        </p:txBody>
      </p:sp>
      <p:sp>
        <p:nvSpPr>
          <p:cNvPr id="211" name="文本框 210">
            <a:extLst>
              <a:ext uri="{FF2B5EF4-FFF2-40B4-BE49-F238E27FC236}">
                <a16:creationId xmlns:a16="http://schemas.microsoft.com/office/drawing/2014/main" id="{E192D114-1B57-441A-B170-42CBD7A1EF3E}"/>
              </a:ext>
            </a:extLst>
          </p:cNvPr>
          <p:cNvSpPr txBox="1"/>
          <p:nvPr/>
        </p:nvSpPr>
        <p:spPr>
          <a:xfrm>
            <a:off x="8655939" y="2075984"/>
            <a:ext cx="177292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FFFFFF"/>
                </a:solidFill>
                <a:cs typeface="+mn-ea"/>
                <a:sym typeface="+mn-lt"/>
              </a:rPr>
              <a:t>此处为标题</a:t>
            </a:r>
            <a:endParaRPr kumimoji="0" lang="zh-CN" altLang="en-US" sz="2000" b="0" i="0" u="none" strike="noStrike" kern="1200" cap="none" spc="0" normalizeH="0" baseline="0" noProof="0" dirty="0">
              <a:ln>
                <a:noFill/>
              </a:ln>
              <a:solidFill>
                <a:srgbClr val="FFFFFF"/>
              </a:solidFill>
              <a:effectLst/>
              <a:uLnTx/>
              <a:uFillTx/>
              <a:cs typeface="+mn-ea"/>
              <a:sym typeface="+mn-lt"/>
            </a:endParaRPr>
          </a:p>
        </p:txBody>
      </p:sp>
      <p:grpSp>
        <p:nvGrpSpPr>
          <p:cNvPr id="212" name="组合 211">
            <a:extLst>
              <a:ext uri="{FF2B5EF4-FFF2-40B4-BE49-F238E27FC236}">
                <a16:creationId xmlns:a16="http://schemas.microsoft.com/office/drawing/2014/main" id="{98F9352B-1F92-4B9F-A250-0AE557244F42}"/>
              </a:ext>
            </a:extLst>
          </p:cNvPr>
          <p:cNvGrpSpPr/>
          <p:nvPr/>
        </p:nvGrpSpPr>
        <p:grpSpPr>
          <a:xfrm>
            <a:off x="4255322" y="3676568"/>
            <a:ext cx="234950" cy="234950"/>
            <a:chOff x="6553835" y="4312920"/>
            <a:chExt cx="193040" cy="193040"/>
          </a:xfrm>
        </p:grpSpPr>
        <p:cxnSp>
          <p:nvCxnSpPr>
            <p:cNvPr id="213" name="直接连接符 212">
              <a:extLst>
                <a:ext uri="{FF2B5EF4-FFF2-40B4-BE49-F238E27FC236}">
                  <a16:creationId xmlns:a16="http://schemas.microsoft.com/office/drawing/2014/main" id="{CB6D3F1B-BD6F-4E74-9EC1-912490E7620A}"/>
                </a:ext>
              </a:extLst>
            </p:cNvPr>
            <p:cNvCxnSpPr/>
            <p:nvPr/>
          </p:nvCxnSpPr>
          <p:spPr>
            <a:xfrm>
              <a:off x="6553835" y="4312920"/>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214" name="直接连接符 213">
              <a:extLst>
                <a:ext uri="{FF2B5EF4-FFF2-40B4-BE49-F238E27FC236}">
                  <a16:creationId xmlns:a16="http://schemas.microsoft.com/office/drawing/2014/main" id="{FDF81DFD-CEA3-4150-BE32-659FC7E86895}"/>
                </a:ext>
              </a:extLst>
            </p:cNvPr>
            <p:cNvCxnSpPr>
              <a:cxnSpLocks/>
            </p:cNvCxnSpPr>
            <p:nvPr/>
          </p:nvCxnSpPr>
          <p:spPr>
            <a:xfrm flipV="1">
              <a:off x="6553835" y="4312920"/>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grpSp>
      <p:grpSp>
        <p:nvGrpSpPr>
          <p:cNvPr id="215" name="组合 214">
            <a:extLst>
              <a:ext uri="{FF2B5EF4-FFF2-40B4-BE49-F238E27FC236}">
                <a16:creationId xmlns:a16="http://schemas.microsoft.com/office/drawing/2014/main" id="{00CCF9CA-9016-4BB5-83D8-4BA9CA464230}"/>
              </a:ext>
            </a:extLst>
          </p:cNvPr>
          <p:cNvGrpSpPr/>
          <p:nvPr/>
        </p:nvGrpSpPr>
        <p:grpSpPr>
          <a:xfrm>
            <a:off x="7701726" y="3676568"/>
            <a:ext cx="234950" cy="234950"/>
            <a:chOff x="6553835" y="4312920"/>
            <a:chExt cx="193040" cy="193040"/>
          </a:xfrm>
        </p:grpSpPr>
        <p:cxnSp>
          <p:nvCxnSpPr>
            <p:cNvPr id="216" name="直接连接符 215">
              <a:extLst>
                <a:ext uri="{FF2B5EF4-FFF2-40B4-BE49-F238E27FC236}">
                  <a16:creationId xmlns:a16="http://schemas.microsoft.com/office/drawing/2014/main" id="{33A68C82-C0A5-44FA-A069-9CBF66EAADA5}"/>
                </a:ext>
              </a:extLst>
            </p:cNvPr>
            <p:cNvCxnSpPr/>
            <p:nvPr/>
          </p:nvCxnSpPr>
          <p:spPr>
            <a:xfrm>
              <a:off x="6553835" y="4312920"/>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5C2EDB7C-E131-461F-B39E-8A4E5AD7EE39}"/>
                </a:ext>
              </a:extLst>
            </p:cNvPr>
            <p:cNvCxnSpPr>
              <a:cxnSpLocks/>
            </p:cNvCxnSpPr>
            <p:nvPr/>
          </p:nvCxnSpPr>
          <p:spPr>
            <a:xfrm flipV="1">
              <a:off x="6553835" y="4312920"/>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782CF123-740F-4DAC-9A70-8DDB869DDA40}"/>
              </a:ext>
            </a:extLst>
          </p:cNvPr>
          <p:cNvSpPr txBox="1"/>
          <p:nvPr/>
        </p:nvSpPr>
        <p:spPr>
          <a:xfrm>
            <a:off x="5232516" y="2899125"/>
            <a:ext cx="1726967" cy="2154821"/>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zh-CN" altLang="en-US" sz="1400" dirty="0">
                <a:cs typeface="+mn-ea"/>
                <a:sym typeface="+mn-lt"/>
              </a:rPr>
              <a:t>此处为内容</a:t>
            </a:r>
            <a:endParaRPr lang="en-US" altLang="zh-CN" sz="1400" dirty="0">
              <a:cs typeface="+mn-ea"/>
              <a:sym typeface="+mn-lt"/>
            </a:endParaRPr>
          </a:p>
          <a:p>
            <a:pPr marL="285750" indent="-285750">
              <a:lnSpc>
                <a:spcPct val="250000"/>
              </a:lnSpc>
              <a:buFont typeface="Arial" panose="020B0604020202020204" pitchFamily="34" charset="0"/>
              <a:buChar char="•"/>
            </a:pPr>
            <a:r>
              <a:rPr lang="zh-CN" altLang="en-US" sz="1400" dirty="0">
                <a:cs typeface="+mn-ea"/>
                <a:sym typeface="+mn-lt"/>
              </a:rPr>
              <a:t>此处为内容</a:t>
            </a:r>
          </a:p>
          <a:p>
            <a:pPr marL="285750" indent="-285750">
              <a:lnSpc>
                <a:spcPct val="250000"/>
              </a:lnSpc>
              <a:buFont typeface="Arial" panose="020B0604020202020204" pitchFamily="34" charset="0"/>
              <a:buChar char="•"/>
            </a:pPr>
            <a:r>
              <a:rPr lang="zh-CN" altLang="en-US" sz="1400" dirty="0">
                <a:cs typeface="+mn-ea"/>
                <a:sym typeface="+mn-lt"/>
              </a:rPr>
              <a:t>此处为内容</a:t>
            </a:r>
          </a:p>
          <a:p>
            <a:pPr marL="285750" indent="-285750">
              <a:lnSpc>
                <a:spcPct val="250000"/>
              </a:lnSpc>
              <a:buFont typeface="Arial" panose="020B0604020202020204" pitchFamily="34" charset="0"/>
              <a:buChar char="•"/>
            </a:pPr>
            <a:r>
              <a:rPr lang="zh-CN" altLang="en-US" sz="1400" dirty="0">
                <a:cs typeface="+mn-ea"/>
                <a:sym typeface="+mn-lt"/>
              </a:rPr>
              <a:t>此处为内容</a:t>
            </a:r>
          </a:p>
        </p:txBody>
      </p:sp>
      <p:sp>
        <p:nvSpPr>
          <p:cNvPr id="219" name="文本框 218">
            <a:extLst>
              <a:ext uri="{FF2B5EF4-FFF2-40B4-BE49-F238E27FC236}">
                <a16:creationId xmlns:a16="http://schemas.microsoft.com/office/drawing/2014/main" id="{17623559-DDA2-4AA2-BD00-33187B20439D}"/>
              </a:ext>
            </a:extLst>
          </p:cNvPr>
          <p:cNvSpPr txBox="1"/>
          <p:nvPr/>
        </p:nvSpPr>
        <p:spPr>
          <a:xfrm>
            <a:off x="8737174" y="2899125"/>
            <a:ext cx="1726967" cy="2154821"/>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zh-CN" altLang="en-US" sz="1400" dirty="0">
                <a:cs typeface="+mn-ea"/>
                <a:sym typeface="+mn-lt"/>
              </a:rPr>
              <a:t>此处为内容</a:t>
            </a:r>
            <a:endParaRPr lang="en-US" altLang="zh-CN" sz="1400" dirty="0">
              <a:cs typeface="+mn-ea"/>
              <a:sym typeface="+mn-lt"/>
            </a:endParaRPr>
          </a:p>
          <a:p>
            <a:pPr marL="285750" indent="-285750">
              <a:lnSpc>
                <a:spcPct val="250000"/>
              </a:lnSpc>
              <a:buFont typeface="Arial" panose="020B0604020202020204" pitchFamily="34" charset="0"/>
              <a:buChar char="•"/>
            </a:pPr>
            <a:r>
              <a:rPr lang="zh-CN" altLang="en-US" sz="1400" dirty="0">
                <a:cs typeface="+mn-ea"/>
                <a:sym typeface="+mn-lt"/>
              </a:rPr>
              <a:t>此处为内容</a:t>
            </a:r>
          </a:p>
          <a:p>
            <a:pPr marL="285750" indent="-285750">
              <a:lnSpc>
                <a:spcPct val="250000"/>
              </a:lnSpc>
              <a:buFont typeface="Arial" panose="020B0604020202020204" pitchFamily="34" charset="0"/>
              <a:buChar char="•"/>
            </a:pPr>
            <a:r>
              <a:rPr lang="zh-CN" altLang="en-US" sz="1400" dirty="0">
                <a:cs typeface="+mn-ea"/>
                <a:sym typeface="+mn-lt"/>
              </a:rPr>
              <a:t>此处为内容</a:t>
            </a:r>
          </a:p>
          <a:p>
            <a:pPr marL="285750" indent="-285750">
              <a:lnSpc>
                <a:spcPct val="250000"/>
              </a:lnSpc>
              <a:buFont typeface="Arial" panose="020B0604020202020204" pitchFamily="34" charset="0"/>
              <a:buChar char="•"/>
            </a:pPr>
            <a:r>
              <a:rPr lang="zh-CN" altLang="en-US" sz="1400" dirty="0">
                <a:cs typeface="+mn-ea"/>
                <a:sym typeface="+mn-lt"/>
              </a:rPr>
              <a:t>此处为内容</a:t>
            </a:r>
          </a:p>
        </p:txBody>
      </p:sp>
      <p:sp>
        <p:nvSpPr>
          <p:cNvPr id="220" name="文本框 219">
            <a:extLst>
              <a:ext uri="{FF2B5EF4-FFF2-40B4-BE49-F238E27FC236}">
                <a16:creationId xmlns:a16="http://schemas.microsoft.com/office/drawing/2014/main" id="{57A6796B-944B-4EF1-BFA8-93B67D5F6008}"/>
              </a:ext>
            </a:extLst>
          </p:cNvPr>
          <p:cNvSpPr txBox="1"/>
          <p:nvPr/>
        </p:nvSpPr>
        <p:spPr>
          <a:xfrm>
            <a:off x="1899822" y="2899125"/>
            <a:ext cx="1726967" cy="2154821"/>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zh-CN" altLang="en-US" sz="1400" dirty="0">
                <a:cs typeface="+mn-ea"/>
                <a:sym typeface="+mn-lt"/>
              </a:rPr>
              <a:t>此处为内容</a:t>
            </a:r>
            <a:endParaRPr lang="en-US" altLang="zh-CN" sz="1400" dirty="0">
              <a:cs typeface="+mn-ea"/>
              <a:sym typeface="+mn-lt"/>
            </a:endParaRPr>
          </a:p>
          <a:p>
            <a:pPr marL="285750" indent="-285750">
              <a:lnSpc>
                <a:spcPct val="250000"/>
              </a:lnSpc>
              <a:buFont typeface="Arial" panose="020B0604020202020204" pitchFamily="34" charset="0"/>
              <a:buChar char="•"/>
            </a:pPr>
            <a:r>
              <a:rPr lang="zh-CN" altLang="en-US" sz="1400" dirty="0">
                <a:cs typeface="+mn-ea"/>
                <a:sym typeface="+mn-lt"/>
              </a:rPr>
              <a:t>此处为内容</a:t>
            </a:r>
          </a:p>
          <a:p>
            <a:pPr marL="285750" indent="-285750">
              <a:lnSpc>
                <a:spcPct val="250000"/>
              </a:lnSpc>
              <a:buFont typeface="Arial" panose="020B0604020202020204" pitchFamily="34" charset="0"/>
              <a:buChar char="•"/>
            </a:pPr>
            <a:r>
              <a:rPr lang="zh-CN" altLang="en-US" sz="1400" dirty="0">
                <a:cs typeface="+mn-ea"/>
                <a:sym typeface="+mn-lt"/>
              </a:rPr>
              <a:t>此处为内容</a:t>
            </a:r>
          </a:p>
          <a:p>
            <a:pPr marL="285750" indent="-285750">
              <a:lnSpc>
                <a:spcPct val="250000"/>
              </a:lnSpc>
              <a:buFont typeface="Arial" panose="020B0604020202020204" pitchFamily="34" charset="0"/>
              <a:buChar char="•"/>
            </a:pPr>
            <a:r>
              <a:rPr lang="zh-CN" altLang="en-US" sz="1400" dirty="0">
                <a:cs typeface="+mn-ea"/>
                <a:sym typeface="+mn-lt"/>
              </a:rPr>
              <a:t>此处为内容</a:t>
            </a:r>
          </a:p>
        </p:txBody>
      </p:sp>
      <p:sp>
        <p:nvSpPr>
          <p:cNvPr id="151" name="标题 150">
            <a:extLst>
              <a:ext uri="{FF2B5EF4-FFF2-40B4-BE49-F238E27FC236}">
                <a16:creationId xmlns:a16="http://schemas.microsoft.com/office/drawing/2014/main" id="{21534AE2-8353-406D-85DC-390CCB30F309}"/>
              </a:ext>
            </a:extLst>
          </p:cNvPr>
          <p:cNvSpPr>
            <a:spLocks noGrp="1"/>
          </p:cNvSpPr>
          <p:nvPr>
            <p:ph type="title"/>
          </p:nvPr>
        </p:nvSpPr>
        <p:spPr/>
        <p:txBody>
          <a:bodyPr>
            <a:normAutofit fontScale="90000"/>
          </a:bodyPr>
          <a:lstStyle/>
          <a:p>
            <a:endParaRPr lang="zh-CN" altLang="en-US">
              <a:latin typeface="+mn-lt"/>
              <a:ea typeface="+mn-ea"/>
              <a:cs typeface="+mn-ea"/>
              <a:sym typeface="+mn-lt"/>
            </a:endParaRPr>
          </a:p>
        </p:txBody>
      </p:sp>
    </p:spTree>
    <p:extLst>
      <p:ext uri="{BB962C8B-B14F-4D97-AF65-F5344CB8AC3E}">
        <p14:creationId xmlns:p14="http://schemas.microsoft.com/office/powerpoint/2010/main" val="3262684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1" name="组合 150">
            <a:extLst>
              <a:ext uri="{FF2B5EF4-FFF2-40B4-BE49-F238E27FC236}">
                <a16:creationId xmlns:a16="http://schemas.microsoft.com/office/drawing/2014/main" id="{44882D81-264E-4399-A99F-B6BE932E0F5C}"/>
              </a:ext>
            </a:extLst>
          </p:cNvPr>
          <p:cNvGrpSpPr/>
          <p:nvPr/>
        </p:nvGrpSpPr>
        <p:grpSpPr>
          <a:xfrm>
            <a:off x="4809564" y="1251264"/>
            <a:ext cx="7288554" cy="4859037"/>
            <a:chOff x="4752654" y="1196306"/>
            <a:chExt cx="7288554" cy="4859037"/>
          </a:xfrm>
        </p:grpSpPr>
        <p:graphicFrame>
          <p:nvGraphicFramePr>
            <p:cNvPr id="172" name="图表 171">
              <a:extLst>
                <a:ext uri="{FF2B5EF4-FFF2-40B4-BE49-F238E27FC236}">
                  <a16:creationId xmlns:a16="http://schemas.microsoft.com/office/drawing/2014/main" id="{9521B91B-5085-488F-8A49-B06AC706E8C3}"/>
                </a:ext>
              </a:extLst>
            </p:cNvPr>
            <p:cNvGraphicFramePr/>
            <p:nvPr>
              <p:extLst>
                <p:ext uri="{D42A27DB-BD31-4B8C-83A1-F6EECF244321}">
                  <p14:modId xmlns:p14="http://schemas.microsoft.com/office/powerpoint/2010/main" val="1997960911"/>
                </p:ext>
              </p:extLst>
            </p:nvPr>
          </p:nvGraphicFramePr>
          <p:xfrm>
            <a:off x="4752654" y="1196306"/>
            <a:ext cx="7288554" cy="4859037"/>
          </p:xfrm>
          <a:graphic>
            <a:graphicData uri="http://schemas.openxmlformats.org/drawingml/2006/chart">
              <c:chart xmlns:c="http://schemas.openxmlformats.org/drawingml/2006/chart" xmlns:r="http://schemas.openxmlformats.org/officeDocument/2006/relationships" r:id="rId2"/>
            </a:graphicData>
          </a:graphic>
        </p:graphicFrame>
        <p:grpSp>
          <p:nvGrpSpPr>
            <p:cNvPr id="173" name="组合 172">
              <a:extLst>
                <a:ext uri="{FF2B5EF4-FFF2-40B4-BE49-F238E27FC236}">
                  <a16:creationId xmlns:a16="http://schemas.microsoft.com/office/drawing/2014/main" id="{2AB87E48-643D-45F0-B645-84930A205BBF}"/>
                </a:ext>
              </a:extLst>
            </p:cNvPr>
            <p:cNvGrpSpPr/>
            <p:nvPr/>
          </p:nvGrpSpPr>
          <p:grpSpPr>
            <a:xfrm>
              <a:off x="8496199" y="2684036"/>
              <a:ext cx="857735" cy="2501731"/>
              <a:chOff x="7558069" y="501417"/>
              <a:chExt cx="1098560" cy="3204138"/>
            </a:xfrm>
          </p:grpSpPr>
          <p:sp>
            <p:nvSpPr>
              <p:cNvPr id="174" name="椭圆 173">
                <a:extLst>
                  <a:ext uri="{FF2B5EF4-FFF2-40B4-BE49-F238E27FC236}">
                    <a16:creationId xmlns:a16="http://schemas.microsoft.com/office/drawing/2014/main" id="{EF6D623E-20A5-410D-91E0-45509A0D8C6A}"/>
                  </a:ext>
                </a:extLst>
              </p:cNvPr>
              <p:cNvSpPr/>
              <p:nvPr/>
            </p:nvSpPr>
            <p:spPr>
              <a:xfrm>
                <a:off x="7558069" y="501417"/>
                <a:ext cx="1008764" cy="1008762"/>
              </a:xfrm>
              <a:prstGeom prst="ellipse">
                <a:avLst/>
              </a:prstGeom>
              <a:solidFill>
                <a:srgbClr val="AD519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cs typeface="+mn-ea"/>
                  <a:sym typeface="+mn-lt"/>
                </a:endParaRPr>
              </a:p>
            </p:txBody>
          </p:sp>
          <p:cxnSp>
            <p:nvCxnSpPr>
              <p:cNvPr id="175" name="直接连接符 174">
                <a:extLst>
                  <a:ext uri="{FF2B5EF4-FFF2-40B4-BE49-F238E27FC236}">
                    <a16:creationId xmlns:a16="http://schemas.microsoft.com/office/drawing/2014/main" id="{4BACE61C-19E7-4C3F-90B1-DC1C68E6364E}"/>
                  </a:ext>
                </a:extLst>
              </p:cNvPr>
              <p:cNvCxnSpPr>
                <a:cxnSpLocks/>
              </p:cNvCxnSpPr>
              <p:nvPr/>
            </p:nvCxnSpPr>
            <p:spPr>
              <a:xfrm>
                <a:off x="8062451" y="1510179"/>
                <a:ext cx="0" cy="2041038"/>
              </a:xfrm>
              <a:prstGeom prst="line">
                <a:avLst/>
              </a:prstGeom>
              <a:ln w="25400">
                <a:solidFill>
                  <a:srgbClr val="AD5192"/>
                </a:solidFill>
              </a:ln>
            </p:spPr>
            <p:style>
              <a:lnRef idx="1">
                <a:schemeClr val="accent1"/>
              </a:lnRef>
              <a:fillRef idx="0">
                <a:schemeClr val="accent1"/>
              </a:fillRef>
              <a:effectRef idx="0">
                <a:schemeClr val="accent1"/>
              </a:effectRef>
              <a:fontRef idx="minor">
                <a:schemeClr val="tx1"/>
              </a:fontRef>
            </p:style>
          </p:cxnSp>
          <p:sp>
            <p:nvSpPr>
              <p:cNvPr id="176" name="椭圆 175">
                <a:extLst>
                  <a:ext uri="{FF2B5EF4-FFF2-40B4-BE49-F238E27FC236}">
                    <a16:creationId xmlns:a16="http://schemas.microsoft.com/office/drawing/2014/main" id="{F5332AF8-D34A-4A05-88F2-4F9F3C20C159}"/>
                  </a:ext>
                </a:extLst>
              </p:cNvPr>
              <p:cNvSpPr/>
              <p:nvPr/>
            </p:nvSpPr>
            <p:spPr>
              <a:xfrm>
                <a:off x="7983934" y="3545406"/>
                <a:ext cx="160149" cy="160149"/>
              </a:xfrm>
              <a:prstGeom prst="ellipse">
                <a:avLst/>
              </a:prstGeom>
              <a:noFill/>
              <a:ln w="19050">
                <a:solidFill>
                  <a:srgbClr val="AD5192"/>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zh-CN" sz="1400">
                  <a:cs typeface="+mn-ea"/>
                  <a:sym typeface="+mn-lt"/>
                </a:endParaRPr>
              </a:p>
            </p:txBody>
          </p:sp>
          <p:sp>
            <p:nvSpPr>
              <p:cNvPr id="177" name="文本框 176">
                <a:extLst>
                  <a:ext uri="{FF2B5EF4-FFF2-40B4-BE49-F238E27FC236}">
                    <a16:creationId xmlns:a16="http://schemas.microsoft.com/office/drawing/2014/main" id="{AE4B88BD-C7A1-4F5A-A95F-2ECC003B077C}"/>
                  </a:ext>
                </a:extLst>
              </p:cNvPr>
              <p:cNvSpPr txBox="1"/>
              <p:nvPr/>
            </p:nvSpPr>
            <p:spPr>
              <a:xfrm>
                <a:off x="7575271" y="784106"/>
                <a:ext cx="1081358" cy="394191"/>
              </a:xfrm>
              <a:prstGeom prst="rect">
                <a:avLst/>
              </a:prstGeom>
              <a:noFill/>
            </p:spPr>
            <p:txBody>
              <a:bodyPr wrap="square" rtlCol="0">
                <a:spAutoFit/>
              </a:bodyPr>
              <a:lstStyle/>
              <a:p>
                <a:r>
                  <a:rPr lang="en-US" altLang="zh-CN" sz="1400" dirty="0">
                    <a:solidFill>
                      <a:schemeClr val="bg1"/>
                    </a:solidFill>
                    <a:cs typeface="+mn-ea"/>
                    <a:sym typeface="+mn-lt"/>
                  </a:rPr>
                  <a:t>18.33%</a:t>
                </a:r>
                <a:endParaRPr lang="zh-CN" altLang="en-US" sz="1400" dirty="0">
                  <a:solidFill>
                    <a:schemeClr val="bg1"/>
                  </a:solidFill>
                  <a:cs typeface="+mn-ea"/>
                  <a:sym typeface="+mn-lt"/>
                </a:endParaRPr>
              </a:p>
            </p:txBody>
          </p:sp>
        </p:grpSp>
        <p:grpSp>
          <p:nvGrpSpPr>
            <p:cNvPr id="178" name="组合 177">
              <a:extLst>
                <a:ext uri="{FF2B5EF4-FFF2-40B4-BE49-F238E27FC236}">
                  <a16:creationId xmlns:a16="http://schemas.microsoft.com/office/drawing/2014/main" id="{AA903C2E-4695-4101-9D00-BEFA581284E8}"/>
                </a:ext>
              </a:extLst>
            </p:cNvPr>
            <p:cNvGrpSpPr/>
            <p:nvPr/>
          </p:nvGrpSpPr>
          <p:grpSpPr>
            <a:xfrm>
              <a:off x="7296759" y="3604671"/>
              <a:ext cx="787624" cy="1749048"/>
              <a:chOff x="7558069" y="1443119"/>
              <a:chExt cx="1008764" cy="2240126"/>
            </a:xfrm>
          </p:grpSpPr>
          <p:cxnSp>
            <p:nvCxnSpPr>
              <p:cNvPr id="179" name="直接连接符 178">
                <a:extLst>
                  <a:ext uri="{FF2B5EF4-FFF2-40B4-BE49-F238E27FC236}">
                    <a16:creationId xmlns:a16="http://schemas.microsoft.com/office/drawing/2014/main" id="{CD97E0A6-F1EC-4B3C-B665-B01352366515}"/>
                  </a:ext>
                </a:extLst>
              </p:cNvPr>
              <p:cNvCxnSpPr>
                <a:cxnSpLocks/>
              </p:cNvCxnSpPr>
              <p:nvPr/>
            </p:nvCxnSpPr>
            <p:spPr>
              <a:xfrm>
                <a:off x="8062451" y="2424180"/>
                <a:ext cx="0" cy="1127037"/>
              </a:xfrm>
              <a:prstGeom prst="line">
                <a:avLst/>
              </a:prstGeom>
              <a:solidFill>
                <a:srgbClr val="404040"/>
              </a:solidFill>
              <a:ln w="25400">
                <a:solidFill>
                  <a:srgbClr val="D6A8C9"/>
                </a:solidFill>
              </a:ln>
            </p:spPr>
            <p:style>
              <a:lnRef idx="1">
                <a:schemeClr val="accent1"/>
              </a:lnRef>
              <a:fillRef idx="0">
                <a:schemeClr val="accent1"/>
              </a:fillRef>
              <a:effectRef idx="0">
                <a:schemeClr val="accent1"/>
              </a:effectRef>
              <a:fontRef idx="minor">
                <a:schemeClr val="tx1"/>
              </a:fontRef>
            </p:style>
          </p:cxnSp>
          <p:sp>
            <p:nvSpPr>
              <p:cNvPr id="180" name="椭圆 179">
                <a:extLst>
                  <a:ext uri="{FF2B5EF4-FFF2-40B4-BE49-F238E27FC236}">
                    <a16:creationId xmlns:a16="http://schemas.microsoft.com/office/drawing/2014/main" id="{73D845EB-E800-4394-BD05-391CF0D4729C}"/>
                  </a:ext>
                </a:extLst>
              </p:cNvPr>
              <p:cNvSpPr/>
              <p:nvPr/>
            </p:nvSpPr>
            <p:spPr>
              <a:xfrm>
                <a:off x="7972779" y="3523097"/>
                <a:ext cx="160148" cy="160148"/>
              </a:xfrm>
              <a:prstGeom prst="ellipse">
                <a:avLst/>
              </a:prstGeom>
              <a:noFill/>
              <a:ln w="19050">
                <a:solidFill>
                  <a:srgbClr val="D6A8C9"/>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zh-CN" sz="1400">
                  <a:cs typeface="+mn-ea"/>
                  <a:sym typeface="+mn-lt"/>
                </a:endParaRPr>
              </a:p>
            </p:txBody>
          </p:sp>
          <p:sp>
            <p:nvSpPr>
              <p:cNvPr id="181" name="椭圆 180">
                <a:extLst>
                  <a:ext uri="{FF2B5EF4-FFF2-40B4-BE49-F238E27FC236}">
                    <a16:creationId xmlns:a16="http://schemas.microsoft.com/office/drawing/2014/main" id="{2546C5B8-21EE-416B-BF7B-48D7A67E2F62}"/>
                  </a:ext>
                </a:extLst>
              </p:cNvPr>
              <p:cNvSpPr/>
              <p:nvPr/>
            </p:nvSpPr>
            <p:spPr>
              <a:xfrm>
                <a:off x="7558069" y="1443119"/>
                <a:ext cx="1008764" cy="1008761"/>
              </a:xfrm>
              <a:prstGeom prst="ellipse">
                <a:avLst/>
              </a:prstGeom>
              <a:solidFill>
                <a:srgbClr val="D6A8C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cs typeface="+mn-ea"/>
                  <a:sym typeface="+mn-lt"/>
                </a:endParaRPr>
              </a:p>
            </p:txBody>
          </p:sp>
          <p:sp>
            <p:nvSpPr>
              <p:cNvPr id="182" name="文本框 181">
                <a:extLst>
                  <a:ext uri="{FF2B5EF4-FFF2-40B4-BE49-F238E27FC236}">
                    <a16:creationId xmlns:a16="http://schemas.microsoft.com/office/drawing/2014/main" id="{FE26FE7F-3185-4938-8F82-D3D88B23C762}"/>
                  </a:ext>
                </a:extLst>
              </p:cNvPr>
              <p:cNvSpPr txBox="1"/>
              <p:nvPr/>
            </p:nvSpPr>
            <p:spPr>
              <a:xfrm>
                <a:off x="7699194" y="1725808"/>
                <a:ext cx="726515" cy="394191"/>
              </a:xfrm>
              <a:prstGeom prst="rect">
                <a:avLst/>
              </a:prstGeom>
              <a:noFill/>
            </p:spPr>
            <p:txBody>
              <a:bodyPr wrap="square" rtlCol="0">
                <a:spAutoFit/>
              </a:bodyPr>
              <a:lstStyle/>
              <a:p>
                <a:r>
                  <a:rPr lang="en-US" altLang="zh-CN" sz="1400" dirty="0">
                    <a:solidFill>
                      <a:schemeClr val="bg1"/>
                    </a:solidFill>
                    <a:cs typeface="+mn-ea"/>
                    <a:sym typeface="+mn-lt"/>
                  </a:rPr>
                  <a:t>30%</a:t>
                </a:r>
                <a:endParaRPr lang="zh-CN" altLang="en-US" sz="1400" dirty="0">
                  <a:solidFill>
                    <a:schemeClr val="bg1"/>
                  </a:solidFill>
                  <a:cs typeface="+mn-ea"/>
                  <a:sym typeface="+mn-lt"/>
                </a:endParaRPr>
              </a:p>
            </p:txBody>
          </p:sp>
        </p:grpSp>
        <p:grpSp>
          <p:nvGrpSpPr>
            <p:cNvPr id="183" name="组合 182">
              <a:extLst>
                <a:ext uri="{FF2B5EF4-FFF2-40B4-BE49-F238E27FC236}">
                  <a16:creationId xmlns:a16="http://schemas.microsoft.com/office/drawing/2014/main" id="{53FFBDC2-002B-4676-B588-A4B7638C84A3}"/>
                </a:ext>
              </a:extLst>
            </p:cNvPr>
            <p:cNvGrpSpPr/>
            <p:nvPr/>
          </p:nvGrpSpPr>
          <p:grpSpPr>
            <a:xfrm>
              <a:off x="5867307" y="1920237"/>
              <a:ext cx="1057811" cy="1328271"/>
              <a:chOff x="7558069" y="1982037"/>
              <a:chExt cx="1354811" cy="1701208"/>
            </a:xfrm>
          </p:grpSpPr>
          <p:sp>
            <p:nvSpPr>
              <p:cNvPr id="184" name="椭圆 183">
                <a:extLst>
                  <a:ext uri="{FF2B5EF4-FFF2-40B4-BE49-F238E27FC236}">
                    <a16:creationId xmlns:a16="http://schemas.microsoft.com/office/drawing/2014/main" id="{105359DB-1036-4DD4-9031-B146F893AF4C}"/>
                  </a:ext>
                </a:extLst>
              </p:cNvPr>
              <p:cNvSpPr/>
              <p:nvPr/>
            </p:nvSpPr>
            <p:spPr>
              <a:xfrm>
                <a:off x="7558070" y="1982037"/>
                <a:ext cx="1008764" cy="1008762"/>
              </a:xfrm>
              <a:prstGeom prst="ellipse">
                <a:avLst/>
              </a:prstGeom>
              <a:solidFill>
                <a:srgbClr val="C27DAD"/>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cs typeface="+mn-ea"/>
                  <a:sym typeface="+mn-lt"/>
                </a:endParaRPr>
              </a:p>
            </p:txBody>
          </p:sp>
          <p:cxnSp>
            <p:nvCxnSpPr>
              <p:cNvPr id="185" name="直接连接符 184">
                <a:extLst>
                  <a:ext uri="{FF2B5EF4-FFF2-40B4-BE49-F238E27FC236}">
                    <a16:creationId xmlns:a16="http://schemas.microsoft.com/office/drawing/2014/main" id="{2693F19F-FB9E-489B-9E7F-0B01C17FB717}"/>
                  </a:ext>
                </a:extLst>
              </p:cNvPr>
              <p:cNvCxnSpPr>
                <a:cxnSpLocks/>
              </p:cNvCxnSpPr>
              <p:nvPr/>
            </p:nvCxnSpPr>
            <p:spPr>
              <a:xfrm>
                <a:off x="8062451" y="2971233"/>
                <a:ext cx="0" cy="579984"/>
              </a:xfrm>
              <a:prstGeom prst="line">
                <a:avLst/>
              </a:prstGeom>
              <a:solidFill>
                <a:srgbClr val="404040"/>
              </a:solidFill>
              <a:ln w="25400">
                <a:solidFill>
                  <a:srgbClr val="C27DAD"/>
                </a:solidFill>
              </a:ln>
            </p:spPr>
            <p:style>
              <a:lnRef idx="1">
                <a:schemeClr val="accent1"/>
              </a:lnRef>
              <a:fillRef idx="0">
                <a:schemeClr val="accent1"/>
              </a:fillRef>
              <a:effectRef idx="0">
                <a:schemeClr val="accent1"/>
              </a:effectRef>
              <a:fontRef idx="minor">
                <a:schemeClr val="tx1"/>
              </a:fontRef>
            </p:style>
          </p:cxnSp>
          <p:sp>
            <p:nvSpPr>
              <p:cNvPr id="186" name="椭圆 185">
                <a:extLst>
                  <a:ext uri="{FF2B5EF4-FFF2-40B4-BE49-F238E27FC236}">
                    <a16:creationId xmlns:a16="http://schemas.microsoft.com/office/drawing/2014/main" id="{82BEE615-B46B-4A0A-8BC6-82A0ED6CE736}"/>
                  </a:ext>
                </a:extLst>
              </p:cNvPr>
              <p:cNvSpPr/>
              <p:nvPr/>
            </p:nvSpPr>
            <p:spPr>
              <a:xfrm>
                <a:off x="7972779" y="3523097"/>
                <a:ext cx="160148" cy="160148"/>
              </a:xfrm>
              <a:prstGeom prst="ellipse">
                <a:avLst/>
              </a:prstGeom>
              <a:noFill/>
              <a:ln w="19050">
                <a:solidFill>
                  <a:srgbClr val="C27DAD"/>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zh-CN" sz="1400">
                  <a:cs typeface="+mn-ea"/>
                  <a:sym typeface="+mn-lt"/>
                </a:endParaRPr>
              </a:p>
            </p:txBody>
          </p:sp>
          <p:sp>
            <p:nvSpPr>
              <p:cNvPr id="187" name="文本框 186">
                <a:extLst>
                  <a:ext uri="{FF2B5EF4-FFF2-40B4-BE49-F238E27FC236}">
                    <a16:creationId xmlns:a16="http://schemas.microsoft.com/office/drawing/2014/main" id="{A60E87EB-9544-4A92-A031-B96A56FFEDAE}"/>
                  </a:ext>
                </a:extLst>
              </p:cNvPr>
              <p:cNvSpPr txBox="1"/>
              <p:nvPr/>
            </p:nvSpPr>
            <p:spPr>
              <a:xfrm>
                <a:off x="7558069" y="2263074"/>
                <a:ext cx="1354811" cy="394191"/>
              </a:xfrm>
              <a:prstGeom prst="rect">
                <a:avLst/>
              </a:prstGeom>
              <a:noFill/>
            </p:spPr>
            <p:txBody>
              <a:bodyPr wrap="square" rtlCol="0">
                <a:spAutoFit/>
              </a:bodyPr>
              <a:lstStyle/>
              <a:p>
                <a:r>
                  <a:rPr lang="en-US" altLang="zh-CN" sz="1400" dirty="0">
                    <a:solidFill>
                      <a:schemeClr val="bg1"/>
                    </a:solidFill>
                    <a:cs typeface="+mn-ea"/>
                    <a:sym typeface="+mn-lt"/>
                  </a:rPr>
                  <a:t>51.67%</a:t>
                </a:r>
                <a:endParaRPr lang="zh-CN" altLang="en-US" sz="1400" dirty="0">
                  <a:solidFill>
                    <a:schemeClr val="bg1"/>
                  </a:solidFill>
                  <a:cs typeface="+mn-ea"/>
                  <a:sym typeface="+mn-lt"/>
                </a:endParaRPr>
              </a:p>
            </p:txBody>
          </p:sp>
        </p:grpSp>
      </p:grpSp>
      <p:grpSp>
        <p:nvGrpSpPr>
          <p:cNvPr id="158" name="组合 157">
            <a:extLst>
              <a:ext uri="{FF2B5EF4-FFF2-40B4-BE49-F238E27FC236}">
                <a16:creationId xmlns:a16="http://schemas.microsoft.com/office/drawing/2014/main" id="{77306311-1A36-44C6-A24A-76FA4003BB08}"/>
              </a:ext>
            </a:extLst>
          </p:cNvPr>
          <p:cNvGrpSpPr/>
          <p:nvPr/>
        </p:nvGrpSpPr>
        <p:grpSpPr>
          <a:xfrm>
            <a:off x="9252943" y="1323515"/>
            <a:ext cx="3454975" cy="1418901"/>
            <a:chOff x="9063701" y="1290297"/>
            <a:chExt cx="3454975" cy="1418901"/>
          </a:xfrm>
        </p:grpSpPr>
        <p:cxnSp>
          <p:nvCxnSpPr>
            <p:cNvPr id="188" name="直接连接符 187">
              <a:extLst>
                <a:ext uri="{FF2B5EF4-FFF2-40B4-BE49-F238E27FC236}">
                  <a16:creationId xmlns:a16="http://schemas.microsoft.com/office/drawing/2014/main" id="{5931EAC6-6035-4BC9-A3E1-DA5E31CA1ADA}"/>
                </a:ext>
              </a:extLst>
            </p:cNvPr>
            <p:cNvCxnSpPr>
              <a:cxnSpLocks/>
            </p:cNvCxnSpPr>
            <p:nvPr/>
          </p:nvCxnSpPr>
          <p:spPr>
            <a:xfrm>
              <a:off x="9167648" y="1717488"/>
              <a:ext cx="1777196" cy="0"/>
            </a:xfrm>
            <a:prstGeom prst="line">
              <a:avLst/>
            </a:prstGeom>
            <a:ln w="1905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92" name="直接连接符 191">
              <a:extLst>
                <a:ext uri="{FF2B5EF4-FFF2-40B4-BE49-F238E27FC236}">
                  <a16:creationId xmlns:a16="http://schemas.microsoft.com/office/drawing/2014/main" id="{42CBC5E6-75E1-4891-A0F2-AA8E5B609508}"/>
                </a:ext>
              </a:extLst>
            </p:cNvPr>
            <p:cNvCxnSpPr>
              <a:cxnSpLocks/>
            </p:cNvCxnSpPr>
            <p:nvPr/>
          </p:nvCxnSpPr>
          <p:spPr>
            <a:xfrm>
              <a:off x="9167648" y="2286932"/>
              <a:ext cx="1779423" cy="0"/>
            </a:xfrm>
            <a:prstGeom prst="line">
              <a:avLst/>
            </a:prstGeom>
            <a:ln w="19050">
              <a:solidFill>
                <a:srgbClr val="992677"/>
              </a:solidFill>
            </a:ln>
          </p:spPr>
          <p:style>
            <a:lnRef idx="1">
              <a:schemeClr val="accent1"/>
            </a:lnRef>
            <a:fillRef idx="0">
              <a:schemeClr val="accent1"/>
            </a:fillRef>
            <a:effectRef idx="0">
              <a:schemeClr val="accent1"/>
            </a:effectRef>
            <a:fontRef idx="minor">
              <a:schemeClr val="tx1"/>
            </a:fontRef>
          </p:style>
        </p:cxnSp>
        <p:sp>
          <p:nvSpPr>
            <p:cNvPr id="194" name="文本框 193">
              <a:extLst>
                <a:ext uri="{FF2B5EF4-FFF2-40B4-BE49-F238E27FC236}">
                  <a16:creationId xmlns:a16="http://schemas.microsoft.com/office/drawing/2014/main" id="{2680C985-37D0-4AD7-BCBC-40DA88E7FE0D}"/>
                </a:ext>
              </a:extLst>
            </p:cNvPr>
            <p:cNvSpPr txBox="1"/>
            <p:nvPr/>
          </p:nvSpPr>
          <p:spPr>
            <a:xfrm>
              <a:off x="9104080" y="1290297"/>
              <a:ext cx="3414596" cy="400110"/>
            </a:xfrm>
            <a:prstGeom prst="rect">
              <a:avLst/>
            </a:prstGeom>
            <a:noFill/>
          </p:spPr>
          <p:txBody>
            <a:bodyPr wrap="square" rtlCol="0">
              <a:spAutoFit/>
            </a:bodyPr>
            <a:lstStyle/>
            <a:p>
              <a:r>
                <a:rPr lang="en-US" altLang="zh-CN" sz="2000" b="1" dirty="0">
                  <a:solidFill>
                    <a:srgbClr val="C27DAD"/>
                  </a:solidFill>
                  <a:cs typeface="+mn-ea"/>
                  <a:sym typeface="+mn-lt"/>
                </a:rPr>
                <a:t>51.67% </a:t>
              </a:r>
              <a:r>
                <a:rPr lang="zh-CN" altLang="en-US" sz="1400" dirty="0">
                  <a:solidFill>
                    <a:srgbClr val="992677"/>
                  </a:solidFill>
                  <a:cs typeface="+mn-ea"/>
                  <a:sym typeface="+mn-lt"/>
                </a:rPr>
                <a:t>内容</a:t>
              </a:r>
              <a:r>
                <a:rPr lang="en-US" altLang="zh-CN" sz="1400" dirty="0">
                  <a:solidFill>
                    <a:srgbClr val="992677"/>
                  </a:solidFill>
                  <a:cs typeface="+mn-ea"/>
                  <a:sym typeface="+mn-lt"/>
                </a:rPr>
                <a:t>1</a:t>
              </a:r>
              <a:endParaRPr lang="zh-CN" altLang="en-US" sz="1400" dirty="0">
                <a:solidFill>
                  <a:srgbClr val="992677"/>
                </a:solidFill>
                <a:cs typeface="+mn-ea"/>
                <a:sym typeface="+mn-lt"/>
              </a:endParaRPr>
            </a:p>
          </p:txBody>
        </p:sp>
        <p:sp>
          <p:nvSpPr>
            <p:cNvPr id="195" name="文本框 194">
              <a:extLst>
                <a:ext uri="{FF2B5EF4-FFF2-40B4-BE49-F238E27FC236}">
                  <a16:creationId xmlns:a16="http://schemas.microsoft.com/office/drawing/2014/main" id="{85947827-C77D-4C8E-B365-9D0FE57AB1AF}"/>
                </a:ext>
              </a:extLst>
            </p:cNvPr>
            <p:cNvSpPr txBox="1"/>
            <p:nvPr/>
          </p:nvSpPr>
          <p:spPr>
            <a:xfrm>
              <a:off x="9082597" y="1799693"/>
              <a:ext cx="2708455" cy="400110"/>
            </a:xfrm>
            <a:prstGeom prst="rect">
              <a:avLst/>
            </a:prstGeom>
            <a:noFill/>
          </p:spPr>
          <p:txBody>
            <a:bodyPr wrap="square" rtlCol="0">
              <a:spAutoFit/>
            </a:bodyPr>
            <a:lstStyle/>
            <a:p>
              <a:r>
                <a:rPr lang="en-US" altLang="zh-CN" sz="2000" b="1" dirty="0">
                  <a:solidFill>
                    <a:srgbClr val="D6A8C9"/>
                  </a:solidFill>
                  <a:cs typeface="+mn-ea"/>
                  <a:sym typeface="+mn-lt"/>
                </a:rPr>
                <a:t>30.00% </a:t>
              </a:r>
              <a:r>
                <a:rPr lang="zh-CN" altLang="en-US" sz="1400" dirty="0">
                  <a:solidFill>
                    <a:srgbClr val="992677"/>
                  </a:solidFill>
                  <a:cs typeface="+mn-ea"/>
                  <a:sym typeface="+mn-lt"/>
                </a:rPr>
                <a:t>内容</a:t>
              </a:r>
              <a:r>
                <a:rPr lang="en-US" altLang="zh-CN" sz="1400" dirty="0">
                  <a:solidFill>
                    <a:srgbClr val="992677"/>
                  </a:solidFill>
                  <a:cs typeface="+mn-ea"/>
                  <a:sym typeface="+mn-lt"/>
                </a:rPr>
                <a:t>2</a:t>
              </a:r>
              <a:endParaRPr lang="zh-CN" altLang="en-US" sz="1400" dirty="0">
                <a:solidFill>
                  <a:srgbClr val="992677"/>
                </a:solidFill>
                <a:cs typeface="+mn-ea"/>
                <a:sym typeface="+mn-lt"/>
              </a:endParaRPr>
            </a:p>
          </p:txBody>
        </p:sp>
        <p:sp>
          <p:nvSpPr>
            <p:cNvPr id="196" name="文本框 195">
              <a:extLst>
                <a:ext uri="{FF2B5EF4-FFF2-40B4-BE49-F238E27FC236}">
                  <a16:creationId xmlns:a16="http://schemas.microsoft.com/office/drawing/2014/main" id="{9E3C5E2B-4E5F-4096-A9D7-DA5128AE13DA}"/>
                </a:ext>
              </a:extLst>
            </p:cNvPr>
            <p:cNvSpPr txBox="1"/>
            <p:nvPr/>
          </p:nvSpPr>
          <p:spPr>
            <a:xfrm>
              <a:off x="9063701" y="2309088"/>
              <a:ext cx="3414596" cy="400110"/>
            </a:xfrm>
            <a:prstGeom prst="rect">
              <a:avLst/>
            </a:prstGeom>
            <a:noFill/>
          </p:spPr>
          <p:txBody>
            <a:bodyPr wrap="square" rtlCol="0">
              <a:spAutoFit/>
            </a:bodyPr>
            <a:lstStyle/>
            <a:p>
              <a:r>
                <a:rPr lang="en-US" altLang="zh-CN" sz="2000" b="1" dirty="0">
                  <a:solidFill>
                    <a:srgbClr val="AD5192"/>
                  </a:solidFill>
                  <a:cs typeface="+mn-ea"/>
                  <a:sym typeface="+mn-lt"/>
                </a:rPr>
                <a:t>18.33% </a:t>
              </a:r>
              <a:r>
                <a:rPr lang="zh-CN" altLang="en-US" sz="1400" dirty="0">
                  <a:solidFill>
                    <a:srgbClr val="992677"/>
                  </a:solidFill>
                  <a:cs typeface="+mn-ea"/>
                  <a:sym typeface="+mn-lt"/>
                </a:rPr>
                <a:t>内容</a:t>
              </a:r>
              <a:r>
                <a:rPr lang="en-US" altLang="zh-CN" sz="1400" dirty="0">
                  <a:solidFill>
                    <a:srgbClr val="992677"/>
                  </a:solidFill>
                  <a:cs typeface="+mn-ea"/>
                  <a:sym typeface="+mn-lt"/>
                </a:rPr>
                <a:t>3</a:t>
              </a:r>
              <a:endParaRPr lang="zh-CN" altLang="en-US" sz="1400" dirty="0">
                <a:solidFill>
                  <a:srgbClr val="992677"/>
                </a:solidFill>
                <a:cs typeface="+mn-ea"/>
                <a:sym typeface="+mn-lt"/>
              </a:endParaRPr>
            </a:p>
          </p:txBody>
        </p:sp>
      </p:grpSp>
      <p:grpSp>
        <p:nvGrpSpPr>
          <p:cNvPr id="162" name="组合 161">
            <a:extLst>
              <a:ext uri="{FF2B5EF4-FFF2-40B4-BE49-F238E27FC236}">
                <a16:creationId xmlns:a16="http://schemas.microsoft.com/office/drawing/2014/main" id="{35310419-87BC-4DA6-B9D8-16693D771338}"/>
              </a:ext>
            </a:extLst>
          </p:cNvPr>
          <p:cNvGrpSpPr/>
          <p:nvPr/>
        </p:nvGrpSpPr>
        <p:grpSpPr>
          <a:xfrm>
            <a:off x="1048212" y="1783297"/>
            <a:ext cx="4488142" cy="3966748"/>
            <a:chOff x="817144" y="1693098"/>
            <a:chExt cx="1858979" cy="424169"/>
          </a:xfrm>
        </p:grpSpPr>
        <p:sp>
          <p:nvSpPr>
            <p:cNvPr id="206" name="矩形: 圆角 205">
              <a:extLst>
                <a:ext uri="{FF2B5EF4-FFF2-40B4-BE49-F238E27FC236}">
                  <a16:creationId xmlns:a16="http://schemas.microsoft.com/office/drawing/2014/main" id="{E0312513-9EBB-43CE-B6A8-6D831F769AF9}"/>
                </a:ext>
              </a:extLst>
            </p:cNvPr>
            <p:cNvSpPr/>
            <p:nvPr/>
          </p:nvSpPr>
          <p:spPr>
            <a:xfrm>
              <a:off x="912630" y="1733217"/>
              <a:ext cx="1763493" cy="384050"/>
            </a:xfrm>
            <a:prstGeom prst="roundRect">
              <a:avLst>
                <a:gd name="adj" fmla="val 0"/>
              </a:avLst>
            </a:prstGeom>
            <a:solidFill>
              <a:srgbClr val="992677"/>
            </a:solidFill>
            <a:ln>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07" name="矩形: 圆角 206">
              <a:extLst>
                <a:ext uri="{FF2B5EF4-FFF2-40B4-BE49-F238E27FC236}">
                  <a16:creationId xmlns:a16="http://schemas.microsoft.com/office/drawing/2014/main" id="{D696EA65-A571-42DC-B946-6B8257EDA0DE}"/>
                </a:ext>
              </a:extLst>
            </p:cNvPr>
            <p:cNvSpPr/>
            <p:nvPr/>
          </p:nvSpPr>
          <p:spPr>
            <a:xfrm>
              <a:off x="817144" y="1693098"/>
              <a:ext cx="1763493" cy="384050"/>
            </a:xfrm>
            <a:prstGeom prst="roundRect">
              <a:avLst>
                <a:gd name="adj" fmla="val 0"/>
              </a:avLst>
            </a:prstGeom>
            <a:solidFill>
              <a:schemeClr val="bg1"/>
            </a:solidFill>
            <a:ln w="19050">
              <a:solidFill>
                <a:srgbClr val="992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992677"/>
                  </a:solidFill>
                  <a:cs typeface="+mn-ea"/>
                  <a:sym typeface="+mn-lt"/>
                </a:rPr>
                <a:t>此处是内容</a:t>
              </a:r>
              <a:endParaRPr kumimoji="0" lang="zh-CN" altLang="en-US" sz="1800" b="0" i="0" u="none" strike="noStrike" kern="1200" cap="none" spc="0" normalizeH="0" baseline="0" noProof="0" dirty="0">
                <a:ln>
                  <a:noFill/>
                </a:ln>
                <a:solidFill>
                  <a:srgbClr val="992677"/>
                </a:solidFill>
                <a:effectLst/>
                <a:uLnTx/>
                <a:uFillTx/>
                <a:cs typeface="+mn-ea"/>
                <a:sym typeface="+mn-lt"/>
              </a:endParaRPr>
            </a:p>
          </p:txBody>
        </p:sp>
      </p:grpSp>
      <p:sp>
        <p:nvSpPr>
          <p:cNvPr id="2" name="标题 1">
            <a:extLst>
              <a:ext uri="{FF2B5EF4-FFF2-40B4-BE49-F238E27FC236}">
                <a16:creationId xmlns:a16="http://schemas.microsoft.com/office/drawing/2014/main" id="{8651178F-10C0-4652-8412-CF9E94E4B882}"/>
              </a:ext>
            </a:extLst>
          </p:cNvPr>
          <p:cNvSpPr>
            <a:spLocks noGrp="1"/>
          </p:cNvSpPr>
          <p:nvPr>
            <p:ph type="title"/>
          </p:nvPr>
        </p:nvSpPr>
        <p:spPr/>
        <p:txBody>
          <a:bodyPr>
            <a:normAutofit fontScale="90000"/>
          </a:bodyPr>
          <a:lstStyle/>
          <a:p>
            <a:endParaRPr lang="zh-CN" altLang="en-US">
              <a:latin typeface="+mn-lt"/>
              <a:ea typeface="+mn-ea"/>
              <a:cs typeface="+mn-ea"/>
              <a:sym typeface="+mn-lt"/>
            </a:endParaRPr>
          </a:p>
        </p:txBody>
      </p:sp>
    </p:spTree>
    <p:extLst>
      <p:ext uri="{BB962C8B-B14F-4D97-AF65-F5344CB8AC3E}">
        <p14:creationId xmlns:p14="http://schemas.microsoft.com/office/powerpoint/2010/main" val="2752181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DC1BEEB-14F5-45D2-82FF-D1EB7D7C36FE}"/>
              </a:ext>
            </a:extLst>
          </p:cNvPr>
          <p:cNvSpPr/>
          <p:nvPr/>
        </p:nvSpPr>
        <p:spPr>
          <a:xfrm>
            <a:off x="512872" y="298450"/>
            <a:ext cx="11150600" cy="6261100"/>
          </a:xfrm>
          <a:prstGeom prst="rect">
            <a:avLst/>
          </a:prstGeom>
          <a:blipFill dpi="0" rotWithShape="1">
            <a:blip r:embed="rId2"/>
            <a:srcRect/>
            <a:tile tx="0" ty="0" sx="95000" sy="95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a:extLst>
              <a:ext uri="{FF2B5EF4-FFF2-40B4-BE49-F238E27FC236}">
                <a16:creationId xmlns:a16="http://schemas.microsoft.com/office/drawing/2014/main" id="{25FA78F8-C8BB-491E-9939-060E25CD5903}"/>
              </a:ext>
            </a:extLst>
          </p:cNvPr>
          <p:cNvSpPr/>
          <p:nvPr/>
        </p:nvSpPr>
        <p:spPr>
          <a:xfrm>
            <a:off x="512872" y="298450"/>
            <a:ext cx="11150600" cy="6261100"/>
          </a:xfrm>
          <a:prstGeom prst="rect">
            <a:avLst/>
          </a:prstGeom>
          <a:gradFill flip="none" rotWithShape="1">
            <a:gsLst>
              <a:gs pos="0">
                <a:schemeClr val="bg1">
                  <a:alpha val="21000"/>
                </a:schemeClr>
              </a:gs>
              <a:gs pos="68000">
                <a:schemeClr val="bg1">
                  <a:alpha val="9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120" name="图片 119">
            <a:extLst>
              <a:ext uri="{FF2B5EF4-FFF2-40B4-BE49-F238E27FC236}">
                <a16:creationId xmlns:a16="http://schemas.microsoft.com/office/drawing/2014/main" id="{54C2A7E0-E8CD-48DF-950C-EDC5B746BDDB}"/>
              </a:ext>
            </a:extLst>
          </p:cNvPr>
          <p:cNvPicPr>
            <a:picLocks noChangeAspect="1"/>
          </p:cNvPicPr>
          <p:nvPr/>
        </p:nvPicPr>
        <p:blipFill>
          <a:blip r:embed="rId3"/>
          <a:srcRect t="345" r="50888"/>
          <a:stretch>
            <a:fillRect/>
          </a:stretch>
        </p:blipFill>
        <p:spPr>
          <a:xfrm>
            <a:off x="8932642" y="292558"/>
            <a:ext cx="2697688" cy="5498326"/>
          </a:xfrm>
          <a:custGeom>
            <a:avLst/>
            <a:gdLst>
              <a:gd name="connsiteX0" fmla="*/ 0 w 2697688"/>
              <a:gd name="connsiteY0" fmla="*/ 0 h 5498326"/>
              <a:gd name="connsiteX1" fmla="*/ 2697688 w 2697688"/>
              <a:gd name="connsiteY1" fmla="*/ 0 h 5498326"/>
              <a:gd name="connsiteX2" fmla="*/ 2697688 w 2697688"/>
              <a:gd name="connsiteY2" fmla="*/ 5498326 h 5498326"/>
              <a:gd name="connsiteX3" fmla="*/ 0 w 2697688"/>
              <a:gd name="connsiteY3" fmla="*/ 5498326 h 5498326"/>
            </a:gdLst>
            <a:ahLst/>
            <a:cxnLst>
              <a:cxn ang="0">
                <a:pos x="connsiteX0" y="connsiteY0"/>
              </a:cxn>
              <a:cxn ang="0">
                <a:pos x="connsiteX1" y="connsiteY1"/>
              </a:cxn>
              <a:cxn ang="0">
                <a:pos x="connsiteX2" y="connsiteY2"/>
              </a:cxn>
              <a:cxn ang="0">
                <a:pos x="connsiteX3" y="connsiteY3"/>
              </a:cxn>
            </a:cxnLst>
            <a:rect l="l" t="t" r="r" b="b"/>
            <a:pathLst>
              <a:path w="2697688" h="5498326">
                <a:moveTo>
                  <a:pt x="0" y="0"/>
                </a:moveTo>
                <a:lnTo>
                  <a:pt x="2697688" y="0"/>
                </a:lnTo>
                <a:lnTo>
                  <a:pt x="2697688" y="5498326"/>
                </a:lnTo>
                <a:lnTo>
                  <a:pt x="0" y="5498326"/>
                </a:lnTo>
                <a:close/>
              </a:path>
            </a:pathLst>
          </a:custGeom>
        </p:spPr>
      </p:pic>
      <p:grpSp>
        <p:nvGrpSpPr>
          <p:cNvPr id="121" name="组合 120">
            <a:extLst>
              <a:ext uri="{FF2B5EF4-FFF2-40B4-BE49-F238E27FC236}">
                <a16:creationId xmlns:a16="http://schemas.microsoft.com/office/drawing/2014/main" id="{9E28F7D6-7C7D-4E68-8535-49E43F79B300}"/>
              </a:ext>
            </a:extLst>
          </p:cNvPr>
          <p:cNvGrpSpPr/>
          <p:nvPr/>
        </p:nvGrpSpPr>
        <p:grpSpPr>
          <a:xfrm>
            <a:off x="1077026" y="658922"/>
            <a:ext cx="818884" cy="118133"/>
            <a:chOff x="3873044" y="626487"/>
            <a:chExt cx="818884" cy="118133"/>
          </a:xfrm>
        </p:grpSpPr>
        <p:sp>
          <p:nvSpPr>
            <p:cNvPr id="122" name="椭圆 121">
              <a:extLst>
                <a:ext uri="{FF2B5EF4-FFF2-40B4-BE49-F238E27FC236}">
                  <a16:creationId xmlns:a16="http://schemas.microsoft.com/office/drawing/2014/main" id="{BB17BFBA-D8EC-4B3E-87C0-E7F23F2F9772}"/>
                </a:ext>
              </a:extLst>
            </p:cNvPr>
            <p:cNvSpPr/>
            <p:nvPr/>
          </p:nvSpPr>
          <p:spPr>
            <a:xfrm>
              <a:off x="3873044" y="626487"/>
              <a:ext cx="118133" cy="118133"/>
            </a:xfrm>
            <a:prstGeom prst="ellipse">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23" name="椭圆 122">
              <a:extLst>
                <a:ext uri="{FF2B5EF4-FFF2-40B4-BE49-F238E27FC236}">
                  <a16:creationId xmlns:a16="http://schemas.microsoft.com/office/drawing/2014/main" id="{761DE90F-7F8F-4357-A2D7-54F5E091EFFA}"/>
                </a:ext>
              </a:extLst>
            </p:cNvPr>
            <p:cNvSpPr/>
            <p:nvPr/>
          </p:nvSpPr>
          <p:spPr>
            <a:xfrm>
              <a:off x="4106628" y="626487"/>
              <a:ext cx="118133" cy="118133"/>
            </a:xfrm>
            <a:prstGeom prst="ellipse">
              <a:avLst/>
            </a:prstGeom>
            <a:solidFill>
              <a:srgbClr val="99267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24" name="椭圆 123">
              <a:extLst>
                <a:ext uri="{FF2B5EF4-FFF2-40B4-BE49-F238E27FC236}">
                  <a16:creationId xmlns:a16="http://schemas.microsoft.com/office/drawing/2014/main" id="{D9E21435-4D65-4DBC-B58D-901BB5A72F30}"/>
                </a:ext>
              </a:extLst>
            </p:cNvPr>
            <p:cNvSpPr/>
            <p:nvPr/>
          </p:nvSpPr>
          <p:spPr>
            <a:xfrm>
              <a:off x="4340212" y="626487"/>
              <a:ext cx="118133" cy="118133"/>
            </a:xfrm>
            <a:prstGeom prst="ellipse">
              <a:avLst/>
            </a:prstGeom>
            <a:solidFill>
              <a:srgbClr val="99267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5" name="椭圆 124">
              <a:extLst>
                <a:ext uri="{FF2B5EF4-FFF2-40B4-BE49-F238E27FC236}">
                  <a16:creationId xmlns:a16="http://schemas.microsoft.com/office/drawing/2014/main" id="{9AFD5884-D6B6-4BA2-8E2C-621EE4D61ED7}"/>
                </a:ext>
              </a:extLst>
            </p:cNvPr>
            <p:cNvSpPr/>
            <p:nvPr/>
          </p:nvSpPr>
          <p:spPr>
            <a:xfrm>
              <a:off x="4573795" y="626487"/>
              <a:ext cx="118133" cy="118133"/>
            </a:xfrm>
            <a:prstGeom prst="ellipse">
              <a:avLst/>
            </a:prstGeom>
            <a:solidFill>
              <a:srgbClr val="992677">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grpSp>
        <p:nvGrpSpPr>
          <p:cNvPr id="117" name="组合 116">
            <a:extLst>
              <a:ext uri="{FF2B5EF4-FFF2-40B4-BE49-F238E27FC236}">
                <a16:creationId xmlns:a16="http://schemas.microsoft.com/office/drawing/2014/main" id="{E5B7A4FA-9CD7-4588-BEBE-ADCF8B6064AD}"/>
              </a:ext>
            </a:extLst>
          </p:cNvPr>
          <p:cNvGrpSpPr/>
          <p:nvPr/>
        </p:nvGrpSpPr>
        <p:grpSpPr>
          <a:xfrm>
            <a:off x="7796368" y="4134748"/>
            <a:ext cx="3567149" cy="2092881"/>
            <a:chOff x="7795430" y="4081738"/>
            <a:chExt cx="3567149" cy="2092881"/>
          </a:xfrm>
        </p:grpSpPr>
        <p:grpSp>
          <p:nvGrpSpPr>
            <p:cNvPr id="13" name="组合 12">
              <a:extLst>
                <a:ext uri="{FF2B5EF4-FFF2-40B4-BE49-F238E27FC236}">
                  <a16:creationId xmlns:a16="http://schemas.microsoft.com/office/drawing/2014/main" id="{A0FB4180-BCED-4377-8D4E-9170059782CB}"/>
                </a:ext>
              </a:extLst>
            </p:cNvPr>
            <p:cNvGrpSpPr/>
            <p:nvPr/>
          </p:nvGrpSpPr>
          <p:grpSpPr>
            <a:xfrm>
              <a:off x="7795430" y="4081738"/>
              <a:ext cx="3567149" cy="2092881"/>
              <a:chOff x="7804903" y="4313969"/>
              <a:chExt cx="3567149" cy="2092881"/>
            </a:xfrm>
          </p:grpSpPr>
          <p:sp>
            <p:nvSpPr>
              <p:cNvPr id="10" name="文本框 9">
                <a:extLst>
                  <a:ext uri="{FF2B5EF4-FFF2-40B4-BE49-F238E27FC236}">
                    <a16:creationId xmlns:a16="http://schemas.microsoft.com/office/drawing/2014/main" id="{D48EB233-BE0E-437A-A385-436261F88570}"/>
                  </a:ext>
                </a:extLst>
              </p:cNvPr>
              <p:cNvSpPr txBox="1"/>
              <p:nvPr/>
            </p:nvSpPr>
            <p:spPr>
              <a:xfrm>
                <a:off x="7804903" y="4313969"/>
                <a:ext cx="1137818" cy="2092881"/>
              </a:xfrm>
              <a:prstGeom prst="rect">
                <a:avLst/>
              </a:prstGeom>
              <a:noFill/>
            </p:spPr>
            <p:txBody>
              <a:bodyPr wrap="square" rtlCol="0">
                <a:spAutoFit/>
              </a:bodyPr>
              <a:lstStyle/>
              <a:p>
                <a:r>
                  <a:rPr lang="en-US" altLang="zh-CN" sz="13000" dirty="0">
                    <a:solidFill>
                      <a:srgbClr val="992677"/>
                    </a:solidFill>
                    <a:latin typeface="Arial" panose="020B0604020202020204" pitchFamily="34" charset="0"/>
                    <a:cs typeface="Arial" panose="020B0604020202020204" pitchFamily="34" charset="0"/>
                    <a:sym typeface="+mn-lt"/>
                  </a:rPr>
                  <a:t>5</a:t>
                </a:r>
                <a:endParaRPr lang="zh-CN" altLang="en-US" sz="13000" dirty="0">
                  <a:solidFill>
                    <a:srgbClr val="992677"/>
                  </a:solidFill>
                  <a:latin typeface="Arial" panose="020B0604020202020204" pitchFamily="34" charset="0"/>
                  <a:cs typeface="Arial" panose="020B0604020202020204" pitchFamily="34" charset="0"/>
                  <a:sym typeface="+mn-lt"/>
                </a:endParaRPr>
              </a:p>
            </p:txBody>
          </p:sp>
          <p:sp>
            <p:nvSpPr>
              <p:cNvPr id="11" name="文本框 10">
                <a:extLst>
                  <a:ext uri="{FF2B5EF4-FFF2-40B4-BE49-F238E27FC236}">
                    <a16:creationId xmlns:a16="http://schemas.microsoft.com/office/drawing/2014/main" id="{06CDC6E6-D3A0-4CDA-8B67-65A16BBF6BA2}"/>
                  </a:ext>
                </a:extLst>
              </p:cNvPr>
              <p:cNvSpPr txBox="1"/>
              <p:nvPr/>
            </p:nvSpPr>
            <p:spPr>
              <a:xfrm>
                <a:off x="8678157" y="4577690"/>
                <a:ext cx="2693895" cy="1015663"/>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130" normalizeH="0" noProof="0" dirty="0">
                    <a:ln>
                      <a:noFill/>
                    </a:ln>
                    <a:solidFill>
                      <a:srgbClr val="992677"/>
                    </a:solidFill>
                    <a:effectLst/>
                    <a:uLnTx/>
                    <a:uFillTx/>
                    <a:cs typeface="+mn-ea"/>
                    <a:sym typeface="+mn-lt"/>
                  </a:rPr>
                  <a:t>章节</a:t>
                </a:r>
                <a:r>
                  <a:rPr lang="zh-CN" altLang="en-US" sz="6000" spc="130" dirty="0">
                    <a:solidFill>
                      <a:srgbClr val="992677"/>
                    </a:solidFill>
                    <a:cs typeface="+mn-ea"/>
                    <a:sym typeface="+mn-lt"/>
                  </a:rPr>
                  <a:t>五</a:t>
                </a:r>
                <a:endParaRPr kumimoji="0" lang="zh-CN" altLang="en-US" sz="6000" b="0" i="0" u="none" strike="noStrike" kern="1200" cap="none" spc="130" normalizeH="0" noProof="0" dirty="0">
                  <a:ln>
                    <a:noFill/>
                  </a:ln>
                  <a:solidFill>
                    <a:srgbClr val="992677"/>
                  </a:solidFill>
                  <a:effectLst/>
                  <a:uLnTx/>
                  <a:uFillTx/>
                  <a:cs typeface="+mn-ea"/>
                  <a:sym typeface="+mn-lt"/>
                </a:endParaRPr>
              </a:p>
            </p:txBody>
          </p:sp>
          <p:sp>
            <p:nvSpPr>
              <p:cNvPr id="12" name="矩形 11">
                <a:extLst>
                  <a:ext uri="{FF2B5EF4-FFF2-40B4-BE49-F238E27FC236}">
                    <a16:creationId xmlns:a16="http://schemas.microsoft.com/office/drawing/2014/main" id="{A0E37E8A-1EED-43F0-A416-0226B91CC759}"/>
                  </a:ext>
                </a:extLst>
              </p:cNvPr>
              <p:cNvSpPr/>
              <p:nvPr/>
            </p:nvSpPr>
            <p:spPr>
              <a:xfrm>
                <a:off x="8786190" y="5593353"/>
                <a:ext cx="2358658" cy="356873"/>
              </a:xfrm>
              <a:prstGeom prst="rect">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CN" dirty="0">
                    <a:latin typeface="Arial" panose="020B0604020202020204" pitchFamily="34" charset="0"/>
                    <a:cs typeface="Arial" panose="020B0604020202020204" pitchFamily="34" charset="0"/>
                    <a:sym typeface="+mn-lt"/>
                  </a:rPr>
                  <a:t>CHAPTER FIVE</a:t>
                </a:r>
                <a:endParaRPr lang="zh-CN" altLang="en-US" dirty="0">
                  <a:latin typeface="Arial" panose="020B0604020202020204" pitchFamily="34" charset="0"/>
                  <a:cs typeface="Arial" panose="020B0604020202020204" pitchFamily="34" charset="0"/>
                  <a:sym typeface="+mn-lt"/>
                </a:endParaRPr>
              </a:p>
            </p:txBody>
          </p:sp>
        </p:grpSp>
        <p:grpSp>
          <p:nvGrpSpPr>
            <p:cNvPr id="107" name="组合 106">
              <a:extLst>
                <a:ext uri="{FF2B5EF4-FFF2-40B4-BE49-F238E27FC236}">
                  <a16:creationId xmlns:a16="http://schemas.microsoft.com/office/drawing/2014/main" id="{FD002FC1-6038-447B-96DF-732C7EE7783B}"/>
                </a:ext>
              </a:extLst>
            </p:cNvPr>
            <p:cNvGrpSpPr/>
            <p:nvPr/>
          </p:nvGrpSpPr>
          <p:grpSpPr>
            <a:xfrm>
              <a:off x="7967141" y="5796604"/>
              <a:ext cx="3178575" cy="307777"/>
              <a:chOff x="4491189" y="6119842"/>
              <a:chExt cx="3178575" cy="307777"/>
            </a:xfrm>
          </p:grpSpPr>
          <p:sp>
            <p:nvSpPr>
              <p:cNvPr id="108" name="文本框 107">
                <a:extLst>
                  <a:ext uri="{FF2B5EF4-FFF2-40B4-BE49-F238E27FC236}">
                    <a16:creationId xmlns:a16="http://schemas.microsoft.com/office/drawing/2014/main" id="{29DDA52E-AF62-4B8E-B883-B9BE53BB6783}"/>
                  </a:ext>
                </a:extLst>
              </p:cNvPr>
              <p:cNvSpPr txBox="1"/>
              <p:nvPr/>
            </p:nvSpPr>
            <p:spPr>
              <a:xfrm>
                <a:off x="4608204"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团结</a:t>
                </a:r>
              </a:p>
            </p:txBody>
          </p:sp>
          <p:sp>
            <p:nvSpPr>
              <p:cNvPr id="109" name="文本框 108">
                <a:extLst>
                  <a:ext uri="{FF2B5EF4-FFF2-40B4-BE49-F238E27FC236}">
                    <a16:creationId xmlns:a16="http://schemas.microsoft.com/office/drawing/2014/main" id="{249613C6-9795-4CC8-A29D-295DC89A9244}"/>
                  </a:ext>
                </a:extLst>
              </p:cNvPr>
              <p:cNvSpPr txBox="1"/>
              <p:nvPr/>
            </p:nvSpPr>
            <p:spPr>
              <a:xfrm>
                <a:off x="5402848"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献身</a:t>
                </a:r>
              </a:p>
            </p:txBody>
          </p:sp>
          <p:sp>
            <p:nvSpPr>
              <p:cNvPr id="110" name="文本框 109">
                <a:extLst>
                  <a:ext uri="{FF2B5EF4-FFF2-40B4-BE49-F238E27FC236}">
                    <a16:creationId xmlns:a16="http://schemas.microsoft.com/office/drawing/2014/main" id="{2DA4C7C1-2B3D-4453-B597-8A49CF40A30F}"/>
                  </a:ext>
                </a:extLst>
              </p:cNvPr>
              <p:cNvSpPr txBox="1"/>
              <p:nvPr/>
            </p:nvSpPr>
            <p:spPr>
              <a:xfrm>
                <a:off x="6197492"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求是</a:t>
                </a:r>
              </a:p>
            </p:txBody>
          </p:sp>
          <p:sp>
            <p:nvSpPr>
              <p:cNvPr id="111" name="文本框 110">
                <a:extLst>
                  <a:ext uri="{FF2B5EF4-FFF2-40B4-BE49-F238E27FC236}">
                    <a16:creationId xmlns:a16="http://schemas.microsoft.com/office/drawing/2014/main" id="{7FF07036-43F4-404C-80E1-8FC7D446DBE2}"/>
                  </a:ext>
                </a:extLst>
              </p:cNvPr>
              <p:cNvSpPr txBox="1"/>
              <p:nvPr/>
            </p:nvSpPr>
            <p:spPr>
              <a:xfrm>
                <a:off x="6992136"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创新</a:t>
                </a:r>
              </a:p>
            </p:txBody>
          </p:sp>
          <p:cxnSp>
            <p:nvCxnSpPr>
              <p:cNvPr id="112" name="直接连接符 111">
                <a:extLst>
                  <a:ext uri="{FF2B5EF4-FFF2-40B4-BE49-F238E27FC236}">
                    <a16:creationId xmlns:a16="http://schemas.microsoft.com/office/drawing/2014/main" id="{1EAF5FD4-3282-4482-ADE8-1A3AA49D101E}"/>
                  </a:ext>
                </a:extLst>
              </p:cNvPr>
              <p:cNvCxnSpPr/>
              <p:nvPr userDrawn="1"/>
            </p:nvCxnSpPr>
            <p:spPr>
              <a:xfrm>
                <a:off x="6080477"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14B5440-C4DD-4D4B-BA92-4737A72202DD}"/>
                  </a:ext>
                </a:extLst>
              </p:cNvPr>
              <p:cNvCxnSpPr>
                <a:cxnSpLocks/>
              </p:cNvCxnSpPr>
              <p:nvPr userDrawn="1"/>
            </p:nvCxnSpPr>
            <p:spPr>
              <a:xfrm>
                <a:off x="5285833"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0190139E-140D-4D61-BA53-C2F3AB5C28F8}"/>
                  </a:ext>
                </a:extLst>
              </p:cNvPr>
              <p:cNvCxnSpPr/>
              <p:nvPr userDrawn="1"/>
            </p:nvCxnSpPr>
            <p:spPr>
              <a:xfrm>
                <a:off x="6875121"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DEBE80DF-BB7C-4480-99CE-DEFB89B26E4E}"/>
                  </a:ext>
                </a:extLst>
              </p:cNvPr>
              <p:cNvCxnSpPr/>
              <p:nvPr/>
            </p:nvCxnSpPr>
            <p:spPr>
              <a:xfrm>
                <a:off x="7669764"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09B233B3-9B3A-4712-ADCA-DAE97073DF3E}"/>
                  </a:ext>
                </a:extLst>
              </p:cNvPr>
              <p:cNvCxnSpPr>
                <a:cxnSpLocks/>
              </p:cNvCxnSpPr>
              <p:nvPr/>
            </p:nvCxnSpPr>
            <p:spPr>
              <a:xfrm>
                <a:off x="4491189"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819141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矩形 162">
            <a:extLst>
              <a:ext uri="{FF2B5EF4-FFF2-40B4-BE49-F238E27FC236}">
                <a16:creationId xmlns:a16="http://schemas.microsoft.com/office/drawing/2014/main" id="{E925B235-B731-4B4E-80A1-ECEB1F18C72E}"/>
              </a:ext>
            </a:extLst>
          </p:cNvPr>
          <p:cNvSpPr/>
          <p:nvPr/>
        </p:nvSpPr>
        <p:spPr>
          <a:xfrm>
            <a:off x="3746497" y="1254602"/>
            <a:ext cx="7799391" cy="4833646"/>
          </a:xfrm>
          <a:prstGeom prst="rect">
            <a:avLst/>
          </a:prstGeom>
          <a:solidFill>
            <a:schemeClr val="bg1">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aphicFrame>
        <p:nvGraphicFramePr>
          <p:cNvPr id="164" name="图表 163">
            <a:extLst>
              <a:ext uri="{FF2B5EF4-FFF2-40B4-BE49-F238E27FC236}">
                <a16:creationId xmlns:a16="http://schemas.microsoft.com/office/drawing/2014/main" id="{472C30B1-AA95-4C57-AC13-DCFFA1EB2681}"/>
              </a:ext>
            </a:extLst>
          </p:cNvPr>
          <p:cNvGraphicFramePr/>
          <p:nvPr>
            <p:extLst>
              <p:ext uri="{D42A27DB-BD31-4B8C-83A1-F6EECF244321}">
                <p14:modId xmlns:p14="http://schemas.microsoft.com/office/powerpoint/2010/main" val="3200749269"/>
              </p:ext>
            </p:extLst>
          </p:nvPr>
        </p:nvGraphicFramePr>
        <p:xfrm>
          <a:off x="4027751" y="1621161"/>
          <a:ext cx="7236882" cy="4492251"/>
        </p:xfrm>
        <a:graphic>
          <a:graphicData uri="http://schemas.openxmlformats.org/drawingml/2006/chart">
            <c:chart xmlns:c="http://schemas.openxmlformats.org/drawingml/2006/chart" xmlns:r="http://schemas.openxmlformats.org/officeDocument/2006/relationships" r:id="rId2"/>
          </a:graphicData>
        </a:graphic>
      </p:graphicFrame>
      <p:sp>
        <p:nvSpPr>
          <p:cNvPr id="165" name="矩形 164">
            <a:extLst>
              <a:ext uri="{FF2B5EF4-FFF2-40B4-BE49-F238E27FC236}">
                <a16:creationId xmlns:a16="http://schemas.microsoft.com/office/drawing/2014/main" id="{9CF133FD-BDE3-4CE3-B3DA-B36ECF1586FE}"/>
              </a:ext>
            </a:extLst>
          </p:cNvPr>
          <p:cNvSpPr/>
          <p:nvPr/>
        </p:nvSpPr>
        <p:spPr>
          <a:xfrm>
            <a:off x="1021063" y="1808480"/>
            <a:ext cx="2725435" cy="4369093"/>
          </a:xfrm>
          <a:prstGeom prst="rect">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51" name="标题 150">
            <a:extLst>
              <a:ext uri="{FF2B5EF4-FFF2-40B4-BE49-F238E27FC236}">
                <a16:creationId xmlns:a16="http://schemas.microsoft.com/office/drawing/2014/main" id="{2F1EDF9E-2580-47CE-94D4-04FCFCF35622}"/>
              </a:ext>
            </a:extLst>
          </p:cNvPr>
          <p:cNvSpPr>
            <a:spLocks noGrp="1"/>
          </p:cNvSpPr>
          <p:nvPr>
            <p:ph type="title"/>
          </p:nvPr>
        </p:nvSpPr>
        <p:spPr/>
        <p:txBody>
          <a:bodyPr>
            <a:normAutofit fontScale="90000"/>
          </a:bodyPr>
          <a:lstStyle/>
          <a:p>
            <a:endParaRPr lang="zh-CN" altLang="en-US">
              <a:latin typeface="+mn-lt"/>
              <a:ea typeface="+mn-ea"/>
              <a:cs typeface="+mn-ea"/>
              <a:sym typeface="+mn-lt"/>
            </a:endParaRPr>
          </a:p>
        </p:txBody>
      </p:sp>
    </p:spTree>
    <p:extLst>
      <p:ext uri="{BB962C8B-B14F-4D97-AF65-F5344CB8AC3E}">
        <p14:creationId xmlns:p14="http://schemas.microsoft.com/office/powerpoint/2010/main" val="2899408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矩形 162">
            <a:extLst>
              <a:ext uri="{FF2B5EF4-FFF2-40B4-BE49-F238E27FC236}">
                <a16:creationId xmlns:a16="http://schemas.microsoft.com/office/drawing/2014/main" id="{E925B235-B731-4B4E-80A1-ECEB1F18C72E}"/>
              </a:ext>
            </a:extLst>
          </p:cNvPr>
          <p:cNvSpPr/>
          <p:nvPr/>
        </p:nvSpPr>
        <p:spPr>
          <a:xfrm>
            <a:off x="3299791" y="1254602"/>
            <a:ext cx="7799391" cy="4833646"/>
          </a:xfrm>
          <a:prstGeom prst="rect">
            <a:avLst/>
          </a:prstGeom>
          <a:solidFill>
            <a:schemeClr val="bg1">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56" name="组合 155">
            <a:extLst>
              <a:ext uri="{FF2B5EF4-FFF2-40B4-BE49-F238E27FC236}">
                <a16:creationId xmlns:a16="http://schemas.microsoft.com/office/drawing/2014/main" id="{9917757C-1A1B-4FED-8EDB-3B637A171B3B}"/>
              </a:ext>
            </a:extLst>
          </p:cNvPr>
          <p:cNvGrpSpPr/>
          <p:nvPr/>
        </p:nvGrpSpPr>
        <p:grpSpPr>
          <a:xfrm>
            <a:off x="1480225" y="2517389"/>
            <a:ext cx="2409169" cy="3039635"/>
            <a:chOff x="3506309" y="420615"/>
            <a:chExt cx="2409169" cy="3039635"/>
          </a:xfrm>
        </p:grpSpPr>
        <p:grpSp>
          <p:nvGrpSpPr>
            <p:cNvPr id="157" name="组合 156">
              <a:extLst>
                <a:ext uri="{FF2B5EF4-FFF2-40B4-BE49-F238E27FC236}">
                  <a16:creationId xmlns:a16="http://schemas.microsoft.com/office/drawing/2014/main" id="{65CE2462-D270-4EB3-A3B6-FC54445A1AE5}"/>
                </a:ext>
              </a:extLst>
            </p:cNvPr>
            <p:cNvGrpSpPr/>
            <p:nvPr/>
          </p:nvGrpSpPr>
          <p:grpSpPr>
            <a:xfrm>
              <a:off x="3506309" y="420615"/>
              <a:ext cx="2409169" cy="3039635"/>
              <a:chOff x="3575362" y="457128"/>
              <a:chExt cx="2683349" cy="3385567"/>
            </a:xfrm>
          </p:grpSpPr>
          <p:sp>
            <p:nvSpPr>
              <p:cNvPr id="160" name="矩形 159">
                <a:extLst>
                  <a:ext uri="{FF2B5EF4-FFF2-40B4-BE49-F238E27FC236}">
                    <a16:creationId xmlns:a16="http://schemas.microsoft.com/office/drawing/2014/main" id="{4D67AE9B-ED9C-48F9-9F36-BA36C267EE17}"/>
                  </a:ext>
                </a:extLst>
              </p:cNvPr>
              <p:cNvSpPr/>
              <p:nvPr/>
            </p:nvSpPr>
            <p:spPr>
              <a:xfrm>
                <a:off x="3575362" y="783749"/>
                <a:ext cx="2683349" cy="2860829"/>
              </a:xfrm>
              <a:prstGeom prst="rect">
                <a:avLst/>
              </a:prstGeom>
              <a:solidFill>
                <a:schemeClr val="bg1"/>
              </a:solidFill>
              <a:ln>
                <a:noFill/>
              </a:ln>
              <a:effectLst>
                <a:outerShdw blurRad="50800" dist="38100" dir="5400000" algn="t" rotWithShape="0">
                  <a:srgbClr val="992677">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1" name="椭圆 160">
                <a:extLst>
                  <a:ext uri="{FF2B5EF4-FFF2-40B4-BE49-F238E27FC236}">
                    <a16:creationId xmlns:a16="http://schemas.microsoft.com/office/drawing/2014/main" id="{9D3B404A-1BA9-4DF5-9A69-A42EA5F8EE49}"/>
                  </a:ext>
                </a:extLst>
              </p:cNvPr>
              <p:cNvSpPr/>
              <p:nvPr/>
            </p:nvSpPr>
            <p:spPr>
              <a:xfrm>
                <a:off x="4198749" y="457128"/>
                <a:ext cx="1436575" cy="1400191"/>
              </a:xfrm>
              <a:prstGeom prst="ellipse">
                <a:avLst/>
              </a:prstGeom>
              <a:solidFill>
                <a:srgbClr val="C27DAD"/>
              </a:solidFill>
              <a:ln>
                <a:noFill/>
              </a:ln>
              <a:effectLst>
                <a:outerShdw blurRad="25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62" name="平行四边形 161">
                <a:extLst>
                  <a:ext uri="{FF2B5EF4-FFF2-40B4-BE49-F238E27FC236}">
                    <a16:creationId xmlns:a16="http://schemas.microsoft.com/office/drawing/2014/main" id="{23A2A34E-810A-445D-B60B-8024B94EF4AE}"/>
                  </a:ext>
                </a:extLst>
              </p:cNvPr>
              <p:cNvSpPr/>
              <p:nvPr/>
            </p:nvSpPr>
            <p:spPr>
              <a:xfrm>
                <a:off x="4198749" y="3481267"/>
                <a:ext cx="1310378" cy="361428"/>
              </a:xfrm>
              <a:prstGeom prst="parallelogram">
                <a:avLst/>
              </a:prstGeom>
              <a:solidFill>
                <a:srgbClr val="C27DAD"/>
              </a:solidFill>
              <a:ln>
                <a:noFill/>
              </a:ln>
              <a:effectLst>
                <a:outerShdw blurRad="50800" dist="38100" dir="27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cs typeface="+mn-ea"/>
                    <a:sym typeface="+mn-lt"/>
                  </a:rPr>
                  <a:t>身份</a:t>
                </a:r>
              </a:p>
            </p:txBody>
          </p:sp>
        </p:grpSp>
        <p:sp>
          <p:nvSpPr>
            <p:cNvPr id="158" name="文本框 157">
              <a:extLst>
                <a:ext uri="{FF2B5EF4-FFF2-40B4-BE49-F238E27FC236}">
                  <a16:creationId xmlns:a16="http://schemas.microsoft.com/office/drawing/2014/main" id="{5917A62B-C4C8-4E7D-8DEB-B5186DDEFD05}"/>
                </a:ext>
              </a:extLst>
            </p:cNvPr>
            <p:cNvSpPr txBox="1"/>
            <p:nvPr/>
          </p:nvSpPr>
          <p:spPr>
            <a:xfrm>
              <a:off x="4065999" y="1896595"/>
              <a:ext cx="1289788" cy="400110"/>
            </a:xfrm>
            <a:prstGeom prst="rect">
              <a:avLst/>
            </a:prstGeom>
            <a:noFill/>
          </p:spPr>
          <p:txBody>
            <a:bodyPr wrap="square" rtlCol="0">
              <a:spAutoFit/>
            </a:bodyPr>
            <a:lstStyle/>
            <a:p>
              <a:r>
                <a:rPr lang="zh-CN" altLang="en-US" sz="2000" b="1" dirty="0">
                  <a:solidFill>
                    <a:srgbClr val="992677"/>
                  </a:solidFill>
                  <a:cs typeface="+mn-ea"/>
                  <a:sym typeface="+mn-lt"/>
                </a:rPr>
                <a:t>人物介绍</a:t>
              </a:r>
            </a:p>
          </p:txBody>
        </p:sp>
        <p:sp>
          <p:nvSpPr>
            <p:cNvPr id="159" name="文本框 158">
              <a:extLst>
                <a:ext uri="{FF2B5EF4-FFF2-40B4-BE49-F238E27FC236}">
                  <a16:creationId xmlns:a16="http://schemas.microsoft.com/office/drawing/2014/main" id="{DB67AF22-9239-48C7-9BC8-8180E5A03E50}"/>
                </a:ext>
              </a:extLst>
            </p:cNvPr>
            <p:cNvSpPr txBox="1"/>
            <p:nvPr/>
          </p:nvSpPr>
          <p:spPr>
            <a:xfrm>
              <a:off x="3563663" y="2275529"/>
              <a:ext cx="2294459" cy="307777"/>
            </a:xfrm>
            <a:prstGeom prst="rect">
              <a:avLst/>
            </a:prstGeom>
            <a:noFill/>
          </p:spPr>
          <p:txBody>
            <a:bodyPr wrap="square" rtlCol="0">
              <a:spAutoFit/>
            </a:bodyPr>
            <a:lstStyle/>
            <a:p>
              <a:pPr algn="ctr"/>
              <a:r>
                <a:rPr lang="zh-CN" altLang="en-US" sz="1400" dirty="0">
                  <a:solidFill>
                    <a:srgbClr val="992677"/>
                  </a:solidFill>
                  <a:cs typeface="+mn-ea"/>
                  <a:sym typeface="+mn-lt"/>
                </a:rPr>
                <a:t>此为内容</a:t>
              </a:r>
            </a:p>
          </p:txBody>
        </p:sp>
      </p:grpSp>
      <p:grpSp>
        <p:nvGrpSpPr>
          <p:cNvPr id="166" name="组合 165">
            <a:extLst>
              <a:ext uri="{FF2B5EF4-FFF2-40B4-BE49-F238E27FC236}">
                <a16:creationId xmlns:a16="http://schemas.microsoft.com/office/drawing/2014/main" id="{91419D0E-A87A-4614-A8ED-9D20815CF263}"/>
              </a:ext>
            </a:extLst>
          </p:cNvPr>
          <p:cNvGrpSpPr/>
          <p:nvPr/>
        </p:nvGrpSpPr>
        <p:grpSpPr>
          <a:xfrm>
            <a:off x="4891415" y="2517389"/>
            <a:ext cx="2409169" cy="3039635"/>
            <a:chOff x="3506309" y="420615"/>
            <a:chExt cx="2409169" cy="3039635"/>
          </a:xfrm>
        </p:grpSpPr>
        <p:grpSp>
          <p:nvGrpSpPr>
            <p:cNvPr id="167" name="组合 166">
              <a:extLst>
                <a:ext uri="{FF2B5EF4-FFF2-40B4-BE49-F238E27FC236}">
                  <a16:creationId xmlns:a16="http://schemas.microsoft.com/office/drawing/2014/main" id="{4EE5C390-D2AE-4322-B3DD-2AC787EEC5B2}"/>
                </a:ext>
              </a:extLst>
            </p:cNvPr>
            <p:cNvGrpSpPr/>
            <p:nvPr/>
          </p:nvGrpSpPr>
          <p:grpSpPr>
            <a:xfrm>
              <a:off x="3506309" y="420615"/>
              <a:ext cx="2409169" cy="3039635"/>
              <a:chOff x="3575362" y="457128"/>
              <a:chExt cx="2683349" cy="3385567"/>
            </a:xfrm>
          </p:grpSpPr>
          <p:sp>
            <p:nvSpPr>
              <p:cNvPr id="170" name="矩形 169">
                <a:extLst>
                  <a:ext uri="{FF2B5EF4-FFF2-40B4-BE49-F238E27FC236}">
                    <a16:creationId xmlns:a16="http://schemas.microsoft.com/office/drawing/2014/main" id="{8C2A10C7-B33C-4CAE-B1F4-B958C82BB114}"/>
                  </a:ext>
                </a:extLst>
              </p:cNvPr>
              <p:cNvSpPr/>
              <p:nvPr/>
            </p:nvSpPr>
            <p:spPr>
              <a:xfrm>
                <a:off x="3575362" y="783749"/>
                <a:ext cx="2683349" cy="2860829"/>
              </a:xfrm>
              <a:prstGeom prst="rect">
                <a:avLst/>
              </a:prstGeom>
              <a:solidFill>
                <a:schemeClr val="bg1"/>
              </a:solidFill>
              <a:ln>
                <a:noFill/>
              </a:ln>
              <a:effectLst>
                <a:outerShdw blurRad="50800" dist="38100" dir="5400000" algn="t" rotWithShape="0">
                  <a:srgbClr val="992677">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1" name="椭圆 170">
                <a:extLst>
                  <a:ext uri="{FF2B5EF4-FFF2-40B4-BE49-F238E27FC236}">
                    <a16:creationId xmlns:a16="http://schemas.microsoft.com/office/drawing/2014/main" id="{25C9A4F1-915B-4A63-B348-17DEDF82E864}"/>
                  </a:ext>
                </a:extLst>
              </p:cNvPr>
              <p:cNvSpPr/>
              <p:nvPr/>
            </p:nvSpPr>
            <p:spPr>
              <a:xfrm>
                <a:off x="4198749" y="457128"/>
                <a:ext cx="1436575" cy="1400191"/>
              </a:xfrm>
              <a:prstGeom prst="ellipse">
                <a:avLst/>
              </a:prstGeom>
              <a:solidFill>
                <a:srgbClr val="D6A8C9"/>
              </a:solidFill>
              <a:ln>
                <a:noFill/>
              </a:ln>
              <a:effectLst>
                <a:outerShdw blurRad="25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72" name="平行四边形 171">
                <a:extLst>
                  <a:ext uri="{FF2B5EF4-FFF2-40B4-BE49-F238E27FC236}">
                    <a16:creationId xmlns:a16="http://schemas.microsoft.com/office/drawing/2014/main" id="{F7C04DCF-BD3A-4827-AB63-B8769C813A05}"/>
                  </a:ext>
                </a:extLst>
              </p:cNvPr>
              <p:cNvSpPr/>
              <p:nvPr/>
            </p:nvSpPr>
            <p:spPr>
              <a:xfrm>
                <a:off x="4198749" y="3481267"/>
                <a:ext cx="1310378" cy="361428"/>
              </a:xfrm>
              <a:prstGeom prst="parallelogram">
                <a:avLst/>
              </a:prstGeom>
              <a:solidFill>
                <a:srgbClr val="D6A8C9"/>
              </a:solidFill>
              <a:ln>
                <a:noFill/>
              </a:ln>
              <a:effectLst>
                <a:outerShdw blurRad="50800" dist="38100" dir="27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cs typeface="+mn-ea"/>
                    <a:sym typeface="+mn-lt"/>
                  </a:rPr>
                  <a:t>身份</a:t>
                </a:r>
              </a:p>
            </p:txBody>
          </p:sp>
        </p:grpSp>
        <p:sp>
          <p:nvSpPr>
            <p:cNvPr id="168" name="文本框 167">
              <a:extLst>
                <a:ext uri="{FF2B5EF4-FFF2-40B4-BE49-F238E27FC236}">
                  <a16:creationId xmlns:a16="http://schemas.microsoft.com/office/drawing/2014/main" id="{84B241E3-EBD0-4EE1-BFD8-B2C0CDB31C3B}"/>
                </a:ext>
              </a:extLst>
            </p:cNvPr>
            <p:cNvSpPr txBox="1"/>
            <p:nvPr/>
          </p:nvSpPr>
          <p:spPr>
            <a:xfrm>
              <a:off x="4066000" y="1896595"/>
              <a:ext cx="1289787" cy="400110"/>
            </a:xfrm>
            <a:prstGeom prst="rect">
              <a:avLst/>
            </a:prstGeom>
            <a:noFill/>
          </p:spPr>
          <p:txBody>
            <a:bodyPr wrap="square" rtlCol="0">
              <a:spAutoFit/>
            </a:bodyPr>
            <a:lstStyle/>
            <a:p>
              <a:r>
                <a:rPr lang="zh-CN" altLang="en-US" sz="2000" b="1" dirty="0">
                  <a:solidFill>
                    <a:srgbClr val="992677"/>
                  </a:solidFill>
                  <a:cs typeface="+mn-ea"/>
                  <a:sym typeface="+mn-lt"/>
                </a:rPr>
                <a:t>人物介绍</a:t>
              </a:r>
            </a:p>
          </p:txBody>
        </p:sp>
        <p:sp>
          <p:nvSpPr>
            <p:cNvPr id="169" name="文本框 168">
              <a:extLst>
                <a:ext uri="{FF2B5EF4-FFF2-40B4-BE49-F238E27FC236}">
                  <a16:creationId xmlns:a16="http://schemas.microsoft.com/office/drawing/2014/main" id="{4015C8C6-9FC5-4457-A01D-2372C2B166F1}"/>
                </a:ext>
              </a:extLst>
            </p:cNvPr>
            <p:cNvSpPr txBox="1"/>
            <p:nvPr/>
          </p:nvSpPr>
          <p:spPr>
            <a:xfrm>
              <a:off x="3539903" y="2265927"/>
              <a:ext cx="2294459" cy="307777"/>
            </a:xfrm>
            <a:prstGeom prst="rect">
              <a:avLst/>
            </a:prstGeom>
            <a:noFill/>
          </p:spPr>
          <p:txBody>
            <a:bodyPr wrap="square" rtlCol="0">
              <a:spAutoFit/>
            </a:bodyPr>
            <a:lstStyle/>
            <a:p>
              <a:pPr algn="ctr"/>
              <a:r>
                <a:rPr lang="zh-CN" altLang="en-US" sz="1400" dirty="0">
                  <a:solidFill>
                    <a:srgbClr val="992677"/>
                  </a:solidFill>
                  <a:cs typeface="+mn-ea"/>
                  <a:sym typeface="+mn-lt"/>
                </a:rPr>
                <a:t>此为内容</a:t>
              </a:r>
            </a:p>
          </p:txBody>
        </p:sp>
      </p:grpSp>
      <p:grpSp>
        <p:nvGrpSpPr>
          <p:cNvPr id="173" name="组合 172">
            <a:extLst>
              <a:ext uri="{FF2B5EF4-FFF2-40B4-BE49-F238E27FC236}">
                <a16:creationId xmlns:a16="http://schemas.microsoft.com/office/drawing/2014/main" id="{4BC66250-19D7-4EF8-94FD-091BEE007DA7}"/>
              </a:ext>
            </a:extLst>
          </p:cNvPr>
          <p:cNvGrpSpPr/>
          <p:nvPr/>
        </p:nvGrpSpPr>
        <p:grpSpPr>
          <a:xfrm>
            <a:off x="8302605" y="2517389"/>
            <a:ext cx="2409169" cy="3039635"/>
            <a:chOff x="9356502" y="420615"/>
            <a:chExt cx="2409169" cy="3039635"/>
          </a:xfrm>
        </p:grpSpPr>
        <p:grpSp>
          <p:nvGrpSpPr>
            <p:cNvPr id="174" name="组合 173">
              <a:extLst>
                <a:ext uri="{FF2B5EF4-FFF2-40B4-BE49-F238E27FC236}">
                  <a16:creationId xmlns:a16="http://schemas.microsoft.com/office/drawing/2014/main" id="{8EB15B1E-2CBE-4B6B-B0D2-B30CD5E1F1E9}"/>
                </a:ext>
              </a:extLst>
            </p:cNvPr>
            <p:cNvGrpSpPr/>
            <p:nvPr/>
          </p:nvGrpSpPr>
          <p:grpSpPr>
            <a:xfrm>
              <a:off x="9356502" y="420615"/>
              <a:ext cx="2409169" cy="3039635"/>
              <a:chOff x="3506309" y="420615"/>
              <a:chExt cx="2409169" cy="3039635"/>
            </a:xfrm>
          </p:grpSpPr>
          <p:grpSp>
            <p:nvGrpSpPr>
              <p:cNvPr id="176" name="组合 175">
                <a:extLst>
                  <a:ext uri="{FF2B5EF4-FFF2-40B4-BE49-F238E27FC236}">
                    <a16:creationId xmlns:a16="http://schemas.microsoft.com/office/drawing/2014/main" id="{AD1115DE-5C36-4B86-B9BA-19C4367624A5}"/>
                  </a:ext>
                </a:extLst>
              </p:cNvPr>
              <p:cNvGrpSpPr/>
              <p:nvPr/>
            </p:nvGrpSpPr>
            <p:grpSpPr>
              <a:xfrm>
                <a:off x="3506309" y="420615"/>
                <a:ext cx="2409169" cy="3039635"/>
                <a:chOff x="3575362" y="457128"/>
                <a:chExt cx="2683349" cy="3385567"/>
              </a:xfrm>
            </p:grpSpPr>
            <p:sp>
              <p:nvSpPr>
                <p:cNvPr id="179" name="矩形 178">
                  <a:extLst>
                    <a:ext uri="{FF2B5EF4-FFF2-40B4-BE49-F238E27FC236}">
                      <a16:creationId xmlns:a16="http://schemas.microsoft.com/office/drawing/2014/main" id="{1025CA4C-C561-4B5C-A5C6-4E2875D5E599}"/>
                    </a:ext>
                  </a:extLst>
                </p:cNvPr>
                <p:cNvSpPr/>
                <p:nvPr/>
              </p:nvSpPr>
              <p:spPr>
                <a:xfrm>
                  <a:off x="3575362" y="783749"/>
                  <a:ext cx="2683349" cy="2860829"/>
                </a:xfrm>
                <a:prstGeom prst="rect">
                  <a:avLst/>
                </a:prstGeom>
                <a:solidFill>
                  <a:schemeClr val="bg1"/>
                </a:solidFill>
                <a:ln>
                  <a:noFill/>
                </a:ln>
                <a:effectLst>
                  <a:outerShdw blurRad="50800" dist="38100" dir="5400000" algn="t" rotWithShape="0">
                    <a:srgbClr val="992677">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0" name="椭圆 179">
                  <a:extLst>
                    <a:ext uri="{FF2B5EF4-FFF2-40B4-BE49-F238E27FC236}">
                      <a16:creationId xmlns:a16="http://schemas.microsoft.com/office/drawing/2014/main" id="{34571E93-1381-45FE-B3A5-2630C03AA38B}"/>
                    </a:ext>
                  </a:extLst>
                </p:cNvPr>
                <p:cNvSpPr/>
                <p:nvPr/>
              </p:nvSpPr>
              <p:spPr>
                <a:xfrm>
                  <a:off x="4198749" y="457128"/>
                  <a:ext cx="1436575" cy="1400191"/>
                </a:xfrm>
                <a:prstGeom prst="ellipse">
                  <a:avLst/>
                </a:prstGeom>
                <a:solidFill>
                  <a:srgbClr val="AD5192"/>
                </a:solidFill>
                <a:ln>
                  <a:noFill/>
                </a:ln>
                <a:effectLst>
                  <a:outerShdw blurRad="254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1" name="平行四边形 180">
                  <a:extLst>
                    <a:ext uri="{FF2B5EF4-FFF2-40B4-BE49-F238E27FC236}">
                      <a16:creationId xmlns:a16="http://schemas.microsoft.com/office/drawing/2014/main" id="{17F951D8-1B83-46E5-8A9F-1256024D84DF}"/>
                    </a:ext>
                  </a:extLst>
                </p:cNvPr>
                <p:cNvSpPr/>
                <p:nvPr/>
              </p:nvSpPr>
              <p:spPr>
                <a:xfrm>
                  <a:off x="4198749" y="3481267"/>
                  <a:ext cx="1310378" cy="361428"/>
                </a:xfrm>
                <a:prstGeom prst="parallelogram">
                  <a:avLst/>
                </a:prstGeom>
                <a:solidFill>
                  <a:srgbClr val="AD5192"/>
                </a:solidFill>
                <a:ln>
                  <a:noFill/>
                </a:ln>
                <a:effectLst>
                  <a:outerShdw blurRad="50800" dist="38100" dir="27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cs typeface="+mn-ea"/>
                      <a:sym typeface="+mn-lt"/>
                    </a:rPr>
                    <a:t>身份</a:t>
                  </a:r>
                </a:p>
              </p:txBody>
            </p:sp>
          </p:grpSp>
          <p:sp>
            <p:nvSpPr>
              <p:cNvPr id="177" name="文本框 176">
                <a:extLst>
                  <a:ext uri="{FF2B5EF4-FFF2-40B4-BE49-F238E27FC236}">
                    <a16:creationId xmlns:a16="http://schemas.microsoft.com/office/drawing/2014/main" id="{D64B455E-D749-4F14-AE49-2BB06AB2F3F3}"/>
                  </a:ext>
                </a:extLst>
              </p:cNvPr>
              <p:cNvSpPr txBox="1"/>
              <p:nvPr/>
            </p:nvSpPr>
            <p:spPr>
              <a:xfrm>
                <a:off x="4311805" y="1786318"/>
                <a:ext cx="1289788" cy="369332"/>
              </a:xfrm>
              <a:prstGeom prst="rect">
                <a:avLst/>
              </a:prstGeom>
              <a:noFill/>
            </p:spPr>
            <p:txBody>
              <a:bodyPr wrap="square" rtlCol="0">
                <a:spAutoFit/>
              </a:bodyPr>
              <a:lstStyle/>
              <a:p>
                <a:endParaRPr lang="zh-CN" altLang="en-US" dirty="0">
                  <a:cs typeface="+mn-ea"/>
                  <a:sym typeface="+mn-lt"/>
                </a:endParaRPr>
              </a:p>
            </p:txBody>
          </p:sp>
          <p:sp>
            <p:nvSpPr>
              <p:cNvPr id="178" name="文本框 177">
                <a:extLst>
                  <a:ext uri="{FF2B5EF4-FFF2-40B4-BE49-F238E27FC236}">
                    <a16:creationId xmlns:a16="http://schemas.microsoft.com/office/drawing/2014/main" id="{1A610403-0BA1-48DB-87AB-CFFF081599C5}"/>
                  </a:ext>
                </a:extLst>
              </p:cNvPr>
              <p:cNvSpPr txBox="1"/>
              <p:nvPr/>
            </p:nvSpPr>
            <p:spPr>
              <a:xfrm>
                <a:off x="3621019" y="2280625"/>
                <a:ext cx="2294459" cy="307777"/>
              </a:xfrm>
              <a:prstGeom prst="rect">
                <a:avLst/>
              </a:prstGeom>
              <a:noFill/>
            </p:spPr>
            <p:txBody>
              <a:bodyPr wrap="square" rtlCol="0">
                <a:spAutoFit/>
              </a:bodyPr>
              <a:lstStyle/>
              <a:p>
                <a:pPr algn="ctr"/>
                <a:r>
                  <a:rPr lang="zh-CN" altLang="en-US" sz="1400" dirty="0">
                    <a:solidFill>
                      <a:srgbClr val="992677"/>
                    </a:solidFill>
                    <a:cs typeface="+mn-ea"/>
                    <a:sym typeface="+mn-lt"/>
                  </a:rPr>
                  <a:t>此为内容</a:t>
                </a:r>
              </a:p>
            </p:txBody>
          </p:sp>
        </p:grpSp>
        <p:sp>
          <p:nvSpPr>
            <p:cNvPr id="175" name="矩形 174">
              <a:extLst>
                <a:ext uri="{FF2B5EF4-FFF2-40B4-BE49-F238E27FC236}">
                  <a16:creationId xmlns:a16="http://schemas.microsoft.com/office/drawing/2014/main" id="{8E6BFE33-B931-4682-A149-4984FE481338}"/>
                </a:ext>
              </a:extLst>
            </p:cNvPr>
            <p:cNvSpPr/>
            <p:nvPr/>
          </p:nvSpPr>
          <p:spPr>
            <a:xfrm>
              <a:off x="9955792" y="1892563"/>
              <a:ext cx="1210588" cy="400110"/>
            </a:xfrm>
            <a:prstGeom prst="rect">
              <a:avLst/>
            </a:prstGeom>
          </p:spPr>
          <p:txBody>
            <a:bodyPr wrap="none">
              <a:spAutoFit/>
            </a:bodyPr>
            <a:lstStyle/>
            <a:p>
              <a:r>
                <a:rPr lang="zh-CN" altLang="en-US" sz="2000" b="1" dirty="0">
                  <a:solidFill>
                    <a:srgbClr val="992677"/>
                  </a:solidFill>
                  <a:cs typeface="+mn-ea"/>
                  <a:sym typeface="+mn-lt"/>
                </a:rPr>
                <a:t>人物介绍</a:t>
              </a:r>
            </a:p>
          </p:txBody>
        </p:sp>
      </p:grpSp>
      <p:sp>
        <p:nvSpPr>
          <p:cNvPr id="187" name="矩形 186">
            <a:extLst>
              <a:ext uri="{FF2B5EF4-FFF2-40B4-BE49-F238E27FC236}">
                <a16:creationId xmlns:a16="http://schemas.microsoft.com/office/drawing/2014/main" id="{2332C5C2-A6D8-4FF0-A0BF-21B4E012AEA0}"/>
              </a:ext>
            </a:extLst>
          </p:cNvPr>
          <p:cNvSpPr/>
          <p:nvPr/>
        </p:nvSpPr>
        <p:spPr>
          <a:xfrm>
            <a:off x="5881360" y="1929443"/>
            <a:ext cx="315976" cy="149087"/>
          </a:xfrm>
          <a:prstGeom prst="rect">
            <a:avLst/>
          </a:prstGeom>
          <a:solidFill>
            <a:srgbClr val="D6A8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3" name="矩形 192">
            <a:extLst>
              <a:ext uri="{FF2B5EF4-FFF2-40B4-BE49-F238E27FC236}">
                <a16:creationId xmlns:a16="http://schemas.microsoft.com/office/drawing/2014/main" id="{3F12FD7B-C2FF-4EB2-A283-DC51D06A7607}"/>
              </a:ext>
            </a:extLst>
          </p:cNvPr>
          <p:cNvSpPr/>
          <p:nvPr/>
        </p:nvSpPr>
        <p:spPr>
          <a:xfrm>
            <a:off x="9292550" y="1929443"/>
            <a:ext cx="315976" cy="149087"/>
          </a:xfrm>
          <a:prstGeom prst="rect">
            <a:avLst/>
          </a:prstGeom>
          <a:solidFill>
            <a:srgbClr val="AD5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4" name="矩形 193">
            <a:extLst>
              <a:ext uri="{FF2B5EF4-FFF2-40B4-BE49-F238E27FC236}">
                <a16:creationId xmlns:a16="http://schemas.microsoft.com/office/drawing/2014/main" id="{0F3D3ABB-CED9-4907-9990-17FD3AD34021}"/>
              </a:ext>
            </a:extLst>
          </p:cNvPr>
          <p:cNvSpPr/>
          <p:nvPr/>
        </p:nvSpPr>
        <p:spPr>
          <a:xfrm>
            <a:off x="2507163" y="1929443"/>
            <a:ext cx="315976" cy="149087"/>
          </a:xfrm>
          <a:prstGeom prst="rect">
            <a:avLst/>
          </a:prstGeom>
          <a:solidFill>
            <a:srgbClr val="C27D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a:extLst>
              <a:ext uri="{FF2B5EF4-FFF2-40B4-BE49-F238E27FC236}">
                <a16:creationId xmlns:a16="http://schemas.microsoft.com/office/drawing/2014/main" id="{14819157-3861-4C59-B711-52F38374B783}"/>
              </a:ext>
            </a:extLst>
          </p:cNvPr>
          <p:cNvSpPr>
            <a:spLocks noGrp="1"/>
          </p:cNvSpPr>
          <p:nvPr>
            <p:ph type="title"/>
          </p:nvPr>
        </p:nvSpPr>
        <p:spPr/>
        <p:txBody>
          <a:bodyPr>
            <a:normAutofit fontScale="90000"/>
          </a:bodyPr>
          <a:lstStyle/>
          <a:p>
            <a:endParaRPr lang="zh-CN" altLang="en-US">
              <a:latin typeface="+mn-lt"/>
              <a:ea typeface="+mn-ea"/>
              <a:cs typeface="+mn-ea"/>
              <a:sym typeface="+mn-lt"/>
            </a:endParaRPr>
          </a:p>
        </p:txBody>
      </p:sp>
      <p:sp>
        <p:nvSpPr>
          <p:cNvPr id="36" name="woman_317837">
            <a:extLst>
              <a:ext uri="{FF2B5EF4-FFF2-40B4-BE49-F238E27FC236}">
                <a16:creationId xmlns:a16="http://schemas.microsoft.com/office/drawing/2014/main" id="{493636EC-C476-4AF5-91CD-6F0DA5E6723E}"/>
              </a:ext>
            </a:extLst>
          </p:cNvPr>
          <p:cNvSpPr>
            <a:spLocks noChangeAspect="1"/>
          </p:cNvSpPr>
          <p:nvPr/>
        </p:nvSpPr>
        <p:spPr bwMode="auto">
          <a:xfrm>
            <a:off x="5690718" y="2822133"/>
            <a:ext cx="810564" cy="993218"/>
          </a:xfrm>
          <a:custGeom>
            <a:avLst/>
            <a:gdLst>
              <a:gd name="connsiteX0" fmla="*/ 146458 w 495087"/>
              <a:gd name="connsiteY0" fmla="*/ 391638 h 606651"/>
              <a:gd name="connsiteX1" fmla="*/ 145536 w 495087"/>
              <a:gd name="connsiteY1" fmla="*/ 400729 h 606651"/>
              <a:gd name="connsiteX2" fmla="*/ 116325 w 495087"/>
              <a:gd name="connsiteY2" fmla="*/ 489968 h 606651"/>
              <a:gd name="connsiteX3" fmla="*/ 164203 w 495087"/>
              <a:gd name="connsiteY3" fmla="*/ 458150 h 606651"/>
              <a:gd name="connsiteX4" fmla="*/ 247515 w 495087"/>
              <a:gd name="connsiteY4" fmla="*/ 562291 h 606651"/>
              <a:gd name="connsiteX5" fmla="*/ 330884 w 495087"/>
              <a:gd name="connsiteY5" fmla="*/ 458150 h 606651"/>
              <a:gd name="connsiteX6" fmla="*/ 378762 w 495087"/>
              <a:gd name="connsiteY6" fmla="*/ 489968 h 606651"/>
              <a:gd name="connsiteX7" fmla="*/ 349551 w 495087"/>
              <a:gd name="connsiteY7" fmla="*/ 400729 h 606651"/>
              <a:gd name="connsiteX8" fmla="*/ 348629 w 495087"/>
              <a:gd name="connsiteY8" fmla="*/ 391638 h 606651"/>
              <a:gd name="connsiteX9" fmla="*/ 436492 w 495087"/>
              <a:gd name="connsiteY9" fmla="*/ 421500 h 606651"/>
              <a:gd name="connsiteX10" fmla="*/ 448361 w 495087"/>
              <a:gd name="connsiteY10" fmla="*/ 428461 h 606651"/>
              <a:gd name="connsiteX11" fmla="*/ 489671 w 495087"/>
              <a:gd name="connsiteY11" fmla="*/ 484732 h 606651"/>
              <a:gd name="connsiteX12" fmla="*/ 492667 w 495087"/>
              <a:gd name="connsiteY12" fmla="*/ 500785 h 606651"/>
              <a:gd name="connsiteX13" fmla="*/ 494165 w 495087"/>
              <a:gd name="connsiteY13" fmla="*/ 513673 h 606651"/>
              <a:gd name="connsiteX14" fmla="*/ 495087 w 495087"/>
              <a:gd name="connsiteY14" fmla="*/ 536457 h 606651"/>
              <a:gd name="connsiteX15" fmla="*/ 494741 w 495087"/>
              <a:gd name="connsiteY15" fmla="*/ 549460 h 606651"/>
              <a:gd name="connsiteX16" fmla="*/ 480856 w 495087"/>
              <a:gd name="connsiteY16" fmla="*/ 587262 h 606651"/>
              <a:gd name="connsiteX17" fmla="*/ 433554 w 495087"/>
              <a:gd name="connsiteY17" fmla="*/ 606651 h 606651"/>
              <a:gd name="connsiteX18" fmla="*/ 247515 w 495087"/>
              <a:gd name="connsiteY18" fmla="*/ 606594 h 606651"/>
              <a:gd name="connsiteX19" fmla="*/ 61533 w 495087"/>
              <a:gd name="connsiteY19" fmla="*/ 606651 h 606651"/>
              <a:gd name="connsiteX20" fmla="*/ 14231 w 495087"/>
              <a:gd name="connsiteY20" fmla="*/ 587262 h 606651"/>
              <a:gd name="connsiteX21" fmla="*/ 346 w 495087"/>
              <a:gd name="connsiteY21" fmla="*/ 549460 h 606651"/>
              <a:gd name="connsiteX22" fmla="*/ 0 w 495087"/>
              <a:gd name="connsiteY22" fmla="*/ 536457 h 606651"/>
              <a:gd name="connsiteX23" fmla="*/ 922 w 495087"/>
              <a:gd name="connsiteY23" fmla="*/ 513673 h 606651"/>
              <a:gd name="connsiteX24" fmla="*/ 2420 w 495087"/>
              <a:gd name="connsiteY24" fmla="*/ 500785 h 606651"/>
              <a:gd name="connsiteX25" fmla="*/ 5416 w 495087"/>
              <a:gd name="connsiteY25" fmla="*/ 484732 h 606651"/>
              <a:gd name="connsiteX26" fmla="*/ 46726 w 495087"/>
              <a:gd name="connsiteY26" fmla="*/ 428461 h 606651"/>
              <a:gd name="connsiteX27" fmla="*/ 58595 w 495087"/>
              <a:gd name="connsiteY27" fmla="*/ 421500 h 606651"/>
              <a:gd name="connsiteX28" fmla="*/ 146458 w 495087"/>
              <a:gd name="connsiteY28" fmla="*/ 391638 h 606651"/>
              <a:gd name="connsiteX29" fmla="*/ 247341 w 495087"/>
              <a:gd name="connsiteY29" fmla="*/ 0 h 606651"/>
              <a:gd name="connsiteX30" fmla="*/ 247514 w 495087"/>
              <a:gd name="connsiteY30" fmla="*/ 0 h 606651"/>
              <a:gd name="connsiteX31" fmla="*/ 247745 w 495087"/>
              <a:gd name="connsiteY31" fmla="*/ 0 h 606651"/>
              <a:gd name="connsiteX32" fmla="*/ 414430 w 495087"/>
              <a:gd name="connsiteY32" fmla="*/ 171035 h 606651"/>
              <a:gd name="connsiteX33" fmla="*/ 399392 w 495087"/>
              <a:gd name="connsiteY33" fmla="*/ 241451 h 606651"/>
              <a:gd name="connsiteX34" fmla="*/ 393457 w 495087"/>
              <a:gd name="connsiteY34" fmla="*/ 261241 h 606651"/>
              <a:gd name="connsiteX35" fmla="*/ 390346 w 495087"/>
              <a:gd name="connsiteY35" fmla="*/ 280916 h 606651"/>
              <a:gd name="connsiteX36" fmla="*/ 390807 w 495087"/>
              <a:gd name="connsiteY36" fmla="*/ 287014 h 606651"/>
              <a:gd name="connsiteX37" fmla="*/ 406940 w 495087"/>
              <a:gd name="connsiteY37" fmla="*/ 316009 h 606651"/>
              <a:gd name="connsiteX38" fmla="*/ 327659 w 495087"/>
              <a:gd name="connsiteY38" fmla="*/ 350987 h 606651"/>
              <a:gd name="connsiteX39" fmla="*/ 301501 w 495087"/>
              <a:gd name="connsiteY39" fmla="*/ 355014 h 606651"/>
              <a:gd name="connsiteX40" fmla="*/ 292571 w 495087"/>
              <a:gd name="connsiteY40" fmla="*/ 356682 h 606651"/>
              <a:gd name="connsiteX41" fmla="*/ 307090 w 495087"/>
              <a:gd name="connsiteY41" fmla="*/ 398967 h 606651"/>
              <a:gd name="connsiteX42" fmla="*/ 247745 w 495087"/>
              <a:gd name="connsiteY42" fmla="*/ 498262 h 606651"/>
              <a:gd name="connsiteX43" fmla="*/ 247341 w 495087"/>
              <a:gd name="connsiteY43" fmla="*/ 498262 h 606651"/>
              <a:gd name="connsiteX44" fmla="*/ 187996 w 495087"/>
              <a:gd name="connsiteY44" fmla="*/ 398967 h 606651"/>
              <a:gd name="connsiteX45" fmla="*/ 202515 w 495087"/>
              <a:gd name="connsiteY45" fmla="*/ 356682 h 606651"/>
              <a:gd name="connsiteX46" fmla="*/ 193585 w 495087"/>
              <a:gd name="connsiteY46" fmla="*/ 355014 h 606651"/>
              <a:gd name="connsiteX47" fmla="*/ 167427 w 495087"/>
              <a:gd name="connsiteY47" fmla="*/ 350987 h 606651"/>
              <a:gd name="connsiteX48" fmla="*/ 88146 w 495087"/>
              <a:gd name="connsiteY48" fmla="*/ 316009 h 606651"/>
              <a:gd name="connsiteX49" fmla="*/ 104221 w 495087"/>
              <a:gd name="connsiteY49" fmla="*/ 287014 h 606651"/>
              <a:gd name="connsiteX50" fmla="*/ 104740 w 495087"/>
              <a:gd name="connsiteY50" fmla="*/ 280916 h 606651"/>
              <a:gd name="connsiteX51" fmla="*/ 101629 w 495087"/>
              <a:gd name="connsiteY51" fmla="*/ 261241 h 606651"/>
              <a:gd name="connsiteX52" fmla="*/ 95694 w 495087"/>
              <a:gd name="connsiteY52" fmla="*/ 241451 h 606651"/>
              <a:gd name="connsiteX53" fmla="*/ 80656 w 495087"/>
              <a:gd name="connsiteY53" fmla="*/ 171035 h 606651"/>
              <a:gd name="connsiteX54" fmla="*/ 247341 w 495087"/>
              <a:gd name="connsiteY54" fmla="*/ 0 h 60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95087" h="606651">
                <a:moveTo>
                  <a:pt x="146458" y="391638"/>
                </a:moveTo>
                <a:cubicBezTo>
                  <a:pt x="145997" y="394400"/>
                  <a:pt x="145651" y="397449"/>
                  <a:pt x="145536" y="400729"/>
                </a:cubicBezTo>
                <a:cubicBezTo>
                  <a:pt x="134301" y="408554"/>
                  <a:pt x="101287" y="436919"/>
                  <a:pt x="116325" y="489968"/>
                </a:cubicBezTo>
                <a:cubicBezTo>
                  <a:pt x="116325" y="489968"/>
                  <a:pt x="140005" y="461775"/>
                  <a:pt x="164203" y="458150"/>
                </a:cubicBezTo>
                <a:cubicBezTo>
                  <a:pt x="187192" y="498253"/>
                  <a:pt x="226428" y="549000"/>
                  <a:pt x="247515" y="562291"/>
                </a:cubicBezTo>
                <a:cubicBezTo>
                  <a:pt x="268659" y="549000"/>
                  <a:pt x="307838" y="498253"/>
                  <a:pt x="330884" y="458150"/>
                </a:cubicBezTo>
                <a:cubicBezTo>
                  <a:pt x="355082" y="461775"/>
                  <a:pt x="378762" y="489968"/>
                  <a:pt x="378762" y="489968"/>
                </a:cubicBezTo>
                <a:cubicBezTo>
                  <a:pt x="393742" y="436919"/>
                  <a:pt x="360728" y="408554"/>
                  <a:pt x="349551" y="400729"/>
                </a:cubicBezTo>
                <a:cubicBezTo>
                  <a:pt x="349436" y="397449"/>
                  <a:pt x="349090" y="394400"/>
                  <a:pt x="348629" y="391638"/>
                </a:cubicBezTo>
                <a:cubicBezTo>
                  <a:pt x="350703" y="392271"/>
                  <a:pt x="431134" y="418680"/>
                  <a:pt x="436492" y="421500"/>
                </a:cubicBezTo>
                <a:cubicBezTo>
                  <a:pt x="440525" y="423628"/>
                  <a:pt x="444501" y="425872"/>
                  <a:pt x="448361" y="428461"/>
                </a:cubicBezTo>
                <a:cubicBezTo>
                  <a:pt x="468872" y="442385"/>
                  <a:pt x="484083" y="460279"/>
                  <a:pt x="489671" y="484732"/>
                </a:cubicBezTo>
                <a:cubicBezTo>
                  <a:pt x="490132" y="486861"/>
                  <a:pt x="492667" y="500785"/>
                  <a:pt x="492667" y="500785"/>
                </a:cubicBezTo>
                <a:cubicBezTo>
                  <a:pt x="493301" y="505042"/>
                  <a:pt x="493819" y="509357"/>
                  <a:pt x="494165" y="513673"/>
                </a:cubicBezTo>
                <a:cubicBezTo>
                  <a:pt x="494165" y="513845"/>
                  <a:pt x="495087" y="536342"/>
                  <a:pt x="495087" y="536457"/>
                </a:cubicBezTo>
                <a:cubicBezTo>
                  <a:pt x="495087" y="536457"/>
                  <a:pt x="494857" y="546986"/>
                  <a:pt x="494741" y="549460"/>
                </a:cubicBezTo>
                <a:cubicBezTo>
                  <a:pt x="493992" y="563442"/>
                  <a:pt x="491054" y="576445"/>
                  <a:pt x="480856" y="587262"/>
                </a:cubicBezTo>
                <a:cubicBezTo>
                  <a:pt x="467893" y="601013"/>
                  <a:pt x="452106" y="606651"/>
                  <a:pt x="433554" y="606651"/>
                </a:cubicBezTo>
                <a:cubicBezTo>
                  <a:pt x="371560" y="606594"/>
                  <a:pt x="309566" y="606594"/>
                  <a:pt x="247515" y="606594"/>
                </a:cubicBezTo>
                <a:cubicBezTo>
                  <a:pt x="185521" y="606594"/>
                  <a:pt x="123527" y="606594"/>
                  <a:pt x="61533" y="606651"/>
                </a:cubicBezTo>
                <a:cubicBezTo>
                  <a:pt x="42981" y="606651"/>
                  <a:pt x="27194" y="601013"/>
                  <a:pt x="14231" y="587262"/>
                </a:cubicBezTo>
                <a:cubicBezTo>
                  <a:pt x="4033" y="576445"/>
                  <a:pt x="1095" y="563442"/>
                  <a:pt x="346" y="549460"/>
                </a:cubicBezTo>
                <a:cubicBezTo>
                  <a:pt x="230" y="546986"/>
                  <a:pt x="0" y="536457"/>
                  <a:pt x="0" y="536457"/>
                </a:cubicBezTo>
                <a:cubicBezTo>
                  <a:pt x="0" y="536342"/>
                  <a:pt x="864" y="513845"/>
                  <a:pt x="922" y="513673"/>
                </a:cubicBezTo>
                <a:cubicBezTo>
                  <a:pt x="1268" y="509357"/>
                  <a:pt x="1786" y="505042"/>
                  <a:pt x="2420" y="500785"/>
                </a:cubicBezTo>
                <a:cubicBezTo>
                  <a:pt x="2420" y="500785"/>
                  <a:pt x="4897" y="486861"/>
                  <a:pt x="5416" y="484732"/>
                </a:cubicBezTo>
                <a:cubicBezTo>
                  <a:pt x="11004" y="460279"/>
                  <a:pt x="26215" y="442385"/>
                  <a:pt x="46726" y="428461"/>
                </a:cubicBezTo>
                <a:cubicBezTo>
                  <a:pt x="50586" y="425872"/>
                  <a:pt x="54562" y="423628"/>
                  <a:pt x="58595" y="421500"/>
                </a:cubicBezTo>
                <a:cubicBezTo>
                  <a:pt x="63953" y="418680"/>
                  <a:pt x="144384" y="392271"/>
                  <a:pt x="146458" y="391638"/>
                </a:cubicBezTo>
                <a:close/>
                <a:moveTo>
                  <a:pt x="247341" y="0"/>
                </a:moveTo>
                <a:cubicBezTo>
                  <a:pt x="247399" y="0"/>
                  <a:pt x="247457" y="0"/>
                  <a:pt x="247514" y="0"/>
                </a:cubicBezTo>
                <a:cubicBezTo>
                  <a:pt x="247629" y="0"/>
                  <a:pt x="247687" y="0"/>
                  <a:pt x="247745" y="0"/>
                </a:cubicBezTo>
                <a:cubicBezTo>
                  <a:pt x="340104" y="1726"/>
                  <a:pt x="414430" y="77607"/>
                  <a:pt x="414430" y="171035"/>
                </a:cubicBezTo>
                <a:cubicBezTo>
                  <a:pt x="414430" y="196118"/>
                  <a:pt x="409072" y="219993"/>
                  <a:pt x="399392" y="241451"/>
                </a:cubicBezTo>
                <a:cubicBezTo>
                  <a:pt x="397375" y="248067"/>
                  <a:pt x="395301" y="254625"/>
                  <a:pt x="393457" y="261241"/>
                </a:cubicBezTo>
                <a:cubicBezTo>
                  <a:pt x="391499" y="268202"/>
                  <a:pt x="390289" y="274703"/>
                  <a:pt x="390346" y="280916"/>
                </a:cubicBezTo>
                <a:cubicBezTo>
                  <a:pt x="390346" y="282987"/>
                  <a:pt x="390519" y="285058"/>
                  <a:pt x="390807" y="287014"/>
                </a:cubicBezTo>
                <a:cubicBezTo>
                  <a:pt x="392593" y="292882"/>
                  <a:pt x="404981" y="312672"/>
                  <a:pt x="406940" y="316009"/>
                </a:cubicBezTo>
                <a:cubicBezTo>
                  <a:pt x="385103" y="339539"/>
                  <a:pt x="356179" y="345004"/>
                  <a:pt x="327659" y="350987"/>
                </a:cubicBezTo>
                <a:cubicBezTo>
                  <a:pt x="319247" y="352770"/>
                  <a:pt x="310605" y="353806"/>
                  <a:pt x="301501" y="355014"/>
                </a:cubicBezTo>
                <a:cubicBezTo>
                  <a:pt x="298563" y="355532"/>
                  <a:pt x="295567" y="356107"/>
                  <a:pt x="292571" y="356682"/>
                </a:cubicBezTo>
                <a:lnTo>
                  <a:pt x="307090" y="398967"/>
                </a:lnTo>
                <a:cubicBezTo>
                  <a:pt x="307090" y="398967"/>
                  <a:pt x="307493" y="460696"/>
                  <a:pt x="247745" y="498262"/>
                </a:cubicBezTo>
                <a:lnTo>
                  <a:pt x="247341" y="498262"/>
                </a:lnTo>
                <a:cubicBezTo>
                  <a:pt x="187593" y="460696"/>
                  <a:pt x="187996" y="398967"/>
                  <a:pt x="187996" y="398967"/>
                </a:cubicBezTo>
                <a:lnTo>
                  <a:pt x="202515" y="356682"/>
                </a:lnTo>
                <a:cubicBezTo>
                  <a:pt x="199519" y="356107"/>
                  <a:pt x="196523" y="355532"/>
                  <a:pt x="193585" y="355014"/>
                </a:cubicBezTo>
                <a:cubicBezTo>
                  <a:pt x="184481" y="353806"/>
                  <a:pt x="175839" y="352770"/>
                  <a:pt x="167427" y="350987"/>
                </a:cubicBezTo>
                <a:cubicBezTo>
                  <a:pt x="138907" y="345004"/>
                  <a:pt x="109983" y="339539"/>
                  <a:pt x="88146" y="316009"/>
                </a:cubicBezTo>
                <a:cubicBezTo>
                  <a:pt x="90105" y="312672"/>
                  <a:pt x="102493" y="292882"/>
                  <a:pt x="104221" y="287014"/>
                </a:cubicBezTo>
                <a:cubicBezTo>
                  <a:pt x="104567" y="285058"/>
                  <a:pt x="104740" y="282987"/>
                  <a:pt x="104740" y="280916"/>
                </a:cubicBezTo>
                <a:cubicBezTo>
                  <a:pt x="104797" y="274703"/>
                  <a:pt x="103530" y="268202"/>
                  <a:pt x="101629" y="261241"/>
                </a:cubicBezTo>
                <a:cubicBezTo>
                  <a:pt x="99785" y="254625"/>
                  <a:pt x="97711" y="248067"/>
                  <a:pt x="95694" y="241451"/>
                </a:cubicBezTo>
                <a:cubicBezTo>
                  <a:pt x="86014" y="219993"/>
                  <a:pt x="80656" y="196118"/>
                  <a:pt x="80656" y="171035"/>
                </a:cubicBezTo>
                <a:cubicBezTo>
                  <a:pt x="80656" y="77607"/>
                  <a:pt x="154982" y="1726"/>
                  <a:pt x="247341"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46" name="woman_317837">
            <a:extLst>
              <a:ext uri="{FF2B5EF4-FFF2-40B4-BE49-F238E27FC236}">
                <a16:creationId xmlns:a16="http://schemas.microsoft.com/office/drawing/2014/main" id="{11A0EC0D-39BB-426D-B8BD-09C024A0F78F}"/>
              </a:ext>
            </a:extLst>
          </p:cNvPr>
          <p:cNvSpPr>
            <a:spLocks noChangeAspect="1"/>
          </p:cNvSpPr>
          <p:nvPr/>
        </p:nvSpPr>
        <p:spPr bwMode="auto">
          <a:xfrm>
            <a:off x="2227088" y="2822133"/>
            <a:ext cx="915440" cy="993218"/>
          </a:xfrm>
          <a:custGeom>
            <a:avLst/>
            <a:gdLst>
              <a:gd name="connsiteX0" fmla="*/ 191479 w 561065"/>
              <a:gd name="connsiteY0" fmla="*/ 375902 h 608735"/>
              <a:gd name="connsiteX1" fmla="*/ 245437 w 561065"/>
              <a:gd name="connsiteY1" fmla="*/ 535655 h 608735"/>
              <a:gd name="connsiteX2" fmla="*/ 250809 w 561065"/>
              <a:gd name="connsiteY2" fmla="*/ 420563 h 608735"/>
              <a:gd name="connsiteX3" fmla="*/ 246371 w 561065"/>
              <a:gd name="connsiteY3" fmla="*/ 411817 h 608735"/>
              <a:gd name="connsiteX4" fmla="*/ 228911 w 561065"/>
              <a:gd name="connsiteY4" fmla="*/ 377418 h 608735"/>
              <a:gd name="connsiteX5" fmla="*/ 280299 w 561065"/>
              <a:gd name="connsiteY5" fmla="*/ 393743 h 608735"/>
              <a:gd name="connsiteX6" fmla="*/ 332563 w 561065"/>
              <a:gd name="connsiteY6" fmla="*/ 376718 h 608735"/>
              <a:gd name="connsiteX7" fmla="*/ 314811 w 561065"/>
              <a:gd name="connsiteY7" fmla="*/ 411817 h 608735"/>
              <a:gd name="connsiteX8" fmla="*/ 310373 w 561065"/>
              <a:gd name="connsiteY8" fmla="*/ 420563 h 608735"/>
              <a:gd name="connsiteX9" fmla="*/ 315745 w 561065"/>
              <a:gd name="connsiteY9" fmla="*/ 535655 h 608735"/>
              <a:gd name="connsiteX10" fmla="*/ 369644 w 561065"/>
              <a:gd name="connsiteY10" fmla="*/ 375960 h 608735"/>
              <a:gd name="connsiteX11" fmla="*/ 443223 w 561065"/>
              <a:gd name="connsiteY11" fmla="*/ 403946 h 608735"/>
              <a:gd name="connsiteX12" fmla="*/ 506290 w 561065"/>
              <a:gd name="connsiteY12" fmla="*/ 430241 h 608735"/>
              <a:gd name="connsiteX13" fmla="*/ 507925 w 561065"/>
              <a:gd name="connsiteY13" fmla="*/ 430999 h 608735"/>
              <a:gd name="connsiteX14" fmla="*/ 510728 w 561065"/>
              <a:gd name="connsiteY14" fmla="*/ 432573 h 608735"/>
              <a:gd name="connsiteX15" fmla="*/ 528831 w 561065"/>
              <a:gd name="connsiteY15" fmla="*/ 452630 h 608735"/>
              <a:gd name="connsiteX16" fmla="*/ 528831 w 561065"/>
              <a:gd name="connsiteY16" fmla="*/ 452688 h 608735"/>
              <a:gd name="connsiteX17" fmla="*/ 532042 w 561065"/>
              <a:gd name="connsiteY17" fmla="*/ 462308 h 608735"/>
              <a:gd name="connsiteX18" fmla="*/ 558671 w 561065"/>
              <a:gd name="connsiteY18" fmla="*/ 548307 h 608735"/>
              <a:gd name="connsiteX19" fmla="*/ 560539 w 561065"/>
              <a:gd name="connsiteY19" fmla="*/ 555828 h 608735"/>
              <a:gd name="connsiteX20" fmla="*/ 561065 w 561065"/>
              <a:gd name="connsiteY20" fmla="*/ 562824 h 608735"/>
              <a:gd name="connsiteX21" fmla="*/ 515166 w 561065"/>
              <a:gd name="connsiteY21" fmla="*/ 608710 h 608735"/>
              <a:gd name="connsiteX22" fmla="*/ 471311 w 561065"/>
              <a:gd name="connsiteY22" fmla="*/ 608710 h 608735"/>
              <a:gd name="connsiteX23" fmla="*/ 283044 w 561065"/>
              <a:gd name="connsiteY23" fmla="*/ 608710 h 608735"/>
              <a:gd name="connsiteX24" fmla="*/ 280532 w 561065"/>
              <a:gd name="connsiteY24" fmla="*/ 608710 h 608735"/>
              <a:gd name="connsiteX25" fmla="*/ 278080 w 561065"/>
              <a:gd name="connsiteY25" fmla="*/ 608710 h 608735"/>
              <a:gd name="connsiteX26" fmla="*/ 89812 w 561065"/>
              <a:gd name="connsiteY26" fmla="*/ 608710 h 608735"/>
              <a:gd name="connsiteX27" fmla="*/ 45957 w 561065"/>
              <a:gd name="connsiteY27" fmla="*/ 608710 h 608735"/>
              <a:gd name="connsiteX28" fmla="*/ 0 w 561065"/>
              <a:gd name="connsiteY28" fmla="*/ 562824 h 608735"/>
              <a:gd name="connsiteX29" fmla="*/ 584 w 561065"/>
              <a:gd name="connsiteY29" fmla="*/ 555828 h 608735"/>
              <a:gd name="connsiteX30" fmla="*/ 2453 w 561065"/>
              <a:gd name="connsiteY30" fmla="*/ 548307 h 608735"/>
              <a:gd name="connsiteX31" fmla="*/ 29081 w 561065"/>
              <a:gd name="connsiteY31" fmla="*/ 462308 h 608735"/>
              <a:gd name="connsiteX32" fmla="*/ 32234 w 561065"/>
              <a:gd name="connsiteY32" fmla="*/ 452688 h 608735"/>
              <a:gd name="connsiteX33" fmla="*/ 32234 w 561065"/>
              <a:gd name="connsiteY33" fmla="*/ 452630 h 608735"/>
              <a:gd name="connsiteX34" fmla="*/ 50395 w 561065"/>
              <a:gd name="connsiteY34" fmla="*/ 432457 h 608735"/>
              <a:gd name="connsiteX35" fmla="*/ 53198 w 561065"/>
              <a:gd name="connsiteY35" fmla="*/ 430941 h 608735"/>
              <a:gd name="connsiteX36" fmla="*/ 54833 w 561065"/>
              <a:gd name="connsiteY36" fmla="*/ 430125 h 608735"/>
              <a:gd name="connsiteX37" fmla="*/ 117901 w 561065"/>
              <a:gd name="connsiteY37" fmla="*/ 403888 h 608735"/>
              <a:gd name="connsiteX38" fmla="*/ 191479 w 561065"/>
              <a:gd name="connsiteY38" fmla="*/ 375902 h 608735"/>
              <a:gd name="connsiteX39" fmla="*/ 277747 w 561065"/>
              <a:gd name="connsiteY39" fmla="*/ 0 h 608735"/>
              <a:gd name="connsiteX40" fmla="*/ 277980 w 561065"/>
              <a:gd name="connsiteY40" fmla="*/ 0 h 608735"/>
              <a:gd name="connsiteX41" fmla="*/ 278214 w 561065"/>
              <a:gd name="connsiteY41" fmla="*/ 0 h 608735"/>
              <a:gd name="connsiteX42" fmla="*/ 280491 w 561065"/>
              <a:gd name="connsiteY42" fmla="*/ 0 h 608735"/>
              <a:gd name="connsiteX43" fmla="*/ 282768 w 561065"/>
              <a:gd name="connsiteY43" fmla="*/ 0 h 608735"/>
              <a:gd name="connsiteX44" fmla="*/ 283001 w 561065"/>
              <a:gd name="connsiteY44" fmla="*/ 0 h 608735"/>
              <a:gd name="connsiteX45" fmla="*/ 283235 w 561065"/>
              <a:gd name="connsiteY45" fmla="*/ 0 h 608735"/>
              <a:gd name="connsiteX46" fmla="*/ 401988 w 561065"/>
              <a:gd name="connsiteY46" fmla="*/ 118656 h 608735"/>
              <a:gd name="connsiteX47" fmla="*/ 400470 w 561065"/>
              <a:gd name="connsiteY47" fmla="*/ 162854 h 608735"/>
              <a:gd name="connsiteX48" fmla="*/ 427093 w 561065"/>
              <a:gd name="connsiteY48" fmla="*/ 188509 h 608735"/>
              <a:gd name="connsiteX49" fmla="*/ 394456 w 561065"/>
              <a:gd name="connsiteY49" fmla="*/ 242969 h 608735"/>
              <a:gd name="connsiteX50" fmla="*/ 342436 w 561065"/>
              <a:gd name="connsiteY50" fmla="*/ 326465 h 608735"/>
              <a:gd name="connsiteX51" fmla="*/ 283001 w 561065"/>
              <a:gd name="connsiteY51" fmla="*/ 354745 h 608735"/>
              <a:gd name="connsiteX52" fmla="*/ 280491 w 561065"/>
              <a:gd name="connsiteY52" fmla="*/ 354803 h 608735"/>
              <a:gd name="connsiteX53" fmla="*/ 277980 w 561065"/>
              <a:gd name="connsiteY53" fmla="*/ 354745 h 608735"/>
              <a:gd name="connsiteX54" fmla="*/ 218136 w 561065"/>
              <a:gd name="connsiteY54" fmla="*/ 326116 h 608735"/>
              <a:gd name="connsiteX55" fmla="*/ 166467 w 561065"/>
              <a:gd name="connsiteY55" fmla="*/ 242969 h 608735"/>
              <a:gd name="connsiteX56" fmla="*/ 133830 w 561065"/>
              <a:gd name="connsiteY56" fmla="*/ 188509 h 608735"/>
              <a:gd name="connsiteX57" fmla="*/ 160453 w 561065"/>
              <a:gd name="connsiteY57" fmla="*/ 162970 h 608735"/>
              <a:gd name="connsiteX58" fmla="*/ 158877 w 561065"/>
              <a:gd name="connsiteY58" fmla="*/ 118715 h 608735"/>
              <a:gd name="connsiteX59" fmla="*/ 277747 w 561065"/>
              <a:gd name="connsiteY59" fmla="*/ 0 h 60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61065" h="608735">
                <a:moveTo>
                  <a:pt x="191479" y="375902"/>
                </a:moveTo>
                <a:cubicBezTo>
                  <a:pt x="195917" y="394559"/>
                  <a:pt x="238604" y="518455"/>
                  <a:pt x="245437" y="535655"/>
                </a:cubicBezTo>
                <a:lnTo>
                  <a:pt x="250809" y="420563"/>
                </a:lnTo>
                <a:cubicBezTo>
                  <a:pt x="248999" y="417881"/>
                  <a:pt x="247773" y="414732"/>
                  <a:pt x="246371" y="411817"/>
                </a:cubicBezTo>
                <a:lnTo>
                  <a:pt x="228911" y="377418"/>
                </a:lnTo>
                <a:cubicBezTo>
                  <a:pt x="241466" y="387446"/>
                  <a:pt x="259860" y="393743"/>
                  <a:pt x="280299" y="393743"/>
                </a:cubicBezTo>
                <a:cubicBezTo>
                  <a:pt x="301263" y="393743"/>
                  <a:pt x="320008" y="387155"/>
                  <a:pt x="332563" y="376718"/>
                </a:cubicBezTo>
                <a:lnTo>
                  <a:pt x="314811" y="411817"/>
                </a:lnTo>
                <a:cubicBezTo>
                  <a:pt x="313409" y="414732"/>
                  <a:pt x="312183" y="417881"/>
                  <a:pt x="310373" y="420563"/>
                </a:cubicBezTo>
                <a:lnTo>
                  <a:pt x="315745" y="535655"/>
                </a:lnTo>
                <a:cubicBezTo>
                  <a:pt x="322519" y="518455"/>
                  <a:pt x="365089" y="394618"/>
                  <a:pt x="369644" y="375960"/>
                </a:cubicBezTo>
                <a:cubicBezTo>
                  <a:pt x="394754" y="384881"/>
                  <a:pt x="419397" y="393685"/>
                  <a:pt x="443223" y="403946"/>
                </a:cubicBezTo>
                <a:cubicBezTo>
                  <a:pt x="443223" y="403946"/>
                  <a:pt x="490757" y="422895"/>
                  <a:pt x="506290" y="430241"/>
                </a:cubicBezTo>
                <a:cubicBezTo>
                  <a:pt x="506815" y="430475"/>
                  <a:pt x="507341" y="430766"/>
                  <a:pt x="507925" y="430999"/>
                </a:cubicBezTo>
                <a:cubicBezTo>
                  <a:pt x="509210" y="431699"/>
                  <a:pt x="510261" y="432224"/>
                  <a:pt x="510728" y="432573"/>
                </a:cubicBezTo>
                <a:cubicBezTo>
                  <a:pt x="518553" y="437238"/>
                  <a:pt x="524976" y="444234"/>
                  <a:pt x="528831" y="452630"/>
                </a:cubicBezTo>
                <a:lnTo>
                  <a:pt x="528831" y="452688"/>
                </a:lnTo>
                <a:cubicBezTo>
                  <a:pt x="530232" y="455720"/>
                  <a:pt x="531342" y="458985"/>
                  <a:pt x="532042" y="462308"/>
                </a:cubicBezTo>
                <a:cubicBezTo>
                  <a:pt x="538408" y="481607"/>
                  <a:pt x="552539" y="524694"/>
                  <a:pt x="558671" y="548307"/>
                </a:cubicBezTo>
                <a:cubicBezTo>
                  <a:pt x="559547" y="550697"/>
                  <a:pt x="560131" y="553204"/>
                  <a:pt x="560539" y="555828"/>
                </a:cubicBezTo>
                <a:cubicBezTo>
                  <a:pt x="560831" y="558102"/>
                  <a:pt x="561065" y="560492"/>
                  <a:pt x="561065" y="562824"/>
                </a:cubicBezTo>
                <a:cubicBezTo>
                  <a:pt x="561065" y="588187"/>
                  <a:pt x="540510" y="608710"/>
                  <a:pt x="515166" y="608710"/>
                </a:cubicBezTo>
                <a:lnTo>
                  <a:pt x="471311" y="608710"/>
                </a:lnTo>
                <a:lnTo>
                  <a:pt x="283044" y="608710"/>
                </a:lnTo>
                <a:lnTo>
                  <a:pt x="280532" y="608710"/>
                </a:lnTo>
                <a:lnTo>
                  <a:pt x="278080" y="608710"/>
                </a:lnTo>
                <a:cubicBezTo>
                  <a:pt x="215305" y="608768"/>
                  <a:pt x="152529" y="608710"/>
                  <a:pt x="89812" y="608710"/>
                </a:cubicBezTo>
                <a:lnTo>
                  <a:pt x="45957" y="608710"/>
                </a:lnTo>
                <a:cubicBezTo>
                  <a:pt x="20555" y="608710"/>
                  <a:pt x="0" y="588187"/>
                  <a:pt x="0" y="562824"/>
                </a:cubicBezTo>
                <a:cubicBezTo>
                  <a:pt x="0" y="560492"/>
                  <a:pt x="175" y="558102"/>
                  <a:pt x="584" y="555828"/>
                </a:cubicBezTo>
                <a:cubicBezTo>
                  <a:pt x="934" y="553263"/>
                  <a:pt x="1577" y="550697"/>
                  <a:pt x="2453" y="548307"/>
                </a:cubicBezTo>
                <a:cubicBezTo>
                  <a:pt x="8584" y="524577"/>
                  <a:pt x="22657" y="481607"/>
                  <a:pt x="29081" y="462308"/>
                </a:cubicBezTo>
                <a:cubicBezTo>
                  <a:pt x="29782" y="458985"/>
                  <a:pt x="30833" y="455720"/>
                  <a:pt x="32234" y="452688"/>
                </a:cubicBezTo>
                <a:lnTo>
                  <a:pt x="32234" y="452630"/>
                </a:lnTo>
                <a:cubicBezTo>
                  <a:pt x="36147" y="444234"/>
                  <a:pt x="42512" y="437238"/>
                  <a:pt x="50395" y="432457"/>
                </a:cubicBezTo>
                <a:cubicBezTo>
                  <a:pt x="50863" y="432107"/>
                  <a:pt x="51855" y="431524"/>
                  <a:pt x="53198" y="430941"/>
                </a:cubicBezTo>
                <a:cubicBezTo>
                  <a:pt x="53724" y="430591"/>
                  <a:pt x="54308" y="430358"/>
                  <a:pt x="54833" y="430125"/>
                </a:cubicBezTo>
                <a:cubicBezTo>
                  <a:pt x="70308" y="422895"/>
                  <a:pt x="117901" y="403888"/>
                  <a:pt x="117901" y="403888"/>
                </a:cubicBezTo>
                <a:cubicBezTo>
                  <a:pt x="141726" y="393626"/>
                  <a:pt x="166311" y="384823"/>
                  <a:pt x="191479" y="375902"/>
                </a:cubicBezTo>
                <a:close/>
                <a:moveTo>
                  <a:pt x="277747" y="0"/>
                </a:moveTo>
                <a:lnTo>
                  <a:pt x="277980" y="0"/>
                </a:lnTo>
                <a:lnTo>
                  <a:pt x="278214" y="0"/>
                </a:lnTo>
                <a:lnTo>
                  <a:pt x="280491" y="0"/>
                </a:lnTo>
                <a:lnTo>
                  <a:pt x="282768" y="0"/>
                </a:lnTo>
                <a:lnTo>
                  <a:pt x="283001" y="0"/>
                </a:lnTo>
                <a:lnTo>
                  <a:pt x="283235" y="0"/>
                </a:lnTo>
                <a:cubicBezTo>
                  <a:pt x="348858" y="0"/>
                  <a:pt x="402105" y="53118"/>
                  <a:pt x="401988" y="118656"/>
                </a:cubicBezTo>
                <a:cubicBezTo>
                  <a:pt x="401988" y="125420"/>
                  <a:pt x="400470" y="154807"/>
                  <a:pt x="400470" y="162854"/>
                </a:cubicBezTo>
                <a:cubicBezTo>
                  <a:pt x="403331" y="163029"/>
                  <a:pt x="429954" y="156673"/>
                  <a:pt x="427093" y="188509"/>
                </a:cubicBezTo>
                <a:cubicBezTo>
                  <a:pt x="421021" y="256030"/>
                  <a:pt x="395215" y="242969"/>
                  <a:pt x="394456" y="242969"/>
                </a:cubicBezTo>
                <a:cubicBezTo>
                  <a:pt x="381670" y="283901"/>
                  <a:pt x="361820" y="309964"/>
                  <a:pt x="342436" y="326465"/>
                </a:cubicBezTo>
                <a:cubicBezTo>
                  <a:pt x="312485" y="351946"/>
                  <a:pt x="283468" y="354745"/>
                  <a:pt x="283001" y="354745"/>
                </a:cubicBezTo>
                <a:cubicBezTo>
                  <a:pt x="282125" y="354803"/>
                  <a:pt x="281250" y="354803"/>
                  <a:pt x="280491" y="354803"/>
                </a:cubicBezTo>
                <a:cubicBezTo>
                  <a:pt x="279615" y="354803"/>
                  <a:pt x="278856" y="354745"/>
                  <a:pt x="277980" y="354745"/>
                </a:cubicBezTo>
                <a:cubicBezTo>
                  <a:pt x="277455" y="354745"/>
                  <a:pt x="248263" y="351946"/>
                  <a:pt x="218136" y="326116"/>
                </a:cubicBezTo>
                <a:cubicBezTo>
                  <a:pt x="198811" y="309556"/>
                  <a:pt x="179136" y="283609"/>
                  <a:pt x="166467" y="242969"/>
                </a:cubicBezTo>
                <a:cubicBezTo>
                  <a:pt x="165649" y="242969"/>
                  <a:pt x="139902" y="256030"/>
                  <a:pt x="133830" y="188509"/>
                </a:cubicBezTo>
                <a:cubicBezTo>
                  <a:pt x="130969" y="156731"/>
                  <a:pt x="157592" y="163087"/>
                  <a:pt x="160453" y="162970"/>
                </a:cubicBezTo>
                <a:cubicBezTo>
                  <a:pt x="160453" y="154807"/>
                  <a:pt x="158877" y="125478"/>
                  <a:pt x="158877" y="118715"/>
                </a:cubicBezTo>
                <a:cubicBezTo>
                  <a:pt x="158877" y="53177"/>
                  <a:pt x="212123" y="0"/>
                  <a:pt x="277747"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48" name="woman_317837">
            <a:extLst>
              <a:ext uri="{FF2B5EF4-FFF2-40B4-BE49-F238E27FC236}">
                <a16:creationId xmlns:a16="http://schemas.microsoft.com/office/drawing/2014/main" id="{6134E0B4-23F7-4E83-BE56-2658FF5C5B32}"/>
              </a:ext>
            </a:extLst>
          </p:cNvPr>
          <p:cNvSpPr>
            <a:spLocks noChangeAspect="1"/>
          </p:cNvSpPr>
          <p:nvPr/>
        </p:nvSpPr>
        <p:spPr bwMode="auto">
          <a:xfrm>
            <a:off x="9062796" y="2822133"/>
            <a:ext cx="915440" cy="993218"/>
          </a:xfrm>
          <a:custGeom>
            <a:avLst/>
            <a:gdLst>
              <a:gd name="connsiteX0" fmla="*/ 191479 w 561065"/>
              <a:gd name="connsiteY0" fmla="*/ 375902 h 608735"/>
              <a:gd name="connsiteX1" fmla="*/ 245437 w 561065"/>
              <a:gd name="connsiteY1" fmla="*/ 535655 h 608735"/>
              <a:gd name="connsiteX2" fmla="*/ 250809 w 561065"/>
              <a:gd name="connsiteY2" fmla="*/ 420563 h 608735"/>
              <a:gd name="connsiteX3" fmla="*/ 246371 w 561065"/>
              <a:gd name="connsiteY3" fmla="*/ 411817 h 608735"/>
              <a:gd name="connsiteX4" fmla="*/ 228911 w 561065"/>
              <a:gd name="connsiteY4" fmla="*/ 377418 h 608735"/>
              <a:gd name="connsiteX5" fmla="*/ 280299 w 561065"/>
              <a:gd name="connsiteY5" fmla="*/ 393743 h 608735"/>
              <a:gd name="connsiteX6" fmla="*/ 332563 w 561065"/>
              <a:gd name="connsiteY6" fmla="*/ 376718 h 608735"/>
              <a:gd name="connsiteX7" fmla="*/ 314811 w 561065"/>
              <a:gd name="connsiteY7" fmla="*/ 411817 h 608735"/>
              <a:gd name="connsiteX8" fmla="*/ 310373 w 561065"/>
              <a:gd name="connsiteY8" fmla="*/ 420563 h 608735"/>
              <a:gd name="connsiteX9" fmla="*/ 315745 w 561065"/>
              <a:gd name="connsiteY9" fmla="*/ 535655 h 608735"/>
              <a:gd name="connsiteX10" fmla="*/ 369644 w 561065"/>
              <a:gd name="connsiteY10" fmla="*/ 375960 h 608735"/>
              <a:gd name="connsiteX11" fmla="*/ 443223 w 561065"/>
              <a:gd name="connsiteY11" fmla="*/ 403946 h 608735"/>
              <a:gd name="connsiteX12" fmla="*/ 506290 w 561065"/>
              <a:gd name="connsiteY12" fmla="*/ 430241 h 608735"/>
              <a:gd name="connsiteX13" fmla="*/ 507925 w 561065"/>
              <a:gd name="connsiteY13" fmla="*/ 430999 h 608735"/>
              <a:gd name="connsiteX14" fmla="*/ 510728 w 561065"/>
              <a:gd name="connsiteY14" fmla="*/ 432573 h 608735"/>
              <a:gd name="connsiteX15" fmla="*/ 528831 w 561065"/>
              <a:gd name="connsiteY15" fmla="*/ 452630 h 608735"/>
              <a:gd name="connsiteX16" fmla="*/ 528831 w 561065"/>
              <a:gd name="connsiteY16" fmla="*/ 452688 h 608735"/>
              <a:gd name="connsiteX17" fmla="*/ 532042 w 561065"/>
              <a:gd name="connsiteY17" fmla="*/ 462308 h 608735"/>
              <a:gd name="connsiteX18" fmla="*/ 558671 w 561065"/>
              <a:gd name="connsiteY18" fmla="*/ 548307 h 608735"/>
              <a:gd name="connsiteX19" fmla="*/ 560539 w 561065"/>
              <a:gd name="connsiteY19" fmla="*/ 555828 h 608735"/>
              <a:gd name="connsiteX20" fmla="*/ 561065 w 561065"/>
              <a:gd name="connsiteY20" fmla="*/ 562824 h 608735"/>
              <a:gd name="connsiteX21" fmla="*/ 515166 w 561065"/>
              <a:gd name="connsiteY21" fmla="*/ 608710 h 608735"/>
              <a:gd name="connsiteX22" fmla="*/ 471311 w 561065"/>
              <a:gd name="connsiteY22" fmla="*/ 608710 h 608735"/>
              <a:gd name="connsiteX23" fmla="*/ 283044 w 561065"/>
              <a:gd name="connsiteY23" fmla="*/ 608710 h 608735"/>
              <a:gd name="connsiteX24" fmla="*/ 280532 w 561065"/>
              <a:gd name="connsiteY24" fmla="*/ 608710 h 608735"/>
              <a:gd name="connsiteX25" fmla="*/ 278080 w 561065"/>
              <a:gd name="connsiteY25" fmla="*/ 608710 h 608735"/>
              <a:gd name="connsiteX26" fmla="*/ 89812 w 561065"/>
              <a:gd name="connsiteY26" fmla="*/ 608710 h 608735"/>
              <a:gd name="connsiteX27" fmla="*/ 45957 w 561065"/>
              <a:gd name="connsiteY27" fmla="*/ 608710 h 608735"/>
              <a:gd name="connsiteX28" fmla="*/ 0 w 561065"/>
              <a:gd name="connsiteY28" fmla="*/ 562824 h 608735"/>
              <a:gd name="connsiteX29" fmla="*/ 584 w 561065"/>
              <a:gd name="connsiteY29" fmla="*/ 555828 h 608735"/>
              <a:gd name="connsiteX30" fmla="*/ 2453 w 561065"/>
              <a:gd name="connsiteY30" fmla="*/ 548307 h 608735"/>
              <a:gd name="connsiteX31" fmla="*/ 29081 w 561065"/>
              <a:gd name="connsiteY31" fmla="*/ 462308 h 608735"/>
              <a:gd name="connsiteX32" fmla="*/ 32234 w 561065"/>
              <a:gd name="connsiteY32" fmla="*/ 452688 h 608735"/>
              <a:gd name="connsiteX33" fmla="*/ 32234 w 561065"/>
              <a:gd name="connsiteY33" fmla="*/ 452630 h 608735"/>
              <a:gd name="connsiteX34" fmla="*/ 50395 w 561065"/>
              <a:gd name="connsiteY34" fmla="*/ 432457 h 608735"/>
              <a:gd name="connsiteX35" fmla="*/ 53198 w 561065"/>
              <a:gd name="connsiteY35" fmla="*/ 430941 h 608735"/>
              <a:gd name="connsiteX36" fmla="*/ 54833 w 561065"/>
              <a:gd name="connsiteY36" fmla="*/ 430125 h 608735"/>
              <a:gd name="connsiteX37" fmla="*/ 117901 w 561065"/>
              <a:gd name="connsiteY37" fmla="*/ 403888 h 608735"/>
              <a:gd name="connsiteX38" fmla="*/ 191479 w 561065"/>
              <a:gd name="connsiteY38" fmla="*/ 375902 h 608735"/>
              <a:gd name="connsiteX39" fmla="*/ 277747 w 561065"/>
              <a:gd name="connsiteY39" fmla="*/ 0 h 608735"/>
              <a:gd name="connsiteX40" fmla="*/ 277980 w 561065"/>
              <a:gd name="connsiteY40" fmla="*/ 0 h 608735"/>
              <a:gd name="connsiteX41" fmla="*/ 278214 w 561065"/>
              <a:gd name="connsiteY41" fmla="*/ 0 h 608735"/>
              <a:gd name="connsiteX42" fmla="*/ 280491 w 561065"/>
              <a:gd name="connsiteY42" fmla="*/ 0 h 608735"/>
              <a:gd name="connsiteX43" fmla="*/ 282768 w 561065"/>
              <a:gd name="connsiteY43" fmla="*/ 0 h 608735"/>
              <a:gd name="connsiteX44" fmla="*/ 283001 w 561065"/>
              <a:gd name="connsiteY44" fmla="*/ 0 h 608735"/>
              <a:gd name="connsiteX45" fmla="*/ 283235 w 561065"/>
              <a:gd name="connsiteY45" fmla="*/ 0 h 608735"/>
              <a:gd name="connsiteX46" fmla="*/ 401988 w 561065"/>
              <a:gd name="connsiteY46" fmla="*/ 118656 h 608735"/>
              <a:gd name="connsiteX47" fmla="*/ 400470 w 561065"/>
              <a:gd name="connsiteY47" fmla="*/ 162854 h 608735"/>
              <a:gd name="connsiteX48" fmla="*/ 427093 w 561065"/>
              <a:gd name="connsiteY48" fmla="*/ 188509 h 608735"/>
              <a:gd name="connsiteX49" fmla="*/ 394456 w 561065"/>
              <a:gd name="connsiteY49" fmla="*/ 242969 h 608735"/>
              <a:gd name="connsiteX50" fmla="*/ 342436 w 561065"/>
              <a:gd name="connsiteY50" fmla="*/ 326465 h 608735"/>
              <a:gd name="connsiteX51" fmla="*/ 283001 w 561065"/>
              <a:gd name="connsiteY51" fmla="*/ 354745 h 608735"/>
              <a:gd name="connsiteX52" fmla="*/ 280491 w 561065"/>
              <a:gd name="connsiteY52" fmla="*/ 354803 h 608735"/>
              <a:gd name="connsiteX53" fmla="*/ 277980 w 561065"/>
              <a:gd name="connsiteY53" fmla="*/ 354745 h 608735"/>
              <a:gd name="connsiteX54" fmla="*/ 218136 w 561065"/>
              <a:gd name="connsiteY54" fmla="*/ 326116 h 608735"/>
              <a:gd name="connsiteX55" fmla="*/ 166467 w 561065"/>
              <a:gd name="connsiteY55" fmla="*/ 242969 h 608735"/>
              <a:gd name="connsiteX56" fmla="*/ 133830 w 561065"/>
              <a:gd name="connsiteY56" fmla="*/ 188509 h 608735"/>
              <a:gd name="connsiteX57" fmla="*/ 160453 w 561065"/>
              <a:gd name="connsiteY57" fmla="*/ 162970 h 608735"/>
              <a:gd name="connsiteX58" fmla="*/ 158877 w 561065"/>
              <a:gd name="connsiteY58" fmla="*/ 118715 h 608735"/>
              <a:gd name="connsiteX59" fmla="*/ 277747 w 561065"/>
              <a:gd name="connsiteY59" fmla="*/ 0 h 60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61065" h="608735">
                <a:moveTo>
                  <a:pt x="191479" y="375902"/>
                </a:moveTo>
                <a:cubicBezTo>
                  <a:pt x="195917" y="394559"/>
                  <a:pt x="238604" y="518455"/>
                  <a:pt x="245437" y="535655"/>
                </a:cubicBezTo>
                <a:lnTo>
                  <a:pt x="250809" y="420563"/>
                </a:lnTo>
                <a:cubicBezTo>
                  <a:pt x="248999" y="417881"/>
                  <a:pt x="247773" y="414732"/>
                  <a:pt x="246371" y="411817"/>
                </a:cubicBezTo>
                <a:lnTo>
                  <a:pt x="228911" y="377418"/>
                </a:lnTo>
                <a:cubicBezTo>
                  <a:pt x="241466" y="387446"/>
                  <a:pt x="259860" y="393743"/>
                  <a:pt x="280299" y="393743"/>
                </a:cubicBezTo>
                <a:cubicBezTo>
                  <a:pt x="301263" y="393743"/>
                  <a:pt x="320008" y="387155"/>
                  <a:pt x="332563" y="376718"/>
                </a:cubicBezTo>
                <a:lnTo>
                  <a:pt x="314811" y="411817"/>
                </a:lnTo>
                <a:cubicBezTo>
                  <a:pt x="313409" y="414732"/>
                  <a:pt x="312183" y="417881"/>
                  <a:pt x="310373" y="420563"/>
                </a:cubicBezTo>
                <a:lnTo>
                  <a:pt x="315745" y="535655"/>
                </a:lnTo>
                <a:cubicBezTo>
                  <a:pt x="322519" y="518455"/>
                  <a:pt x="365089" y="394618"/>
                  <a:pt x="369644" y="375960"/>
                </a:cubicBezTo>
                <a:cubicBezTo>
                  <a:pt x="394754" y="384881"/>
                  <a:pt x="419397" y="393685"/>
                  <a:pt x="443223" y="403946"/>
                </a:cubicBezTo>
                <a:cubicBezTo>
                  <a:pt x="443223" y="403946"/>
                  <a:pt x="490757" y="422895"/>
                  <a:pt x="506290" y="430241"/>
                </a:cubicBezTo>
                <a:cubicBezTo>
                  <a:pt x="506815" y="430475"/>
                  <a:pt x="507341" y="430766"/>
                  <a:pt x="507925" y="430999"/>
                </a:cubicBezTo>
                <a:cubicBezTo>
                  <a:pt x="509210" y="431699"/>
                  <a:pt x="510261" y="432224"/>
                  <a:pt x="510728" y="432573"/>
                </a:cubicBezTo>
                <a:cubicBezTo>
                  <a:pt x="518553" y="437238"/>
                  <a:pt x="524976" y="444234"/>
                  <a:pt x="528831" y="452630"/>
                </a:cubicBezTo>
                <a:lnTo>
                  <a:pt x="528831" y="452688"/>
                </a:lnTo>
                <a:cubicBezTo>
                  <a:pt x="530232" y="455720"/>
                  <a:pt x="531342" y="458985"/>
                  <a:pt x="532042" y="462308"/>
                </a:cubicBezTo>
                <a:cubicBezTo>
                  <a:pt x="538408" y="481607"/>
                  <a:pt x="552539" y="524694"/>
                  <a:pt x="558671" y="548307"/>
                </a:cubicBezTo>
                <a:cubicBezTo>
                  <a:pt x="559547" y="550697"/>
                  <a:pt x="560131" y="553204"/>
                  <a:pt x="560539" y="555828"/>
                </a:cubicBezTo>
                <a:cubicBezTo>
                  <a:pt x="560831" y="558102"/>
                  <a:pt x="561065" y="560492"/>
                  <a:pt x="561065" y="562824"/>
                </a:cubicBezTo>
                <a:cubicBezTo>
                  <a:pt x="561065" y="588187"/>
                  <a:pt x="540510" y="608710"/>
                  <a:pt x="515166" y="608710"/>
                </a:cubicBezTo>
                <a:lnTo>
                  <a:pt x="471311" y="608710"/>
                </a:lnTo>
                <a:lnTo>
                  <a:pt x="283044" y="608710"/>
                </a:lnTo>
                <a:lnTo>
                  <a:pt x="280532" y="608710"/>
                </a:lnTo>
                <a:lnTo>
                  <a:pt x="278080" y="608710"/>
                </a:lnTo>
                <a:cubicBezTo>
                  <a:pt x="215305" y="608768"/>
                  <a:pt x="152529" y="608710"/>
                  <a:pt x="89812" y="608710"/>
                </a:cubicBezTo>
                <a:lnTo>
                  <a:pt x="45957" y="608710"/>
                </a:lnTo>
                <a:cubicBezTo>
                  <a:pt x="20555" y="608710"/>
                  <a:pt x="0" y="588187"/>
                  <a:pt x="0" y="562824"/>
                </a:cubicBezTo>
                <a:cubicBezTo>
                  <a:pt x="0" y="560492"/>
                  <a:pt x="175" y="558102"/>
                  <a:pt x="584" y="555828"/>
                </a:cubicBezTo>
                <a:cubicBezTo>
                  <a:pt x="934" y="553263"/>
                  <a:pt x="1577" y="550697"/>
                  <a:pt x="2453" y="548307"/>
                </a:cubicBezTo>
                <a:cubicBezTo>
                  <a:pt x="8584" y="524577"/>
                  <a:pt x="22657" y="481607"/>
                  <a:pt x="29081" y="462308"/>
                </a:cubicBezTo>
                <a:cubicBezTo>
                  <a:pt x="29782" y="458985"/>
                  <a:pt x="30833" y="455720"/>
                  <a:pt x="32234" y="452688"/>
                </a:cubicBezTo>
                <a:lnTo>
                  <a:pt x="32234" y="452630"/>
                </a:lnTo>
                <a:cubicBezTo>
                  <a:pt x="36147" y="444234"/>
                  <a:pt x="42512" y="437238"/>
                  <a:pt x="50395" y="432457"/>
                </a:cubicBezTo>
                <a:cubicBezTo>
                  <a:pt x="50863" y="432107"/>
                  <a:pt x="51855" y="431524"/>
                  <a:pt x="53198" y="430941"/>
                </a:cubicBezTo>
                <a:cubicBezTo>
                  <a:pt x="53724" y="430591"/>
                  <a:pt x="54308" y="430358"/>
                  <a:pt x="54833" y="430125"/>
                </a:cubicBezTo>
                <a:cubicBezTo>
                  <a:pt x="70308" y="422895"/>
                  <a:pt x="117901" y="403888"/>
                  <a:pt x="117901" y="403888"/>
                </a:cubicBezTo>
                <a:cubicBezTo>
                  <a:pt x="141726" y="393626"/>
                  <a:pt x="166311" y="384823"/>
                  <a:pt x="191479" y="375902"/>
                </a:cubicBezTo>
                <a:close/>
                <a:moveTo>
                  <a:pt x="277747" y="0"/>
                </a:moveTo>
                <a:lnTo>
                  <a:pt x="277980" y="0"/>
                </a:lnTo>
                <a:lnTo>
                  <a:pt x="278214" y="0"/>
                </a:lnTo>
                <a:lnTo>
                  <a:pt x="280491" y="0"/>
                </a:lnTo>
                <a:lnTo>
                  <a:pt x="282768" y="0"/>
                </a:lnTo>
                <a:lnTo>
                  <a:pt x="283001" y="0"/>
                </a:lnTo>
                <a:lnTo>
                  <a:pt x="283235" y="0"/>
                </a:lnTo>
                <a:cubicBezTo>
                  <a:pt x="348858" y="0"/>
                  <a:pt x="402105" y="53118"/>
                  <a:pt x="401988" y="118656"/>
                </a:cubicBezTo>
                <a:cubicBezTo>
                  <a:pt x="401988" y="125420"/>
                  <a:pt x="400470" y="154807"/>
                  <a:pt x="400470" y="162854"/>
                </a:cubicBezTo>
                <a:cubicBezTo>
                  <a:pt x="403331" y="163029"/>
                  <a:pt x="429954" y="156673"/>
                  <a:pt x="427093" y="188509"/>
                </a:cubicBezTo>
                <a:cubicBezTo>
                  <a:pt x="421021" y="256030"/>
                  <a:pt x="395215" y="242969"/>
                  <a:pt x="394456" y="242969"/>
                </a:cubicBezTo>
                <a:cubicBezTo>
                  <a:pt x="381670" y="283901"/>
                  <a:pt x="361820" y="309964"/>
                  <a:pt x="342436" y="326465"/>
                </a:cubicBezTo>
                <a:cubicBezTo>
                  <a:pt x="312485" y="351946"/>
                  <a:pt x="283468" y="354745"/>
                  <a:pt x="283001" y="354745"/>
                </a:cubicBezTo>
                <a:cubicBezTo>
                  <a:pt x="282125" y="354803"/>
                  <a:pt x="281250" y="354803"/>
                  <a:pt x="280491" y="354803"/>
                </a:cubicBezTo>
                <a:cubicBezTo>
                  <a:pt x="279615" y="354803"/>
                  <a:pt x="278856" y="354745"/>
                  <a:pt x="277980" y="354745"/>
                </a:cubicBezTo>
                <a:cubicBezTo>
                  <a:pt x="277455" y="354745"/>
                  <a:pt x="248263" y="351946"/>
                  <a:pt x="218136" y="326116"/>
                </a:cubicBezTo>
                <a:cubicBezTo>
                  <a:pt x="198811" y="309556"/>
                  <a:pt x="179136" y="283609"/>
                  <a:pt x="166467" y="242969"/>
                </a:cubicBezTo>
                <a:cubicBezTo>
                  <a:pt x="165649" y="242969"/>
                  <a:pt x="139902" y="256030"/>
                  <a:pt x="133830" y="188509"/>
                </a:cubicBezTo>
                <a:cubicBezTo>
                  <a:pt x="130969" y="156731"/>
                  <a:pt x="157592" y="163087"/>
                  <a:pt x="160453" y="162970"/>
                </a:cubicBezTo>
                <a:cubicBezTo>
                  <a:pt x="160453" y="154807"/>
                  <a:pt x="158877" y="125478"/>
                  <a:pt x="158877" y="118715"/>
                </a:cubicBezTo>
                <a:cubicBezTo>
                  <a:pt x="158877" y="53177"/>
                  <a:pt x="212123" y="0"/>
                  <a:pt x="277747"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Tree>
    <p:extLst>
      <p:ext uri="{BB962C8B-B14F-4D97-AF65-F5344CB8AC3E}">
        <p14:creationId xmlns:p14="http://schemas.microsoft.com/office/powerpoint/2010/main" val="258800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DC1BEEB-14F5-45D2-82FF-D1EB7D7C36FE}"/>
              </a:ext>
            </a:extLst>
          </p:cNvPr>
          <p:cNvSpPr/>
          <p:nvPr/>
        </p:nvSpPr>
        <p:spPr>
          <a:xfrm>
            <a:off x="512872" y="298450"/>
            <a:ext cx="11150600" cy="6261100"/>
          </a:xfrm>
          <a:prstGeom prst="rect">
            <a:avLst/>
          </a:prstGeom>
          <a:blipFill dpi="0" rotWithShape="1">
            <a:blip r:embed="rId2"/>
            <a:srcRect/>
            <a:tile tx="0" ty="0" sx="95000" sy="95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a:extLst>
              <a:ext uri="{FF2B5EF4-FFF2-40B4-BE49-F238E27FC236}">
                <a16:creationId xmlns:a16="http://schemas.microsoft.com/office/drawing/2014/main" id="{25FA78F8-C8BB-491E-9939-060E25CD5903}"/>
              </a:ext>
            </a:extLst>
          </p:cNvPr>
          <p:cNvSpPr/>
          <p:nvPr/>
        </p:nvSpPr>
        <p:spPr>
          <a:xfrm>
            <a:off x="512872" y="298450"/>
            <a:ext cx="11150600" cy="6261100"/>
          </a:xfrm>
          <a:prstGeom prst="rect">
            <a:avLst/>
          </a:prstGeom>
          <a:gradFill flip="none" rotWithShape="1">
            <a:gsLst>
              <a:gs pos="0">
                <a:schemeClr val="bg1">
                  <a:alpha val="21000"/>
                </a:schemeClr>
              </a:gs>
              <a:gs pos="68000">
                <a:schemeClr val="bg1">
                  <a:alpha val="9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120" name="图片 119">
            <a:extLst>
              <a:ext uri="{FF2B5EF4-FFF2-40B4-BE49-F238E27FC236}">
                <a16:creationId xmlns:a16="http://schemas.microsoft.com/office/drawing/2014/main" id="{54C2A7E0-E8CD-48DF-950C-EDC5B746BDDB}"/>
              </a:ext>
            </a:extLst>
          </p:cNvPr>
          <p:cNvPicPr>
            <a:picLocks noChangeAspect="1"/>
          </p:cNvPicPr>
          <p:nvPr/>
        </p:nvPicPr>
        <p:blipFill>
          <a:blip r:embed="rId3"/>
          <a:srcRect t="345" r="50888"/>
          <a:stretch>
            <a:fillRect/>
          </a:stretch>
        </p:blipFill>
        <p:spPr>
          <a:xfrm>
            <a:off x="8932642" y="292558"/>
            <a:ext cx="2697688" cy="5498326"/>
          </a:xfrm>
          <a:custGeom>
            <a:avLst/>
            <a:gdLst>
              <a:gd name="connsiteX0" fmla="*/ 0 w 2697688"/>
              <a:gd name="connsiteY0" fmla="*/ 0 h 5498326"/>
              <a:gd name="connsiteX1" fmla="*/ 2697688 w 2697688"/>
              <a:gd name="connsiteY1" fmla="*/ 0 h 5498326"/>
              <a:gd name="connsiteX2" fmla="*/ 2697688 w 2697688"/>
              <a:gd name="connsiteY2" fmla="*/ 5498326 h 5498326"/>
              <a:gd name="connsiteX3" fmla="*/ 0 w 2697688"/>
              <a:gd name="connsiteY3" fmla="*/ 5498326 h 5498326"/>
            </a:gdLst>
            <a:ahLst/>
            <a:cxnLst>
              <a:cxn ang="0">
                <a:pos x="connsiteX0" y="connsiteY0"/>
              </a:cxn>
              <a:cxn ang="0">
                <a:pos x="connsiteX1" y="connsiteY1"/>
              </a:cxn>
              <a:cxn ang="0">
                <a:pos x="connsiteX2" y="connsiteY2"/>
              </a:cxn>
              <a:cxn ang="0">
                <a:pos x="connsiteX3" y="connsiteY3"/>
              </a:cxn>
            </a:cxnLst>
            <a:rect l="l" t="t" r="r" b="b"/>
            <a:pathLst>
              <a:path w="2697688" h="5498326">
                <a:moveTo>
                  <a:pt x="0" y="0"/>
                </a:moveTo>
                <a:lnTo>
                  <a:pt x="2697688" y="0"/>
                </a:lnTo>
                <a:lnTo>
                  <a:pt x="2697688" y="5498326"/>
                </a:lnTo>
                <a:lnTo>
                  <a:pt x="0" y="5498326"/>
                </a:lnTo>
                <a:close/>
              </a:path>
            </a:pathLst>
          </a:custGeom>
        </p:spPr>
      </p:pic>
      <p:grpSp>
        <p:nvGrpSpPr>
          <p:cNvPr id="121" name="组合 120">
            <a:extLst>
              <a:ext uri="{FF2B5EF4-FFF2-40B4-BE49-F238E27FC236}">
                <a16:creationId xmlns:a16="http://schemas.microsoft.com/office/drawing/2014/main" id="{9E28F7D6-7C7D-4E68-8535-49E43F79B300}"/>
              </a:ext>
            </a:extLst>
          </p:cNvPr>
          <p:cNvGrpSpPr/>
          <p:nvPr/>
        </p:nvGrpSpPr>
        <p:grpSpPr>
          <a:xfrm>
            <a:off x="1077026" y="658922"/>
            <a:ext cx="818884" cy="118133"/>
            <a:chOff x="3873044" y="626487"/>
            <a:chExt cx="818884" cy="118133"/>
          </a:xfrm>
        </p:grpSpPr>
        <p:sp>
          <p:nvSpPr>
            <p:cNvPr id="122" name="椭圆 121">
              <a:extLst>
                <a:ext uri="{FF2B5EF4-FFF2-40B4-BE49-F238E27FC236}">
                  <a16:creationId xmlns:a16="http://schemas.microsoft.com/office/drawing/2014/main" id="{BB17BFBA-D8EC-4B3E-87C0-E7F23F2F9772}"/>
                </a:ext>
              </a:extLst>
            </p:cNvPr>
            <p:cNvSpPr/>
            <p:nvPr/>
          </p:nvSpPr>
          <p:spPr>
            <a:xfrm>
              <a:off x="3873044" y="626487"/>
              <a:ext cx="118133" cy="118133"/>
            </a:xfrm>
            <a:prstGeom prst="ellipse">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23" name="椭圆 122">
              <a:extLst>
                <a:ext uri="{FF2B5EF4-FFF2-40B4-BE49-F238E27FC236}">
                  <a16:creationId xmlns:a16="http://schemas.microsoft.com/office/drawing/2014/main" id="{761DE90F-7F8F-4357-A2D7-54F5E091EFFA}"/>
                </a:ext>
              </a:extLst>
            </p:cNvPr>
            <p:cNvSpPr/>
            <p:nvPr/>
          </p:nvSpPr>
          <p:spPr>
            <a:xfrm>
              <a:off x="4106628" y="626487"/>
              <a:ext cx="118133" cy="118133"/>
            </a:xfrm>
            <a:prstGeom prst="ellipse">
              <a:avLst/>
            </a:prstGeom>
            <a:solidFill>
              <a:srgbClr val="99267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24" name="椭圆 123">
              <a:extLst>
                <a:ext uri="{FF2B5EF4-FFF2-40B4-BE49-F238E27FC236}">
                  <a16:creationId xmlns:a16="http://schemas.microsoft.com/office/drawing/2014/main" id="{D9E21435-4D65-4DBC-B58D-901BB5A72F30}"/>
                </a:ext>
              </a:extLst>
            </p:cNvPr>
            <p:cNvSpPr/>
            <p:nvPr/>
          </p:nvSpPr>
          <p:spPr>
            <a:xfrm>
              <a:off x="4340212" y="626487"/>
              <a:ext cx="118133" cy="118133"/>
            </a:xfrm>
            <a:prstGeom prst="ellipse">
              <a:avLst/>
            </a:prstGeom>
            <a:solidFill>
              <a:srgbClr val="99267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5" name="椭圆 124">
              <a:extLst>
                <a:ext uri="{FF2B5EF4-FFF2-40B4-BE49-F238E27FC236}">
                  <a16:creationId xmlns:a16="http://schemas.microsoft.com/office/drawing/2014/main" id="{9AFD5884-D6B6-4BA2-8E2C-621EE4D61ED7}"/>
                </a:ext>
              </a:extLst>
            </p:cNvPr>
            <p:cNvSpPr/>
            <p:nvPr/>
          </p:nvSpPr>
          <p:spPr>
            <a:xfrm>
              <a:off x="4573795" y="626487"/>
              <a:ext cx="118133" cy="118133"/>
            </a:xfrm>
            <a:prstGeom prst="ellipse">
              <a:avLst/>
            </a:prstGeom>
            <a:solidFill>
              <a:srgbClr val="992677">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grpSp>
        <p:nvGrpSpPr>
          <p:cNvPr id="117" name="组合 116">
            <a:extLst>
              <a:ext uri="{FF2B5EF4-FFF2-40B4-BE49-F238E27FC236}">
                <a16:creationId xmlns:a16="http://schemas.microsoft.com/office/drawing/2014/main" id="{E5B7A4FA-9CD7-4588-BEBE-ADCF8B6064AD}"/>
              </a:ext>
            </a:extLst>
          </p:cNvPr>
          <p:cNvGrpSpPr/>
          <p:nvPr/>
        </p:nvGrpSpPr>
        <p:grpSpPr>
          <a:xfrm>
            <a:off x="7796368" y="4134748"/>
            <a:ext cx="3567149" cy="2092881"/>
            <a:chOff x="7795430" y="4081738"/>
            <a:chExt cx="3567149" cy="2092881"/>
          </a:xfrm>
        </p:grpSpPr>
        <p:grpSp>
          <p:nvGrpSpPr>
            <p:cNvPr id="13" name="组合 12">
              <a:extLst>
                <a:ext uri="{FF2B5EF4-FFF2-40B4-BE49-F238E27FC236}">
                  <a16:creationId xmlns:a16="http://schemas.microsoft.com/office/drawing/2014/main" id="{A0FB4180-BCED-4377-8D4E-9170059782CB}"/>
                </a:ext>
              </a:extLst>
            </p:cNvPr>
            <p:cNvGrpSpPr/>
            <p:nvPr/>
          </p:nvGrpSpPr>
          <p:grpSpPr>
            <a:xfrm>
              <a:off x="7795430" y="4081738"/>
              <a:ext cx="3567149" cy="2092881"/>
              <a:chOff x="7804903" y="4313969"/>
              <a:chExt cx="3567149" cy="2092881"/>
            </a:xfrm>
          </p:grpSpPr>
          <p:sp>
            <p:nvSpPr>
              <p:cNvPr id="10" name="文本框 9">
                <a:extLst>
                  <a:ext uri="{FF2B5EF4-FFF2-40B4-BE49-F238E27FC236}">
                    <a16:creationId xmlns:a16="http://schemas.microsoft.com/office/drawing/2014/main" id="{D48EB233-BE0E-437A-A385-436261F88570}"/>
                  </a:ext>
                </a:extLst>
              </p:cNvPr>
              <p:cNvSpPr txBox="1"/>
              <p:nvPr/>
            </p:nvSpPr>
            <p:spPr>
              <a:xfrm>
                <a:off x="7804903" y="4313969"/>
                <a:ext cx="1137818" cy="2092881"/>
              </a:xfrm>
              <a:prstGeom prst="rect">
                <a:avLst/>
              </a:prstGeom>
              <a:noFill/>
            </p:spPr>
            <p:txBody>
              <a:bodyPr wrap="square" rtlCol="0">
                <a:spAutoFit/>
              </a:bodyPr>
              <a:lstStyle/>
              <a:p>
                <a:r>
                  <a:rPr lang="en-US" altLang="zh-CN" sz="13000" dirty="0">
                    <a:solidFill>
                      <a:srgbClr val="992677"/>
                    </a:solidFill>
                    <a:latin typeface="Arial" panose="020B0604020202020204" pitchFamily="34" charset="0"/>
                    <a:cs typeface="Arial" panose="020B0604020202020204" pitchFamily="34" charset="0"/>
                    <a:sym typeface="+mn-lt"/>
                  </a:rPr>
                  <a:t>6</a:t>
                </a:r>
                <a:endParaRPr lang="zh-CN" altLang="en-US" sz="13000" dirty="0">
                  <a:solidFill>
                    <a:srgbClr val="992677"/>
                  </a:solidFill>
                  <a:latin typeface="Arial" panose="020B0604020202020204" pitchFamily="34" charset="0"/>
                  <a:cs typeface="Arial" panose="020B0604020202020204" pitchFamily="34" charset="0"/>
                  <a:sym typeface="+mn-lt"/>
                </a:endParaRPr>
              </a:p>
            </p:txBody>
          </p:sp>
          <p:sp>
            <p:nvSpPr>
              <p:cNvPr id="11" name="文本框 10">
                <a:extLst>
                  <a:ext uri="{FF2B5EF4-FFF2-40B4-BE49-F238E27FC236}">
                    <a16:creationId xmlns:a16="http://schemas.microsoft.com/office/drawing/2014/main" id="{06CDC6E6-D3A0-4CDA-8B67-65A16BBF6BA2}"/>
                  </a:ext>
                </a:extLst>
              </p:cNvPr>
              <p:cNvSpPr txBox="1"/>
              <p:nvPr/>
            </p:nvSpPr>
            <p:spPr>
              <a:xfrm>
                <a:off x="8678157" y="4577690"/>
                <a:ext cx="2693895" cy="1015663"/>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130" normalizeH="0" noProof="0" dirty="0">
                    <a:ln>
                      <a:noFill/>
                    </a:ln>
                    <a:solidFill>
                      <a:srgbClr val="992677"/>
                    </a:solidFill>
                    <a:effectLst/>
                    <a:uLnTx/>
                    <a:uFillTx/>
                    <a:cs typeface="+mn-ea"/>
                    <a:sym typeface="+mn-lt"/>
                  </a:rPr>
                  <a:t>章节六</a:t>
                </a:r>
              </a:p>
            </p:txBody>
          </p:sp>
          <p:sp>
            <p:nvSpPr>
              <p:cNvPr id="12" name="矩形 11">
                <a:extLst>
                  <a:ext uri="{FF2B5EF4-FFF2-40B4-BE49-F238E27FC236}">
                    <a16:creationId xmlns:a16="http://schemas.microsoft.com/office/drawing/2014/main" id="{A0E37E8A-1EED-43F0-A416-0226B91CC759}"/>
                  </a:ext>
                </a:extLst>
              </p:cNvPr>
              <p:cNvSpPr/>
              <p:nvPr/>
            </p:nvSpPr>
            <p:spPr>
              <a:xfrm>
                <a:off x="8786190" y="5593353"/>
                <a:ext cx="2359005" cy="356873"/>
              </a:xfrm>
              <a:prstGeom prst="rect">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CN" dirty="0">
                    <a:latin typeface="Arial" panose="020B0604020202020204" pitchFamily="34" charset="0"/>
                    <a:cs typeface="Arial" panose="020B0604020202020204" pitchFamily="34" charset="0"/>
                    <a:sym typeface="+mn-lt"/>
                  </a:rPr>
                  <a:t>CHAPTER SIX</a:t>
                </a:r>
                <a:endParaRPr lang="zh-CN" altLang="en-US" dirty="0">
                  <a:latin typeface="Arial" panose="020B0604020202020204" pitchFamily="34" charset="0"/>
                  <a:cs typeface="Arial" panose="020B0604020202020204" pitchFamily="34" charset="0"/>
                  <a:sym typeface="+mn-lt"/>
                </a:endParaRPr>
              </a:p>
            </p:txBody>
          </p:sp>
        </p:grpSp>
        <p:grpSp>
          <p:nvGrpSpPr>
            <p:cNvPr id="107" name="组合 106">
              <a:extLst>
                <a:ext uri="{FF2B5EF4-FFF2-40B4-BE49-F238E27FC236}">
                  <a16:creationId xmlns:a16="http://schemas.microsoft.com/office/drawing/2014/main" id="{FD002FC1-6038-447B-96DF-732C7EE7783B}"/>
                </a:ext>
              </a:extLst>
            </p:cNvPr>
            <p:cNvGrpSpPr/>
            <p:nvPr/>
          </p:nvGrpSpPr>
          <p:grpSpPr>
            <a:xfrm>
              <a:off x="7932165" y="5796604"/>
              <a:ext cx="3203559" cy="307777"/>
              <a:chOff x="4456213" y="6119842"/>
              <a:chExt cx="3203559" cy="307777"/>
            </a:xfrm>
          </p:grpSpPr>
          <p:sp>
            <p:nvSpPr>
              <p:cNvPr id="108" name="文本框 107">
                <a:extLst>
                  <a:ext uri="{FF2B5EF4-FFF2-40B4-BE49-F238E27FC236}">
                    <a16:creationId xmlns:a16="http://schemas.microsoft.com/office/drawing/2014/main" id="{29DDA52E-AF62-4B8E-B883-B9BE53BB6783}"/>
                  </a:ext>
                </a:extLst>
              </p:cNvPr>
              <p:cNvSpPr txBox="1"/>
              <p:nvPr/>
            </p:nvSpPr>
            <p:spPr>
              <a:xfrm>
                <a:off x="4576351"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团结</a:t>
                </a:r>
              </a:p>
            </p:txBody>
          </p:sp>
          <p:sp>
            <p:nvSpPr>
              <p:cNvPr id="109" name="文本框 108">
                <a:extLst>
                  <a:ext uri="{FF2B5EF4-FFF2-40B4-BE49-F238E27FC236}">
                    <a16:creationId xmlns:a16="http://schemas.microsoft.com/office/drawing/2014/main" id="{249613C6-9795-4CC8-A29D-295DC89A9244}"/>
                  </a:ext>
                </a:extLst>
              </p:cNvPr>
              <p:cNvSpPr txBox="1"/>
              <p:nvPr/>
            </p:nvSpPr>
            <p:spPr>
              <a:xfrm>
                <a:off x="5377241"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献身</a:t>
                </a:r>
              </a:p>
            </p:txBody>
          </p:sp>
          <p:sp>
            <p:nvSpPr>
              <p:cNvPr id="110" name="文本框 109">
                <a:extLst>
                  <a:ext uri="{FF2B5EF4-FFF2-40B4-BE49-F238E27FC236}">
                    <a16:creationId xmlns:a16="http://schemas.microsoft.com/office/drawing/2014/main" id="{2DA4C7C1-2B3D-4453-B597-8A49CF40A30F}"/>
                  </a:ext>
                </a:extLst>
              </p:cNvPr>
              <p:cNvSpPr txBox="1"/>
              <p:nvPr/>
            </p:nvSpPr>
            <p:spPr>
              <a:xfrm>
                <a:off x="6178131"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求是</a:t>
                </a:r>
              </a:p>
            </p:txBody>
          </p:sp>
          <p:sp>
            <p:nvSpPr>
              <p:cNvPr id="111" name="文本框 110">
                <a:extLst>
                  <a:ext uri="{FF2B5EF4-FFF2-40B4-BE49-F238E27FC236}">
                    <a16:creationId xmlns:a16="http://schemas.microsoft.com/office/drawing/2014/main" id="{7FF07036-43F4-404C-80E1-8FC7D446DBE2}"/>
                  </a:ext>
                </a:extLst>
              </p:cNvPr>
              <p:cNvSpPr txBox="1"/>
              <p:nvPr/>
            </p:nvSpPr>
            <p:spPr>
              <a:xfrm>
                <a:off x="6979021"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创新</a:t>
                </a:r>
              </a:p>
            </p:txBody>
          </p:sp>
          <p:cxnSp>
            <p:nvCxnSpPr>
              <p:cNvPr id="112" name="直接连接符 111">
                <a:extLst>
                  <a:ext uri="{FF2B5EF4-FFF2-40B4-BE49-F238E27FC236}">
                    <a16:creationId xmlns:a16="http://schemas.microsoft.com/office/drawing/2014/main" id="{1EAF5FD4-3282-4482-ADE8-1A3AA49D101E}"/>
                  </a:ext>
                </a:extLst>
              </p:cNvPr>
              <p:cNvCxnSpPr/>
              <p:nvPr userDrawn="1"/>
            </p:nvCxnSpPr>
            <p:spPr>
              <a:xfrm>
                <a:off x="6057993"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14B5440-C4DD-4D4B-BA92-4737A72202DD}"/>
                  </a:ext>
                </a:extLst>
              </p:cNvPr>
              <p:cNvCxnSpPr>
                <a:cxnSpLocks/>
              </p:cNvCxnSpPr>
              <p:nvPr userDrawn="1"/>
            </p:nvCxnSpPr>
            <p:spPr>
              <a:xfrm>
                <a:off x="5257103"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0190139E-140D-4D61-BA53-C2F3AB5C28F8}"/>
                  </a:ext>
                </a:extLst>
              </p:cNvPr>
              <p:cNvCxnSpPr/>
              <p:nvPr userDrawn="1"/>
            </p:nvCxnSpPr>
            <p:spPr>
              <a:xfrm>
                <a:off x="6858883"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DEBE80DF-BB7C-4480-99CE-DEFB89B26E4E}"/>
                  </a:ext>
                </a:extLst>
              </p:cNvPr>
              <p:cNvCxnSpPr/>
              <p:nvPr/>
            </p:nvCxnSpPr>
            <p:spPr>
              <a:xfrm>
                <a:off x="7659772"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09B233B3-9B3A-4712-ADCA-DAE97073DF3E}"/>
                  </a:ext>
                </a:extLst>
              </p:cNvPr>
              <p:cNvCxnSpPr>
                <a:cxnSpLocks/>
              </p:cNvCxnSpPr>
              <p:nvPr/>
            </p:nvCxnSpPr>
            <p:spPr>
              <a:xfrm>
                <a:off x="4456213"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93818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a:extLst>
              <a:ext uri="{FF2B5EF4-FFF2-40B4-BE49-F238E27FC236}">
                <a16:creationId xmlns:a16="http://schemas.microsoft.com/office/drawing/2014/main" id="{9B0385DB-5626-4A9D-8719-6A92A798B22D}"/>
              </a:ext>
            </a:extLst>
          </p:cNvPr>
          <p:cNvSpPr/>
          <p:nvPr/>
        </p:nvSpPr>
        <p:spPr>
          <a:xfrm>
            <a:off x="8314050" y="1876327"/>
            <a:ext cx="2844982" cy="2245094"/>
          </a:xfrm>
          <a:prstGeom prst="rect">
            <a:avLst/>
          </a:prstGeom>
          <a:solidFill>
            <a:srgbClr val="AD5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9" name="矩形 178">
            <a:extLst>
              <a:ext uri="{FF2B5EF4-FFF2-40B4-BE49-F238E27FC236}">
                <a16:creationId xmlns:a16="http://schemas.microsoft.com/office/drawing/2014/main" id="{BD4091B5-F29F-4A05-AB89-8581F6455E5B}"/>
              </a:ext>
            </a:extLst>
          </p:cNvPr>
          <p:cNvSpPr/>
          <p:nvPr/>
        </p:nvSpPr>
        <p:spPr>
          <a:xfrm>
            <a:off x="4748313" y="1876327"/>
            <a:ext cx="2844982" cy="2245094"/>
          </a:xfrm>
          <a:prstGeom prst="rect">
            <a:avLst/>
          </a:prstGeom>
          <a:solidFill>
            <a:srgbClr val="D6A8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8" name="矩形 177">
            <a:extLst>
              <a:ext uri="{FF2B5EF4-FFF2-40B4-BE49-F238E27FC236}">
                <a16:creationId xmlns:a16="http://schemas.microsoft.com/office/drawing/2014/main" id="{0F8813E6-FF99-41A5-8D30-1ADAFC9828C3}"/>
              </a:ext>
            </a:extLst>
          </p:cNvPr>
          <p:cNvSpPr/>
          <p:nvPr/>
        </p:nvSpPr>
        <p:spPr>
          <a:xfrm>
            <a:off x="1174449" y="1876327"/>
            <a:ext cx="2814078" cy="2245094"/>
          </a:xfrm>
          <a:prstGeom prst="rect">
            <a:avLst/>
          </a:prstGeom>
          <a:solidFill>
            <a:srgbClr val="C27D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1" name="稻壳儿小白白(http://dwz.cn/Wu2UP)">
            <a:extLst>
              <a:ext uri="{FF2B5EF4-FFF2-40B4-BE49-F238E27FC236}">
                <a16:creationId xmlns:a16="http://schemas.microsoft.com/office/drawing/2014/main" id="{C46947E4-64A8-43CC-9AC4-0BA098333FC0}"/>
              </a:ext>
            </a:extLst>
          </p:cNvPr>
          <p:cNvSpPr txBox="1">
            <a:spLocks noChangeArrowheads="1"/>
          </p:cNvSpPr>
          <p:nvPr/>
        </p:nvSpPr>
        <p:spPr bwMode="auto">
          <a:xfrm>
            <a:off x="975942" y="4857051"/>
            <a:ext cx="2364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r>
              <a:rPr lang="zh-CN" altLang="en-US" sz="2000" b="1" dirty="0">
                <a:solidFill>
                  <a:srgbClr val="992677"/>
                </a:solidFill>
                <a:latin typeface="+mn-lt"/>
                <a:ea typeface="+mn-ea"/>
                <a:cs typeface="+mn-ea"/>
                <a:sym typeface="+mn-lt"/>
              </a:rPr>
              <a:t>此处为标题</a:t>
            </a:r>
            <a:endParaRPr lang="en-US" sz="2000" b="1" dirty="0">
              <a:solidFill>
                <a:srgbClr val="992677"/>
              </a:solidFill>
              <a:latin typeface="+mn-lt"/>
              <a:ea typeface="+mn-ea"/>
              <a:cs typeface="+mn-ea"/>
              <a:sym typeface="+mn-lt"/>
            </a:endParaRPr>
          </a:p>
        </p:txBody>
      </p:sp>
      <p:sp>
        <p:nvSpPr>
          <p:cNvPr id="152" name="稻壳儿小白白(http://dwz.cn/Wu2UP)">
            <a:extLst>
              <a:ext uri="{FF2B5EF4-FFF2-40B4-BE49-F238E27FC236}">
                <a16:creationId xmlns:a16="http://schemas.microsoft.com/office/drawing/2014/main" id="{66ECB26C-F7DB-4C42-B716-B6AE13B6A516}"/>
              </a:ext>
            </a:extLst>
          </p:cNvPr>
          <p:cNvSpPr txBox="1">
            <a:spLocks noChangeArrowheads="1"/>
          </p:cNvSpPr>
          <p:nvPr/>
        </p:nvSpPr>
        <p:spPr bwMode="auto">
          <a:xfrm>
            <a:off x="993579" y="5364400"/>
            <a:ext cx="2519356" cy="375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pPr>
            <a:r>
              <a:rPr lang="zh-CN" altLang="en-US" sz="1400" dirty="0">
                <a:solidFill>
                  <a:schemeClr val="tx1">
                    <a:lumMod val="75000"/>
                    <a:lumOff val="25000"/>
                  </a:schemeClr>
                </a:solidFill>
                <a:latin typeface="+mn-lt"/>
                <a:ea typeface="+mn-ea"/>
                <a:cs typeface="+mn-ea"/>
                <a:sym typeface="+mn-lt"/>
              </a:rPr>
              <a:t>此处为内容</a:t>
            </a:r>
            <a:endParaRPr lang="en-US" sz="1400" dirty="0">
              <a:solidFill>
                <a:schemeClr val="tx1">
                  <a:lumMod val="75000"/>
                  <a:lumOff val="25000"/>
                </a:schemeClr>
              </a:solidFill>
              <a:latin typeface="+mn-lt"/>
              <a:ea typeface="+mn-ea"/>
              <a:cs typeface="+mn-ea"/>
              <a:sym typeface="+mn-lt"/>
            </a:endParaRPr>
          </a:p>
        </p:txBody>
      </p:sp>
      <p:cxnSp>
        <p:nvCxnSpPr>
          <p:cNvPr id="153" name="直接连接符 152">
            <a:extLst>
              <a:ext uri="{FF2B5EF4-FFF2-40B4-BE49-F238E27FC236}">
                <a16:creationId xmlns:a16="http://schemas.microsoft.com/office/drawing/2014/main" id="{F24187B4-8CFD-4725-8756-F217D4BA2C5F}"/>
              </a:ext>
            </a:extLst>
          </p:cNvPr>
          <p:cNvCxnSpPr>
            <a:cxnSpLocks/>
          </p:cNvCxnSpPr>
          <p:nvPr/>
        </p:nvCxnSpPr>
        <p:spPr>
          <a:xfrm flipV="1">
            <a:off x="1043798" y="4554564"/>
            <a:ext cx="261300" cy="1"/>
          </a:xfrm>
          <a:prstGeom prst="line">
            <a:avLst/>
          </a:prstGeom>
          <a:ln w="57150">
            <a:solidFill>
              <a:srgbClr val="992677"/>
            </a:solidFill>
          </a:ln>
        </p:spPr>
        <p:style>
          <a:lnRef idx="1">
            <a:schemeClr val="accent1"/>
          </a:lnRef>
          <a:fillRef idx="0">
            <a:schemeClr val="accent1"/>
          </a:fillRef>
          <a:effectRef idx="0">
            <a:schemeClr val="accent1"/>
          </a:effectRef>
          <a:fontRef idx="minor">
            <a:schemeClr val="tx1"/>
          </a:fontRef>
        </p:style>
      </p:cxnSp>
      <p:sp>
        <p:nvSpPr>
          <p:cNvPr id="155" name="稻壳儿小白白(http://dwz.cn/Wu2UP)">
            <a:extLst>
              <a:ext uri="{FF2B5EF4-FFF2-40B4-BE49-F238E27FC236}">
                <a16:creationId xmlns:a16="http://schemas.microsoft.com/office/drawing/2014/main" id="{681C0273-CC95-4D3E-8581-241D6AC2B3AA}"/>
              </a:ext>
            </a:extLst>
          </p:cNvPr>
          <p:cNvSpPr txBox="1">
            <a:spLocks noChangeArrowheads="1"/>
          </p:cNvSpPr>
          <p:nvPr/>
        </p:nvSpPr>
        <p:spPr bwMode="auto">
          <a:xfrm>
            <a:off x="4535792" y="4857051"/>
            <a:ext cx="2364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2000" b="1" dirty="0">
                <a:solidFill>
                  <a:srgbClr val="992677"/>
                </a:solidFill>
                <a:latin typeface="+mn-lt"/>
                <a:ea typeface="+mn-ea"/>
                <a:cs typeface="+mn-ea"/>
                <a:sym typeface="+mn-lt"/>
              </a:rPr>
              <a:t>此处为标题</a:t>
            </a:r>
            <a:endParaRPr lang="en-US" altLang="zh-CN" sz="2000" b="1" dirty="0">
              <a:solidFill>
                <a:srgbClr val="992677"/>
              </a:solidFill>
              <a:latin typeface="+mn-lt"/>
              <a:ea typeface="+mn-ea"/>
              <a:cs typeface="+mn-ea"/>
              <a:sym typeface="+mn-lt"/>
            </a:endParaRPr>
          </a:p>
        </p:txBody>
      </p:sp>
      <p:sp>
        <p:nvSpPr>
          <p:cNvPr id="156" name="稻壳儿小白白(http://dwz.cn/Wu2UP)">
            <a:extLst>
              <a:ext uri="{FF2B5EF4-FFF2-40B4-BE49-F238E27FC236}">
                <a16:creationId xmlns:a16="http://schemas.microsoft.com/office/drawing/2014/main" id="{6D0F4671-B943-4957-B8AF-6D5C8F83B349}"/>
              </a:ext>
            </a:extLst>
          </p:cNvPr>
          <p:cNvSpPr txBox="1">
            <a:spLocks noChangeArrowheads="1"/>
          </p:cNvSpPr>
          <p:nvPr/>
        </p:nvSpPr>
        <p:spPr bwMode="auto">
          <a:xfrm>
            <a:off x="4553427" y="5364400"/>
            <a:ext cx="2519358" cy="375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nSpc>
                <a:spcPct val="150000"/>
              </a:lnSpc>
            </a:pPr>
            <a:r>
              <a:rPr lang="zh-CN" altLang="en-US" sz="1400" dirty="0">
                <a:solidFill>
                  <a:schemeClr val="tx1">
                    <a:lumMod val="75000"/>
                    <a:lumOff val="25000"/>
                  </a:schemeClr>
                </a:solidFill>
                <a:latin typeface="+mn-lt"/>
                <a:ea typeface="+mn-ea"/>
                <a:cs typeface="+mn-ea"/>
                <a:sym typeface="+mn-lt"/>
              </a:rPr>
              <a:t>此处为内容</a:t>
            </a:r>
          </a:p>
        </p:txBody>
      </p:sp>
      <p:sp>
        <p:nvSpPr>
          <p:cNvPr id="158" name="稻壳儿小白白(http://dwz.cn/Wu2UP)">
            <a:extLst>
              <a:ext uri="{FF2B5EF4-FFF2-40B4-BE49-F238E27FC236}">
                <a16:creationId xmlns:a16="http://schemas.microsoft.com/office/drawing/2014/main" id="{A4626189-29BD-43DD-8ADE-CB00A136C741}"/>
              </a:ext>
            </a:extLst>
          </p:cNvPr>
          <p:cNvSpPr txBox="1">
            <a:spLocks noChangeArrowheads="1"/>
          </p:cNvSpPr>
          <p:nvPr/>
        </p:nvSpPr>
        <p:spPr bwMode="auto">
          <a:xfrm>
            <a:off x="8116430" y="4857051"/>
            <a:ext cx="2364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2000" b="1" dirty="0">
                <a:solidFill>
                  <a:srgbClr val="992677"/>
                </a:solidFill>
                <a:latin typeface="+mn-lt"/>
                <a:ea typeface="+mn-ea"/>
                <a:cs typeface="+mn-ea"/>
                <a:sym typeface="+mn-lt"/>
              </a:rPr>
              <a:t>此处为标题</a:t>
            </a:r>
            <a:endParaRPr lang="en-US" altLang="zh-CN" sz="2000" b="1" dirty="0">
              <a:solidFill>
                <a:srgbClr val="992677"/>
              </a:solidFill>
              <a:latin typeface="+mn-lt"/>
              <a:ea typeface="+mn-ea"/>
              <a:cs typeface="+mn-ea"/>
              <a:sym typeface="+mn-lt"/>
            </a:endParaRPr>
          </a:p>
        </p:txBody>
      </p:sp>
      <p:sp>
        <p:nvSpPr>
          <p:cNvPr id="159" name="稻壳儿小白白(http://dwz.cn/Wu2UP)">
            <a:extLst>
              <a:ext uri="{FF2B5EF4-FFF2-40B4-BE49-F238E27FC236}">
                <a16:creationId xmlns:a16="http://schemas.microsoft.com/office/drawing/2014/main" id="{D631123D-48EF-45A8-8C53-EEFDD47C2957}"/>
              </a:ext>
            </a:extLst>
          </p:cNvPr>
          <p:cNvSpPr txBox="1">
            <a:spLocks noChangeArrowheads="1"/>
          </p:cNvSpPr>
          <p:nvPr/>
        </p:nvSpPr>
        <p:spPr bwMode="auto">
          <a:xfrm>
            <a:off x="8134065" y="5364400"/>
            <a:ext cx="2519358" cy="375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nSpc>
                <a:spcPct val="150000"/>
              </a:lnSpc>
            </a:pPr>
            <a:r>
              <a:rPr lang="zh-CN" altLang="en-US" sz="1400" dirty="0">
                <a:solidFill>
                  <a:schemeClr val="tx1">
                    <a:lumMod val="75000"/>
                    <a:lumOff val="25000"/>
                  </a:schemeClr>
                </a:solidFill>
                <a:latin typeface="+mn-lt"/>
                <a:ea typeface="+mn-ea"/>
                <a:cs typeface="+mn-ea"/>
                <a:sym typeface="+mn-lt"/>
              </a:rPr>
              <a:t>此处为内容</a:t>
            </a:r>
          </a:p>
        </p:txBody>
      </p:sp>
      <p:cxnSp>
        <p:nvCxnSpPr>
          <p:cNvPr id="165" name="直接连接符 164">
            <a:extLst>
              <a:ext uri="{FF2B5EF4-FFF2-40B4-BE49-F238E27FC236}">
                <a16:creationId xmlns:a16="http://schemas.microsoft.com/office/drawing/2014/main" id="{84F7CDEB-AECC-4DC3-8640-2851FB637943}"/>
              </a:ext>
            </a:extLst>
          </p:cNvPr>
          <p:cNvCxnSpPr>
            <a:cxnSpLocks/>
          </p:cNvCxnSpPr>
          <p:nvPr/>
        </p:nvCxnSpPr>
        <p:spPr>
          <a:xfrm flipV="1">
            <a:off x="4667950" y="4554564"/>
            <a:ext cx="261300" cy="1"/>
          </a:xfrm>
          <a:prstGeom prst="line">
            <a:avLst/>
          </a:prstGeom>
          <a:ln w="5715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7C0F466C-B199-49DF-9C02-9B3FE1AD796B}"/>
              </a:ext>
            </a:extLst>
          </p:cNvPr>
          <p:cNvCxnSpPr>
            <a:cxnSpLocks/>
          </p:cNvCxnSpPr>
          <p:nvPr/>
        </p:nvCxnSpPr>
        <p:spPr>
          <a:xfrm flipV="1">
            <a:off x="8208083" y="4554564"/>
            <a:ext cx="261300" cy="1"/>
          </a:xfrm>
          <a:prstGeom prst="line">
            <a:avLst/>
          </a:prstGeom>
          <a:ln w="57150">
            <a:solidFill>
              <a:srgbClr val="992677"/>
            </a:solidFill>
          </a:ln>
        </p:spPr>
        <p:style>
          <a:lnRef idx="1">
            <a:schemeClr val="accent1"/>
          </a:lnRef>
          <a:fillRef idx="0">
            <a:schemeClr val="accent1"/>
          </a:fillRef>
          <a:effectRef idx="0">
            <a:schemeClr val="accent1"/>
          </a:effectRef>
          <a:fontRef idx="minor">
            <a:schemeClr val="tx1"/>
          </a:fontRef>
        </p:style>
      </p:cxnSp>
      <p:pic>
        <p:nvPicPr>
          <p:cNvPr id="168" name="图片 167">
            <a:extLst>
              <a:ext uri="{FF2B5EF4-FFF2-40B4-BE49-F238E27FC236}">
                <a16:creationId xmlns:a16="http://schemas.microsoft.com/office/drawing/2014/main" id="{41D63343-CE2D-48CD-9D20-69B642A71D52}"/>
              </a:ext>
            </a:extLst>
          </p:cNvPr>
          <p:cNvPicPr>
            <a:picLocks noChangeAspect="1"/>
          </p:cNvPicPr>
          <p:nvPr/>
        </p:nvPicPr>
        <p:blipFill rotWithShape="1">
          <a:blip r:embed="rId2">
            <a:extLst>
              <a:ext uri="{28A0092B-C50C-407E-A947-70E740481C1C}">
                <a14:useLocalDpi xmlns:a14="http://schemas.microsoft.com/office/drawing/2010/main" val="0"/>
              </a:ext>
            </a:extLst>
          </a:blip>
          <a:srcRect l="6414" t="10859" r="4939" b="56626"/>
          <a:stretch/>
        </p:blipFill>
        <p:spPr>
          <a:xfrm>
            <a:off x="8220076" y="2023642"/>
            <a:ext cx="2736107" cy="2229835"/>
          </a:xfrm>
          <a:prstGeom prst="rect">
            <a:avLst/>
          </a:prstGeom>
        </p:spPr>
      </p:pic>
      <p:pic>
        <p:nvPicPr>
          <p:cNvPr id="181" name="图片 180">
            <a:extLst>
              <a:ext uri="{FF2B5EF4-FFF2-40B4-BE49-F238E27FC236}">
                <a16:creationId xmlns:a16="http://schemas.microsoft.com/office/drawing/2014/main" id="{382805B2-18A6-49B9-8CAC-F606A4A8FCD5}"/>
              </a:ext>
            </a:extLst>
          </p:cNvPr>
          <p:cNvPicPr>
            <a:picLocks noChangeAspect="1"/>
          </p:cNvPicPr>
          <p:nvPr/>
        </p:nvPicPr>
        <p:blipFill rotWithShape="1">
          <a:blip r:embed="rId2">
            <a:extLst>
              <a:ext uri="{28A0092B-C50C-407E-A947-70E740481C1C}">
                <a14:useLocalDpi xmlns:a14="http://schemas.microsoft.com/office/drawing/2010/main" val="0"/>
              </a:ext>
            </a:extLst>
          </a:blip>
          <a:srcRect l="6414" t="10859" r="4939" b="56626"/>
          <a:stretch/>
        </p:blipFill>
        <p:spPr>
          <a:xfrm>
            <a:off x="4631937" y="2023642"/>
            <a:ext cx="2736107" cy="2229835"/>
          </a:xfrm>
          <a:prstGeom prst="rect">
            <a:avLst/>
          </a:prstGeom>
        </p:spPr>
      </p:pic>
      <p:pic>
        <p:nvPicPr>
          <p:cNvPr id="182" name="图片 181">
            <a:extLst>
              <a:ext uri="{FF2B5EF4-FFF2-40B4-BE49-F238E27FC236}">
                <a16:creationId xmlns:a16="http://schemas.microsoft.com/office/drawing/2014/main" id="{C10CB312-7D46-48A9-BF80-C745B3CAA15A}"/>
              </a:ext>
            </a:extLst>
          </p:cNvPr>
          <p:cNvPicPr>
            <a:picLocks noChangeAspect="1"/>
          </p:cNvPicPr>
          <p:nvPr/>
        </p:nvPicPr>
        <p:blipFill rotWithShape="1">
          <a:blip r:embed="rId2">
            <a:extLst>
              <a:ext uri="{28A0092B-C50C-407E-A947-70E740481C1C}">
                <a14:useLocalDpi xmlns:a14="http://schemas.microsoft.com/office/drawing/2010/main" val="0"/>
              </a:ext>
            </a:extLst>
          </a:blip>
          <a:srcRect l="6414" t="10859" r="4939" b="56626"/>
          <a:stretch/>
        </p:blipFill>
        <p:spPr>
          <a:xfrm>
            <a:off x="1043798" y="2023642"/>
            <a:ext cx="2736107" cy="2229835"/>
          </a:xfrm>
          <a:prstGeom prst="rect">
            <a:avLst/>
          </a:prstGeom>
        </p:spPr>
      </p:pic>
      <p:sp>
        <p:nvSpPr>
          <p:cNvPr id="2" name="标题 1">
            <a:extLst>
              <a:ext uri="{FF2B5EF4-FFF2-40B4-BE49-F238E27FC236}">
                <a16:creationId xmlns:a16="http://schemas.microsoft.com/office/drawing/2014/main" id="{ADB06316-DEE9-407B-8759-AEF0EFECE6E7}"/>
              </a:ext>
            </a:extLst>
          </p:cNvPr>
          <p:cNvSpPr>
            <a:spLocks noGrp="1"/>
          </p:cNvSpPr>
          <p:nvPr>
            <p:ph type="title"/>
          </p:nvPr>
        </p:nvSpPr>
        <p:spPr/>
        <p:txBody>
          <a:bodyPr>
            <a:normAutofit fontScale="90000"/>
          </a:bodyPr>
          <a:lstStyle/>
          <a:p>
            <a:endParaRPr lang="zh-CN" altLang="en-US">
              <a:latin typeface="+mn-lt"/>
              <a:ea typeface="+mn-ea"/>
              <a:cs typeface="+mn-ea"/>
              <a:sym typeface="+mn-lt"/>
            </a:endParaRPr>
          </a:p>
        </p:txBody>
      </p:sp>
    </p:spTree>
    <p:extLst>
      <p:ext uri="{BB962C8B-B14F-4D97-AF65-F5344CB8AC3E}">
        <p14:creationId xmlns:p14="http://schemas.microsoft.com/office/powerpoint/2010/main" val="1623965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 name="图片 162">
            <a:extLst>
              <a:ext uri="{FF2B5EF4-FFF2-40B4-BE49-F238E27FC236}">
                <a16:creationId xmlns:a16="http://schemas.microsoft.com/office/drawing/2014/main" id="{CBFC578F-2142-496D-8811-3DFE463D0614}"/>
              </a:ext>
            </a:extLst>
          </p:cNvPr>
          <p:cNvPicPr>
            <a:picLocks noChangeAspect="1"/>
          </p:cNvPicPr>
          <p:nvPr/>
        </p:nvPicPr>
        <p:blipFill rotWithShape="1">
          <a:blip r:embed="rId2">
            <a:extLst>
              <a:ext uri="{28A0092B-C50C-407E-A947-70E740481C1C}">
                <a14:useLocalDpi xmlns:a14="http://schemas.microsoft.com/office/drawing/2010/main" val="0"/>
              </a:ext>
            </a:extLst>
          </a:blip>
          <a:srcRect t="2650" r="-38" b="10740"/>
          <a:stretch/>
        </p:blipFill>
        <p:spPr>
          <a:xfrm>
            <a:off x="1031486" y="1714515"/>
            <a:ext cx="9058935" cy="4412177"/>
          </a:xfrm>
          <a:prstGeom prst="rect">
            <a:avLst/>
          </a:prstGeom>
          <a:ln>
            <a:noFill/>
          </a:ln>
          <a:effectLst/>
        </p:spPr>
      </p:pic>
      <p:sp>
        <p:nvSpPr>
          <p:cNvPr id="164" name="矩形 163">
            <a:extLst>
              <a:ext uri="{FF2B5EF4-FFF2-40B4-BE49-F238E27FC236}">
                <a16:creationId xmlns:a16="http://schemas.microsoft.com/office/drawing/2014/main" id="{21FC9EC4-1A31-42B6-8039-27A838FA42A4}"/>
              </a:ext>
            </a:extLst>
          </p:cNvPr>
          <p:cNvSpPr/>
          <p:nvPr/>
        </p:nvSpPr>
        <p:spPr>
          <a:xfrm>
            <a:off x="1055689" y="1714515"/>
            <a:ext cx="10078398" cy="4413893"/>
          </a:xfrm>
          <a:prstGeom prst="rect">
            <a:avLst/>
          </a:prstGeom>
          <a:gradFill>
            <a:gsLst>
              <a:gs pos="25000">
                <a:srgbClr val="992677">
                  <a:alpha val="91000"/>
                </a:srgbClr>
              </a:gs>
              <a:gs pos="14000">
                <a:srgbClr val="992677">
                  <a:lumMod val="100000"/>
                </a:srgbClr>
              </a:gs>
              <a:gs pos="100000">
                <a:srgbClr val="992677">
                  <a:alpha val="0"/>
                </a:srgbClr>
              </a:gs>
              <a:gs pos="60000">
                <a:srgbClr val="992677">
                  <a:alpha val="15000"/>
                </a:srgbClr>
              </a:gs>
            </a:gsLst>
            <a:lin ang="108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67" name="文本框 166">
            <a:extLst>
              <a:ext uri="{FF2B5EF4-FFF2-40B4-BE49-F238E27FC236}">
                <a16:creationId xmlns:a16="http://schemas.microsoft.com/office/drawing/2014/main" id="{6FFDB63C-FCC5-4C64-9897-BE8A70BB2D63}"/>
              </a:ext>
            </a:extLst>
          </p:cNvPr>
          <p:cNvSpPr txBox="1"/>
          <p:nvPr/>
        </p:nvSpPr>
        <p:spPr>
          <a:xfrm>
            <a:off x="8542085" y="5134421"/>
            <a:ext cx="2467914" cy="400110"/>
          </a:xfrm>
          <a:prstGeom prst="rect">
            <a:avLst/>
          </a:prstGeom>
          <a:noFill/>
        </p:spPr>
        <p:txBody>
          <a:bodyPr wrap="square" rtlCol="0">
            <a:spAutoFit/>
          </a:bodyPr>
          <a:lstStyle/>
          <a:p>
            <a:pPr algn="r"/>
            <a:r>
              <a:rPr lang="zh-CN" altLang="en-US" sz="2000" b="1" dirty="0">
                <a:solidFill>
                  <a:schemeClr val="bg1"/>
                </a:solidFill>
                <a:cs typeface="+mn-ea"/>
                <a:sym typeface="+mn-lt"/>
              </a:rPr>
              <a:t>图片说明</a:t>
            </a:r>
          </a:p>
        </p:txBody>
      </p:sp>
      <p:sp>
        <p:nvSpPr>
          <p:cNvPr id="184" name="文本框 183">
            <a:extLst>
              <a:ext uri="{FF2B5EF4-FFF2-40B4-BE49-F238E27FC236}">
                <a16:creationId xmlns:a16="http://schemas.microsoft.com/office/drawing/2014/main" id="{53F4CF29-E05E-4E37-8CBD-DB317C34A36B}"/>
              </a:ext>
            </a:extLst>
          </p:cNvPr>
          <p:cNvSpPr txBox="1"/>
          <p:nvPr/>
        </p:nvSpPr>
        <p:spPr>
          <a:xfrm>
            <a:off x="8542085" y="5571424"/>
            <a:ext cx="2467914" cy="307777"/>
          </a:xfrm>
          <a:prstGeom prst="rect">
            <a:avLst/>
          </a:prstGeom>
          <a:noFill/>
        </p:spPr>
        <p:txBody>
          <a:bodyPr wrap="square" rtlCol="0">
            <a:spAutoFit/>
          </a:bodyPr>
          <a:lstStyle/>
          <a:p>
            <a:pPr algn="r"/>
            <a:r>
              <a:rPr lang="zh-CN" altLang="en-US" sz="1400" dirty="0">
                <a:solidFill>
                  <a:schemeClr val="bg1"/>
                </a:solidFill>
                <a:cs typeface="+mn-ea"/>
                <a:sym typeface="+mn-lt"/>
              </a:rPr>
              <a:t>此为内容</a:t>
            </a:r>
          </a:p>
        </p:txBody>
      </p:sp>
      <p:cxnSp>
        <p:nvCxnSpPr>
          <p:cNvPr id="170" name="直接连接符 169">
            <a:extLst>
              <a:ext uri="{FF2B5EF4-FFF2-40B4-BE49-F238E27FC236}">
                <a16:creationId xmlns:a16="http://schemas.microsoft.com/office/drawing/2014/main" id="{77AD627E-32D3-47F6-A51C-9DBA49C53CB6}"/>
              </a:ext>
            </a:extLst>
          </p:cNvPr>
          <p:cNvCxnSpPr>
            <a:cxnSpLocks/>
          </p:cNvCxnSpPr>
          <p:nvPr/>
        </p:nvCxnSpPr>
        <p:spPr>
          <a:xfrm>
            <a:off x="10588376" y="5526749"/>
            <a:ext cx="293277"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1" name="标题 150">
            <a:extLst>
              <a:ext uri="{FF2B5EF4-FFF2-40B4-BE49-F238E27FC236}">
                <a16:creationId xmlns:a16="http://schemas.microsoft.com/office/drawing/2014/main" id="{26DB9F6F-F1CC-413B-B364-BDE1838C48DE}"/>
              </a:ext>
            </a:extLst>
          </p:cNvPr>
          <p:cNvSpPr>
            <a:spLocks noGrp="1"/>
          </p:cNvSpPr>
          <p:nvPr>
            <p:ph type="title"/>
          </p:nvPr>
        </p:nvSpPr>
        <p:spPr/>
        <p:txBody>
          <a:bodyPr>
            <a:normAutofit fontScale="90000"/>
          </a:bodyPr>
          <a:lstStyle/>
          <a:p>
            <a:endParaRPr lang="zh-CN" altLang="en-US">
              <a:latin typeface="+mn-lt"/>
              <a:ea typeface="+mn-ea"/>
              <a:cs typeface="+mn-ea"/>
              <a:sym typeface="+mn-lt"/>
            </a:endParaRPr>
          </a:p>
        </p:txBody>
      </p:sp>
    </p:spTree>
    <p:extLst>
      <p:ext uri="{BB962C8B-B14F-4D97-AF65-F5344CB8AC3E}">
        <p14:creationId xmlns:p14="http://schemas.microsoft.com/office/powerpoint/2010/main" val="1922846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矩形 269">
            <a:extLst>
              <a:ext uri="{FF2B5EF4-FFF2-40B4-BE49-F238E27FC236}">
                <a16:creationId xmlns:a16="http://schemas.microsoft.com/office/drawing/2014/main" id="{DE944731-779C-46E7-B7B2-F5EAE1AC9B99}"/>
              </a:ext>
            </a:extLst>
          </p:cNvPr>
          <p:cNvSpPr/>
          <p:nvPr/>
        </p:nvSpPr>
        <p:spPr>
          <a:xfrm>
            <a:off x="512872" y="298450"/>
            <a:ext cx="11150600" cy="6261100"/>
          </a:xfrm>
          <a:prstGeom prst="rect">
            <a:avLst/>
          </a:prstGeom>
          <a:blipFill dpi="0" rotWithShape="1">
            <a:blip r:embed="rId3"/>
            <a:srcRect/>
            <a:tile tx="0" ty="635000" sx="100000" sy="100000" flip="none" algn="ctr"/>
          </a:blipFill>
          <a:ln>
            <a:noFill/>
          </a:ln>
          <a:effectLst>
            <a:outerShdw blurRad="355600" sx="101000" sy="101000" algn="ctr" rotWithShape="0">
              <a:schemeClr val="tx1">
                <a:lumMod val="85000"/>
                <a:lumOff val="1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 name="标题 1">
            <a:extLst>
              <a:ext uri="{FF2B5EF4-FFF2-40B4-BE49-F238E27FC236}">
                <a16:creationId xmlns:a16="http://schemas.microsoft.com/office/drawing/2014/main" id="{42B41C1D-090A-434D-879D-D97A6D00FC98}"/>
              </a:ext>
            </a:extLst>
          </p:cNvPr>
          <p:cNvSpPr>
            <a:spLocks noGrp="1"/>
          </p:cNvSpPr>
          <p:nvPr>
            <p:ph type="ctrTitle" idx="4294967295"/>
          </p:nvPr>
        </p:nvSpPr>
        <p:spPr>
          <a:xfrm>
            <a:off x="1524000" y="1122363"/>
            <a:ext cx="9144000" cy="2387600"/>
          </a:xfrm>
        </p:spPr>
        <p:txBody>
          <a:bodyPr/>
          <a:lstStyle/>
          <a:p>
            <a:r>
              <a:rPr lang="en-US" altLang="zh-CN" dirty="0">
                <a:latin typeface="+mn-lt"/>
                <a:ea typeface="+mn-ea"/>
                <a:cs typeface="+mn-ea"/>
                <a:sym typeface="+mn-lt"/>
              </a:rPr>
              <a:t> </a:t>
            </a:r>
            <a:endParaRPr lang="zh-CN" altLang="en-US" dirty="0">
              <a:latin typeface="+mn-lt"/>
              <a:ea typeface="+mn-ea"/>
              <a:cs typeface="+mn-ea"/>
              <a:sym typeface="+mn-lt"/>
            </a:endParaRPr>
          </a:p>
        </p:txBody>
      </p:sp>
      <p:sp>
        <p:nvSpPr>
          <p:cNvPr id="273" name="任意多边形: 形状 272">
            <a:extLst>
              <a:ext uri="{FF2B5EF4-FFF2-40B4-BE49-F238E27FC236}">
                <a16:creationId xmlns:a16="http://schemas.microsoft.com/office/drawing/2014/main" id="{C6E78251-8CAD-42E0-9A60-40A924E678A8}"/>
              </a:ext>
            </a:extLst>
          </p:cNvPr>
          <p:cNvSpPr/>
          <p:nvPr/>
        </p:nvSpPr>
        <p:spPr>
          <a:xfrm>
            <a:off x="6658517" y="8167540"/>
            <a:ext cx="8007243" cy="6261100"/>
          </a:xfrm>
          <a:custGeom>
            <a:avLst/>
            <a:gdLst>
              <a:gd name="connsiteX0" fmla="*/ 3058682 w 8007243"/>
              <a:gd name="connsiteY0" fmla="*/ 0 h 6261100"/>
              <a:gd name="connsiteX1" fmla="*/ 8007243 w 8007243"/>
              <a:gd name="connsiteY1" fmla="*/ 0 h 6261100"/>
              <a:gd name="connsiteX2" fmla="*/ 8007243 w 8007243"/>
              <a:gd name="connsiteY2" fmla="*/ 6261100 h 6261100"/>
              <a:gd name="connsiteX3" fmla="*/ 0 w 8007243"/>
              <a:gd name="connsiteY3" fmla="*/ 6261100 h 6261100"/>
              <a:gd name="connsiteX4" fmla="*/ 71507 w 8007243"/>
              <a:gd name="connsiteY4" fmla="*/ 6010097 h 6261100"/>
              <a:gd name="connsiteX5" fmla="*/ 371914 w 8007243"/>
              <a:gd name="connsiteY5" fmla="*/ 5140653 h 6261100"/>
              <a:gd name="connsiteX6" fmla="*/ 2736743 w 8007243"/>
              <a:gd name="connsiteY6" fmla="*/ 3233026 h 6261100"/>
              <a:gd name="connsiteX7" fmla="*/ 3004756 w 8007243"/>
              <a:gd name="connsiteY7" fmla="*/ 79922 h 6261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07243" h="6261100">
                <a:moveTo>
                  <a:pt x="3058682" y="0"/>
                </a:moveTo>
                <a:lnTo>
                  <a:pt x="8007243" y="0"/>
                </a:lnTo>
                <a:lnTo>
                  <a:pt x="8007243" y="6261100"/>
                </a:lnTo>
                <a:lnTo>
                  <a:pt x="0" y="6261100"/>
                </a:lnTo>
                <a:lnTo>
                  <a:pt x="71507" y="6010097"/>
                </a:lnTo>
                <a:cubicBezTo>
                  <a:pt x="174845" y="5669455"/>
                  <a:pt x="291116" y="5362027"/>
                  <a:pt x="371914" y="5140653"/>
                </a:cubicBezTo>
                <a:cubicBezTo>
                  <a:pt x="695108" y="4255157"/>
                  <a:pt x="2297935" y="4076481"/>
                  <a:pt x="2736743" y="3233026"/>
                </a:cubicBezTo>
                <a:cubicBezTo>
                  <a:pt x="3175549" y="2389571"/>
                  <a:pt x="2534418" y="860315"/>
                  <a:pt x="3004756" y="79922"/>
                </a:cubicBezTo>
                <a:close/>
              </a:path>
            </a:pathLst>
          </a:custGeom>
          <a:solidFill>
            <a:srgbClr val="992677">
              <a:alpha val="4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 name="矩形 265">
            <a:extLst>
              <a:ext uri="{FF2B5EF4-FFF2-40B4-BE49-F238E27FC236}">
                <a16:creationId xmlns:a16="http://schemas.microsoft.com/office/drawing/2014/main" id="{8E04FD42-19B8-4811-BE13-207CA65F4CA2}"/>
              </a:ext>
            </a:extLst>
          </p:cNvPr>
          <p:cNvSpPr/>
          <p:nvPr/>
        </p:nvSpPr>
        <p:spPr>
          <a:xfrm>
            <a:off x="512872" y="298450"/>
            <a:ext cx="11150600" cy="6261100"/>
          </a:xfrm>
          <a:prstGeom prst="rect">
            <a:avLst/>
          </a:prstGeom>
          <a:gradFill>
            <a:gsLst>
              <a:gs pos="60000">
                <a:srgbClr val="FFFFFF">
                  <a:alpha val="82000"/>
                </a:srgbClr>
              </a:gs>
              <a:gs pos="27000">
                <a:srgbClr val="FFFFFF">
                  <a:alpha val="82000"/>
                </a:srgbClr>
              </a:gs>
              <a:gs pos="0">
                <a:schemeClr val="bg1">
                  <a:alpha val="56000"/>
                </a:schemeClr>
              </a:gs>
              <a:gs pos="99000">
                <a:schemeClr val="bg1">
                  <a:alpha val="13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nvGrpSpPr>
          <p:cNvPr id="4" name="组合 3">
            <a:extLst>
              <a:ext uri="{FF2B5EF4-FFF2-40B4-BE49-F238E27FC236}">
                <a16:creationId xmlns:a16="http://schemas.microsoft.com/office/drawing/2014/main" id="{45344A45-1464-4172-B634-86B7686D7365}"/>
              </a:ext>
            </a:extLst>
          </p:cNvPr>
          <p:cNvGrpSpPr/>
          <p:nvPr/>
        </p:nvGrpSpPr>
        <p:grpSpPr>
          <a:xfrm>
            <a:off x="12526851" y="-203072"/>
            <a:ext cx="818884" cy="118133"/>
            <a:chOff x="3873044" y="626487"/>
            <a:chExt cx="818884" cy="118133"/>
          </a:xfrm>
        </p:grpSpPr>
        <p:sp>
          <p:nvSpPr>
            <p:cNvPr id="22" name="椭圆 21">
              <a:extLst>
                <a:ext uri="{FF2B5EF4-FFF2-40B4-BE49-F238E27FC236}">
                  <a16:creationId xmlns:a16="http://schemas.microsoft.com/office/drawing/2014/main" id="{723E8437-F34B-42D6-8E75-43E692C20CA8}"/>
                </a:ext>
              </a:extLst>
            </p:cNvPr>
            <p:cNvSpPr/>
            <p:nvPr/>
          </p:nvSpPr>
          <p:spPr>
            <a:xfrm>
              <a:off x="3873044" y="626487"/>
              <a:ext cx="118133" cy="11813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3" name="椭圆 22">
              <a:extLst>
                <a:ext uri="{FF2B5EF4-FFF2-40B4-BE49-F238E27FC236}">
                  <a16:creationId xmlns:a16="http://schemas.microsoft.com/office/drawing/2014/main" id="{4B7A626B-8691-4BA4-9910-9F430AB36B6F}"/>
                </a:ext>
              </a:extLst>
            </p:cNvPr>
            <p:cNvSpPr/>
            <p:nvPr/>
          </p:nvSpPr>
          <p:spPr>
            <a:xfrm>
              <a:off x="4106628" y="626487"/>
              <a:ext cx="118133" cy="118133"/>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4" name="椭圆 23">
              <a:extLst>
                <a:ext uri="{FF2B5EF4-FFF2-40B4-BE49-F238E27FC236}">
                  <a16:creationId xmlns:a16="http://schemas.microsoft.com/office/drawing/2014/main" id="{6F29DD67-8370-4946-89EE-696F1204E4FA}"/>
                </a:ext>
              </a:extLst>
            </p:cNvPr>
            <p:cNvSpPr/>
            <p:nvPr/>
          </p:nvSpPr>
          <p:spPr>
            <a:xfrm>
              <a:off x="4340212" y="626487"/>
              <a:ext cx="118133" cy="11813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5" name="椭圆 24">
              <a:extLst>
                <a:ext uri="{FF2B5EF4-FFF2-40B4-BE49-F238E27FC236}">
                  <a16:creationId xmlns:a16="http://schemas.microsoft.com/office/drawing/2014/main" id="{0426C00B-4145-44E3-801E-D729C5FD573C}"/>
                </a:ext>
              </a:extLst>
            </p:cNvPr>
            <p:cNvSpPr/>
            <p:nvPr/>
          </p:nvSpPr>
          <p:spPr>
            <a:xfrm>
              <a:off x="4573795" y="626487"/>
              <a:ext cx="118133" cy="118133"/>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289" name="组合 288">
            <a:extLst>
              <a:ext uri="{FF2B5EF4-FFF2-40B4-BE49-F238E27FC236}">
                <a16:creationId xmlns:a16="http://schemas.microsoft.com/office/drawing/2014/main" id="{B88A8352-A9EC-4B9A-BB6E-5344E85AED40}"/>
              </a:ext>
            </a:extLst>
          </p:cNvPr>
          <p:cNvGrpSpPr/>
          <p:nvPr/>
        </p:nvGrpSpPr>
        <p:grpSpPr>
          <a:xfrm>
            <a:off x="2346197" y="2543262"/>
            <a:ext cx="7499606" cy="1231664"/>
            <a:chOff x="2346197" y="2805742"/>
            <a:chExt cx="7499606" cy="1231664"/>
          </a:xfrm>
        </p:grpSpPr>
        <p:sp>
          <p:nvSpPr>
            <p:cNvPr id="290" name="文本框 289">
              <a:extLst>
                <a:ext uri="{FF2B5EF4-FFF2-40B4-BE49-F238E27FC236}">
                  <a16:creationId xmlns:a16="http://schemas.microsoft.com/office/drawing/2014/main" id="{E40DD84C-2D06-4C25-901F-8D5019A1C0FC}"/>
                </a:ext>
              </a:extLst>
            </p:cNvPr>
            <p:cNvSpPr txBox="1"/>
            <p:nvPr/>
          </p:nvSpPr>
          <p:spPr>
            <a:xfrm>
              <a:off x="2346197" y="2805742"/>
              <a:ext cx="7499606"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130" normalizeH="0" noProof="0" dirty="0">
                  <a:ln>
                    <a:noFill/>
                  </a:ln>
                  <a:solidFill>
                    <a:srgbClr val="992677"/>
                  </a:solidFill>
                  <a:effectLst/>
                  <a:uLnTx/>
                  <a:uFillTx/>
                  <a:cs typeface="+mn-ea"/>
                  <a:sym typeface="+mn-lt"/>
                </a:rPr>
                <a:t>请各位老师批评指正</a:t>
              </a:r>
            </a:p>
          </p:txBody>
        </p:sp>
        <p:sp>
          <p:nvSpPr>
            <p:cNvPr id="291" name="矩形 290">
              <a:extLst>
                <a:ext uri="{FF2B5EF4-FFF2-40B4-BE49-F238E27FC236}">
                  <a16:creationId xmlns:a16="http://schemas.microsoft.com/office/drawing/2014/main" id="{E78A2855-0930-4F0A-BEAB-603E51F4054F}"/>
                </a:ext>
              </a:extLst>
            </p:cNvPr>
            <p:cNvSpPr/>
            <p:nvPr/>
          </p:nvSpPr>
          <p:spPr>
            <a:xfrm>
              <a:off x="2626735" y="3796272"/>
              <a:ext cx="6938530" cy="241134"/>
            </a:xfrm>
            <a:prstGeom prst="rect">
              <a:avLst/>
            </a:prstGeom>
            <a:solidFill>
              <a:srgbClr val="992677"/>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defRPr/>
              </a:pPr>
              <a:r>
                <a:rPr lang="en-US" altLang="zh-CN" sz="1100" dirty="0">
                  <a:solidFill>
                    <a:schemeClr val="bg1"/>
                  </a:solidFill>
                  <a:latin typeface="Arial" panose="020B0604020202020204" pitchFamily="34" charset="0"/>
                  <a:cs typeface="Arial" panose="020B0604020202020204" pitchFamily="34" charset="0"/>
                  <a:sym typeface="+mn-lt"/>
                </a:rPr>
                <a:t>PLEASE POINT OUT THE MISTAKES FOR CORRECTION IF ANY</a:t>
              </a:r>
              <a:endParaRPr kumimoji="0" lang="zh-CN" altLang="en-US" sz="1100" b="0" i="0" u="none" strike="noStrike" kern="1200" cap="none" spc="0" normalizeH="0" baseline="0" noProof="0" dirty="0">
                <a:ln>
                  <a:noFill/>
                </a:ln>
                <a:solidFill>
                  <a:schemeClr val="bg1"/>
                </a:solidFill>
                <a:effectLst/>
                <a:uLnTx/>
                <a:uFillTx/>
                <a:latin typeface="Arial" panose="020B0604020202020204" pitchFamily="34" charset="0"/>
                <a:cs typeface="Arial" panose="020B0604020202020204" pitchFamily="34" charset="0"/>
                <a:sym typeface="+mn-lt"/>
              </a:endParaRPr>
            </a:p>
          </p:txBody>
        </p:sp>
      </p:grpSp>
      <p:grpSp>
        <p:nvGrpSpPr>
          <p:cNvPr id="292"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58EF90BD-1CA0-4EDD-9D18-7992DF6CCE28}"/>
              </a:ext>
            </a:extLst>
          </p:cNvPr>
          <p:cNvGrpSpPr>
            <a:grpSpLocks noChangeAspect="1"/>
          </p:cNvGrpSpPr>
          <p:nvPr>
            <p:custDataLst>
              <p:tags r:id="rId1"/>
            </p:custDataLst>
          </p:nvPr>
        </p:nvGrpSpPr>
        <p:grpSpPr>
          <a:xfrm>
            <a:off x="4367946" y="1630680"/>
            <a:ext cx="3456108" cy="797151"/>
            <a:chOff x="2035175" y="2493963"/>
            <a:chExt cx="8121650" cy="1873250"/>
          </a:xfrm>
        </p:grpSpPr>
        <p:sp>
          <p:nvSpPr>
            <p:cNvPr id="293" name="iṡľïḑê">
              <a:extLst>
                <a:ext uri="{FF2B5EF4-FFF2-40B4-BE49-F238E27FC236}">
                  <a16:creationId xmlns:a16="http://schemas.microsoft.com/office/drawing/2014/main" id="{0E6DA066-E186-4F9B-8F38-06D8349AE1A8}"/>
                </a:ext>
              </a:extLst>
            </p:cNvPr>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4" name="íṩ1iḓê">
              <a:extLst>
                <a:ext uri="{FF2B5EF4-FFF2-40B4-BE49-F238E27FC236}">
                  <a16:creationId xmlns:a16="http://schemas.microsoft.com/office/drawing/2014/main" id="{7C4E1C55-788E-4B44-871A-4C5D2D2027FB}"/>
                </a:ext>
              </a:extLst>
            </p:cNvPr>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5" name="î$ľîḑè">
              <a:extLst>
                <a:ext uri="{FF2B5EF4-FFF2-40B4-BE49-F238E27FC236}">
                  <a16:creationId xmlns:a16="http://schemas.microsoft.com/office/drawing/2014/main" id="{37891CB6-4658-42B0-8EB8-5F4F40F14102}"/>
                </a:ext>
              </a:extLst>
            </p:cNvPr>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6" name="isḷiďè">
              <a:extLst>
                <a:ext uri="{FF2B5EF4-FFF2-40B4-BE49-F238E27FC236}">
                  <a16:creationId xmlns:a16="http://schemas.microsoft.com/office/drawing/2014/main" id="{D3EBDE0A-7F03-4F33-8F16-C1EE96B62B97}"/>
                </a:ext>
              </a:extLst>
            </p:cNvPr>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7" name="iśľíḋè">
              <a:extLst>
                <a:ext uri="{FF2B5EF4-FFF2-40B4-BE49-F238E27FC236}">
                  <a16:creationId xmlns:a16="http://schemas.microsoft.com/office/drawing/2014/main" id="{A86B22D9-B113-45DB-84F2-BDCD275CFBD9}"/>
                </a:ext>
              </a:extLst>
            </p:cNvPr>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8" name="iṩḻiḋé">
              <a:extLst>
                <a:ext uri="{FF2B5EF4-FFF2-40B4-BE49-F238E27FC236}">
                  <a16:creationId xmlns:a16="http://schemas.microsoft.com/office/drawing/2014/main" id="{20A8EF09-06C9-4E8F-904C-108581693984}"/>
                </a:ext>
              </a:extLst>
            </p:cNvPr>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9" name="îṥļïḓè">
              <a:extLst>
                <a:ext uri="{FF2B5EF4-FFF2-40B4-BE49-F238E27FC236}">
                  <a16:creationId xmlns:a16="http://schemas.microsoft.com/office/drawing/2014/main" id="{16F23781-E29B-4C71-89F9-90AB27469521}"/>
                </a:ext>
              </a:extLst>
            </p:cNvPr>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0" name="ïṥliḍè">
              <a:extLst>
                <a:ext uri="{FF2B5EF4-FFF2-40B4-BE49-F238E27FC236}">
                  <a16:creationId xmlns:a16="http://schemas.microsoft.com/office/drawing/2014/main" id="{C010D766-4920-4667-AC61-F508F5F5BC75}"/>
                </a:ext>
              </a:extLst>
            </p:cNvPr>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1" name="iśḷíḓê">
              <a:extLst>
                <a:ext uri="{FF2B5EF4-FFF2-40B4-BE49-F238E27FC236}">
                  <a16:creationId xmlns:a16="http://schemas.microsoft.com/office/drawing/2014/main" id="{E6B9CEFE-7169-4C1D-958B-22EFAFC18BCC}"/>
                </a:ext>
              </a:extLst>
            </p:cNvPr>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2" name="isļiḓe">
              <a:extLst>
                <a:ext uri="{FF2B5EF4-FFF2-40B4-BE49-F238E27FC236}">
                  <a16:creationId xmlns:a16="http://schemas.microsoft.com/office/drawing/2014/main" id="{CF8548E6-B087-4EC3-86B7-A0622676F76E}"/>
                </a:ext>
              </a:extLst>
            </p:cNvPr>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3" name="îs1ïdè">
              <a:extLst>
                <a:ext uri="{FF2B5EF4-FFF2-40B4-BE49-F238E27FC236}">
                  <a16:creationId xmlns:a16="http://schemas.microsoft.com/office/drawing/2014/main" id="{409872A5-CEC3-43F1-B180-6F1FC5E485F6}"/>
                </a:ext>
              </a:extLst>
            </p:cNvPr>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4" name="iṡḻïďe">
              <a:extLst>
                <a:ext uri="{FF2B5EF4-FFF2-40B4-BE49-F238E27FC236}">
                  <a16:creationId xmlns:a16="http://schemas.microsoft.com/office/drawing/2014/main" id="{0154D2AE-27E4-4115-9C2A-7F25DD5EE940}"/>
                </a:ext>
              </a:extLst>
            </p:cNvPr>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5" name="ï$ľídè">
              <a:extLst>
                <a:ext uri="{FF2B5EF4-FFF2-40B4-BE49-F238E27FC236}">
                  <a16:creationId xmlns:a16="http://schemas.microsoft.com/office/drawing/2014/main" id="{34F3292E-9E41-4A88-B732-E219588F23A1}"/>
                </a:ext>
              </a:extLst>
            </p:cNvPr>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6" name="isḻïḋê">
              <a:extLst>
                <a:ext uri="{FF2B5EF4-FFF2-40B4-BE49-F238E27FC236}">
                  <a16:creationId xmlns:a16="http://schemas.microsoft.com/office/drawing/2014/main" id="{177A245C-C586-4489-A7F7-58EAC96AE19B}"/>
                </a:ext>
              </a:extLst>
            </p:cNvPr>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7" name="îṧḷïde">
              <a:extLst>
                <a:ext uri="{FF2B5EF4-FFF2-40B4-BE49-F238E27FC236}">
                  <a16:creationId xmlns:a16="http://schemas.microsoft.com/office/drawing/2014/main" id="{C45CDC6F-A542-4601-BD4F-D831F6684AB9}"/>
                </a:ext>
              </a:extLst>
            </p:cNvPr>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8" name="iṣḷíḍé">
              <a:extLst>
                <a:ext uri="{FF2B5EF4-FFF2-40B4-BE49-F238E27FC236}">
                  <a16:creationId xmlns:a16="http://schemas.microsoft.com/office/drawing/2014/main" id="{05F2DED8-9C89-49E6-BC5B-C11C8049CEC6}"/>
                </a:ext>
              </a:extLst>
            </p:cNvPr>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09" name="isľïde">
              <a:extLst>
                <a:ext uri="{FF2B5EF4-FFF2-40B4-BE49-F238E27FC236}">
                  <a16:creationId xmlns:a16="http://schemas.microsoft.com/office/drawing/2014/main" id="{200FF717-7042-489E-917F-50F277939B75}"/>
                </a:ext>
              </a:extLst>
            </p:cNvPr>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0" name="îślîḍé">
              <a:extLst>
                <a:ext uri="{FF2B5EF4-FFF2-40B4-BE49-F238E27FC236}">
                  <a16:creationId xmlns:a16="http://schemas.microsoft.com/office/drawing/2014/main" id="{1415EE5F-99AB-4B94-AD51-8CC79B7D9AA7}"/>
                </a:ext>
              </a:extLst>
            </p:cNvPr>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1" name="îŝḻiďé">
              <a:extLst>
                <a:ext uri="{FF2B5EF4-FFF2-40B4-BE49-F238E27FC236}">
                  <a16:creationId xmlns:a16="http://schemas.microsoft.com/office/drawing/2014/main" id="{F774BDB6-45E7-49E0-8E64-A33E6FD33870}"/>
                </a:ext>
              </a:extLst>
            </p:cNvPr>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2" name="íṣḻiḋè">
              <a:extLst>
                <a:ext uri="{FF2B5EF4-FFF2-40B4-BE49-F238E27FC236}">
                  <a16:creationId xmlns:a16="http://schemas.microsoft.com/office/drawing/2014/main" id="{237E5ED9-D4F0-4977-B91D-B963DAA663A3}"/>
                </a:ext>
              </a:extLst>
            </p:cNvPr>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3" name="îSlîḓè">
              <a:extLst>
                <a:ext uri="{FF2B5EF4-FFF2-40B4-BE49-F238E27FC236}">
                  <a16:creationId xmlns:a16="http://schemas.microsoft.com/office/drawing/2014/main" id="{CFA48506-BE77-426F-9197-99EC70C39CD5}"/>
                </a:ext>
              </a:extLst>
            </p:cNvPr>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14" name="iṩḷïdê">
              <a:extLst>
                <a:ext uri="{FF2B5EF4-FFF2-40B4-BE49-F238E27FC236}">
                  <a16:creationId xmlns:a16="http://schemas.microsoft.com/office/drawing/2014/main" id="{11835C60-9688-4D7A-925E-E61E523CD582}"/>
                </a:ext>
              </a:extLst>
            </p:cNvPr>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5" name="ïś1ïḍê">
              <a:extLst>
                <a:ext uri="{FF2B5EF4-FFF2-40B4-BE49-F238E27FC236}">
                  <a16:creationId xmlns:a16="http://schemas.microsoft.com/office/drawing/2014/main" id="{02B2DF74-0E99-40C9-BF8D-1D5674AC2DE0}"/>
                </a:ext>
              </a:extLst>
            </p:cNvPr>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6" name="îşliḍè">
              <a:extLst>
                <a:ext uri="{FF2B5EF4-FFF2-40B4-BE49-F238E27FC236}">
                  <a16:creationId xmlns:a16="http://schemas.microsoft.com/office/drawing/2014/main" id="{24E9FA9D-0A14-4A41-BBF0-CEC0812D9595}"/>
                </a:ext>
              </a:extLst>
            </p:cNvPr>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7" name="išḷidê">
              <a:extLst>
                <a:ext uri="{FF2B5EF4-FFF2-40B4-BE49-F238E27FC236}">
                  <a16:creationId xmlns:a16="http://schemas.microsoft.com/office/drawing/2014/main" id="{7B2A7840-FB16-4DC2-B7F8-C6A1A4883F0F}"/>
                </a:ext>
              </a:extLst>
            </p:cNvPr>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8" name="îSḻiḍe">
              <a:extLst>
                <a:ext uri="{FF2B5EF4-FFF2-40B4-BE49-F238E27FC236}">
                  <a16:creationId xmlns:a16="http://schemas.microsoft.com/office/drawing/2014/main" id="{1645D21B-DCEB-49F9-B611-68238707D8B8}"/>
                </a:ext>
              </a:extLst>
            </p:cNvPr>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19" name="ïṧļïḍe">
              <a:extLst>
                <a:ext uri="{FF2B5EF4-FFF2-40B4-BE49-F238E27FC236}">
                  <a16:creationId xmlns:a16="http://schemas.microsoft.com/office/drawing/2014/main" id="{B2B88025-AE9C-404C-B46A-6144C4B51A16}"/>
                </a:ext>
              </a:extLst>
            </p:cNvPr>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0" name="îŝļïḋé">
              <a:extLst>
                <a:ext uri="{FF2B5EF4-FFF2-40B4-BE49-F238E27FC236}">
                  <a16:creationId xmlns:a16="http://schemas.microsoft.com/office/drawing/2014/main" id="{9BD196E8-97FF-4353-9E2B-1357C3FEA7E2}"/>
                </a:ext>
              </a:extLst>
            </p:cNvPr>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1" name="îṡlïḍe">
              <a:extLst>
                <a:ext uri="{FF2B5EF4-FFF2-40B4-BE49-F238E27FC236}">
                  <a16:creationId xmlns:a16="http://schemas.microsoft.com/office/drawing/2014/main" id="{A872320D-D020-480D-B7E6-12896BC9800D}"/>
                </a:ext>
              </a:extLst>
            </p:cNvPr>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2" name="ïśļïḑê">
              <a:extLst>
                <a:ext uri="{FF2B5EF4-FFF2-40B4-BE49-F238E27FC236}">
                  <a16:creationId xmlns:a16="http://schemas.microsoft.com/office/drawing/2014/main" id="{ACB92642-11EE-44A3-A662-F2D208AF8784}"/>
                </a:ext>
              </a:extLst>
            </p:cNvPr>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3" name="îSľïde">
              <a:extLst>
                <a:ext uri="{FF2B5EF4-FFF2-40B4-BE49-F238E27FC236}">
                  <a16:creationId xmlns:a16="http://schemas.microsoft.com/office/drawing/2014/main" id="{A4663FAA-E8DB-4444-A24E-3E47CB40E54C}"/>
                </a:ext>
              </a:extLst>
            </p:cNvPr>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4" name="iṧḻïdé">
              <a:extLst>
                <a:ext uri="{FF2B5EF4-FFF2-40B4-BE49-F238E27FC236}">
                  <a16:creationId xmlns:a16="http://schemas.microsoft.com/office/drawing/2014/main" id="{7001F946-B295-49D1-B36D-A383925E3018}"/>
                </a:ext>
              </a:extLst>
            </p:cNvPr>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5" name="íŝļíḑé">
              <a:extLst>
                <a:ext uri="{FF2B5EF4-FFF2-40B4-BE49-F238E27FC236}">
                  <a16:creationId xmlns:a16="http://schemas.microsoft.com/office/drawing/2014/main" id="{9A5221A1-AD94-45A7-A072-98B23E6BE600}"/>
                </a:ext>
              </a:extLst>
            </p:cNvPr>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26" name="ï$ļiḑé">
              <a:extLst>
                <a:ext uri="{FF2B5EF4-FFF2-40B4-BE49-F238E27FC236}">
                  <a16:creationId xmlns:a16="http://schemas.microsoft.com/office/drawing/2014/main" id="{EFD62F06-E878-446C-A3BE-30C887661301}"/>
                </a:ext>
              </a:extLst>
            </p:cNvPr>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7" name="îṧļïde">
              <a:extLst>
                <a:ext uri="{FF2B5EF4-FFF2-40B4-BE49-F238E27FC236}">
                  <a16:creationId xmlns:a16="http://schemas.microsoft.com/office/drawing/2014/main" id="{25C73E9D-F194-405B-A0DA-9560A2777998}"/>
                </a:ext>
              </a:extLst>
            </p:cNvPr>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8" name="íşlîḍè">
              <a:extLst>
                <a:ext uri="{FF2B5EF4-FFF2-40B4-BE49-F238E27FC236}">
                  <a16:creationId xmlns:a16="http://schemas.microsoft.com/office/drawing/2014/main" id="{104AFDF2-065F-44D6-BCB8-B783770E0E23}"/>
                </a:ext>
              </a:extLst>
            </p:cNvPr>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9" name="îŝļîďé">
              <a:extLst>
                <a:ext uri="{FF2B5EF4-FFF2-40B4-BE49-F238E27FC236}">
                  <a16:creationId xmlns:a16="http://schemas.microsoft.com/office/drawing/2014/main" id="{F811C523-D8B7-4656-A73E-6062326864F6}"/>
                </a:ext>
              </a:extLst>
            </p:cNvPr>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0" name="îŝlîḑê">
              <a:extLst>
                <a:ext uri="{FF2B5EF4-FFF2-40B4-BE49-F238E27FC236}">
                  <a16:creationId xmlns:a16="http://schemas.microsoft.com/office/drawing/2014/main" id="{1ACAABB3-947F-4C4B-B6BC-F73A177904CB}"/>
                </a:ext>
              </a:extLst>
            </p:cNvPr>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1" name="îṣḷïdè">
              <a:extLst>
                <a:ext uri="{FF2B5EF4-FFF2-40B4-BE49-F238E27FC236}">
                  <a16:creationId xmlns:a16="http://schemas.microsoft.com/office/drawing/2014/main" id="{644F6F44-4B6C-42C8-915D-A7ABCE2F7D88}"/>
                </a:ext>
              </a:extLst>
            </p:cNvPr>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2" name="íśļîḍè">
              <a:extLst>
                <a:ext uri="{FF2B5EF4-FFF2-40B4-BE49-F238E27FC236}">
                  <a16:creationId xmlns:a16="http://schemas.microsoft.com/office/drawing/2014/main" id="{0694338C-35BF-45E4-BF7B-A07C470896DC}"/>
                </a:ext>
              </a:extLst>
            </p:cNvPr>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3" name="íśļïḍe">
              <a:extLst>
                <a:ext uri="{FF2B5EF4-FFF2-40B4-BE49-F238E27FC236}">
                  <a16:creationId xmlns:a16="http://schemas.microsoft.com/office/drawing/2014/main" id="{41E01D9E-E91E-47AC-8994-113CDC8D8122}"/>
                </a:ext>
              </a:extLst>
            </p:cNvPr>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4" name="íŝliḓê">
              <a:extLst>
                <a:ext uri="{FF2B5EF4-FFF2-40B4-BE49-F238E27FC236}">
                  <a16:creationId xmlns:a16="http://schemas.microsoft.com/office/drawing/2014/main" id="{580647B6-DDC7-4947-8F10-1A0DA5976413}"/>
                </a:ext>
              </a:extLst>
            </p:cNvPr>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5" name="iślïḓê">
              <a:extLst>
                <a:ext uri="{FF2B5EF4-FFF2-40B4-BE49-F238E27FC236}">
                  <a16:creationId xmlns:a16="http://schemas.microsoft.com/office/drawing/2014/main" id="{5DF65B12-26DA-4972-A8A9-D6B648115D89}"/>
                </a:ext>
              </a:extLst>
            </p:cNvPr>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6" name="íSlïdè">
              <a:extLst>
                <a:ext uri="{FF2B5EF4-FFF2-40B4-BE49-F238E27FC236}">
                  <a16:creationId xmlns:a16="http://schemas.microsoft.com/office/drawing/2014/main" id="{21D5BE6D-612E-4C2B-A1F5-B8A4A2C2A3CC}"/>
                </a:ext>
              </a:extLst>
            </p:cNvPr>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7" name="iṣḻïḍe">
              <a:extLst>
                <a:ext uri="{FF2B5EF4-FFF2-40B4-BE49-F238E27FC236}">
                  <a16:creationId xmlns:a16="http://schemas.microsoft.com/office/drawing/2014/main" id="{098FCD90-19BA-446E-99FA-0057DACD04F3}"/>
                </a:ext>
              </a:extLst>
            </p:cNvPr>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8" name="ïşľidé">
              <a:extLst>
                <a:ext uri="{FF2B5EF4-FFF2-40B4-BE49-F238E27FC236}">
                  <a16:creationId xmlns:a16="http://schemas.microsoft.com/office/drawing/2014/main" id="{F8E03C45-A11B-46E6-800B-1DBFD7550C10}"/>
                </a:ext>
              </a:extLst>
            </p:cNvPr>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9" name="ïṣliḋê">
              <a:extLst>
                <a:ext uri="{FF2B5EF4-FFF2-40B4-BE49-F238E27FC236}">
                  <a16:creationId xmlns:a16="http://schemas.microsoft.com/office/drawing/2014/main" id="{D3D3F9AE-6CD6-4CFB-A337-9249EB2D49B3}"/>
                </a:ext>
              </a:extLst>
            </p:cNvPr>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0" name="îṩḻiḓê">
              <a:extLst>
                <a:ext uri="{FF2B5EF4-FFF2-40B4-BE49-F238E27FC236}">
                  <a16:creationId xmlns:a16="http://schemas.microsoft.com/office/drawing/2014/main" id="{CC67AEC7-D1C5-4C29-A4D6-36BB3268EF75}"/>
                </a:ext>
              </a:extLst>
            </p:cNvPr>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1" name="iśļîḋè">
              <a:extLst>
                <a:ext uri="{FF2B5EF4-FFF2-40B4-BE49-F238E27FC236}">
                  <a16:creationId xmlns:a16="http://schemas.microsoft.com/office/drawing/2014/main" id="{9AD942C1-0B65-4159-90C4-F818373A487A}"/>
                </a:ext>
              </a:extLst>
            </p:cNvPr>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2" name="iṣliḓê">
              <a:extLst>
                <a:ext uri="{FF2B5EF4-FFF2-40B4-BE49-F238E27FC236}">
                  <a16:creationId xmlns:a16="http://schemas.microsoft.com/office/drawing/2014/main" id="{2D97A566-8038-4BFE-A0E9-215312803C49}"/>
                </a:ext>
              </a:extLst>
            </p:cNvPr>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3" name="íṡľiḍê">
              <a:extLst>
                <a:ext uri="{FF2B5EF4-FFF2-40B4-BE49-F238E27FC236}">
                  <a16:creationId xmlns:a16="http://schemas.microsoft.com/office/drawing/2014/main" id="{E50FEC80-7079-4136-B010-683CB84B2590}"/>
                </a:ext>
              </a:extLst>
            </p:cNvPr>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4" name="íšlîde">
              <a:extLst>
                <a:ext uri="{FF2B5EF4-FFF2-40B4-BE49-F238E27FC236}">
                  <a16:creationId xmlns:a16="http://schemas.microsoft.com/office/drawing/2014/main" id="{C793D240-A917-4142-AAE7-27AFAA1282F6}"/>
                </a:ext>
              </a:extLst>
            </p:cNvPr>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5" name="îṡḷíḋé">
              <a:extLst>
                <a:ext uri="{FF2B5EF4-FFF2-40B4-BE49-F238E27FC236}">
                  <a16:creationId xmlns:a16="http://schemas.microsoft.com/office/drawing/2014/main" id="{219A3503-028C-458F-95D1-14563ED53D23}"/>
                </a:ext>
              </a:extLst>
            </p:cNvPr>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6" name="îsḻiḓe">
              <a:extLst>
                <a:ext uri="{FF2B5EF4-FFF2-40B4-BE49-F238E27FC236}">
                  <a16:creationId xmlns:a16="http://schemas.microsoft.com/office/drawing/2014/main" id="{616A1B52-2334-4A06-A52B-8EC2A29EDABF}"/>
                </a:ext>
              </a:extLst>
            </p:cNvPr>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7" name="î$ļïdè">
              <a:extLst>
                <a:ext uri="{FF2B5EF4-FFF2-40B4-BE49-F238E27FC236}">
                  <a16:creationId xmlns:a16="http://schemas.microsoft.com/office/drawing/2014/main" id="{5F9D6C97-21C5-4A93-A3F4-CCF61B314D97}"/>
                </a:ext>
              </a:extLst>
            </p:cNvPr>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8" name="îṧḷíḓê">
              <a:extLst>
                <a:ext uri="{FF2B5EF4-FFF2-40B4-BE49-F238E27FC236}">
                  <a16:creationId xmlns:a16="http://schemas.microsoft.com/office/drawing/2014/main" id="{223661E3-75B8-4AD3-A38E-424A874C7874}"/>
                </a:ext>
              </a:extLst>
            </p:cNvPr>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9" name="íṩ1iḑê">
              <a:extLst>
                <a:ext uri="{FF2B5EF4-FFF2-40B4-BE49-F238E27FC236}">
                  <a16:creationId xmlns:a16="http://schemas.microsoft.com/office/drawing/2014/main" id="{FF7D4772-240C-4CBB-9E0D-37534CC9CD4F}"/>
                </a:ext>
              </a:extLst>
            </p:cNvPr>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0" name="îṥlîdê">
              <a:extLst>
                <a:ext uri="{FF2B5EF4-FFF2-40B4-BE49-F238E27FC236}">
                  <a16:creationId xmlns:a16="http://schemas.microsoft.com/office/drawing/2014/main" id="{F8C21332-F3C5-44CB-BEC4-79D615E52984}"/>
                </a:ext>
              </a:extLst>
            </p:cNvPr>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1" name="îṧľîḑé">
              <a:extLst>
                <a:ext uri="{FF2B5EF4-FFF2-40B4-BE49-F238E27FC236}">
                  <a16:creationId xmlns:a16="http://schemas.microsoft.com/office/drawing/2014/main" id="{21C79CAA-74A8-4F04-BAC7-26427669DDA7}"/>
                </a:ext>
              </a:extLst>
            </p:cNvPr>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2" name="ï$ļíḑe">
              <a:extLst>
                <a:ext uri="{FF2B5EF4-FFF2-40B4-BE49-F238E27FC236}">
                  <a16:creationId xmlns:a16="http://schemas.microsoft.com/office/drawing/2014/main" id="{C42829F7-302E-4F59-AB43-771F5F775748}"/>
                </a:ext>
              </a:extLst>
            </p:cNvPr>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3" name="iṩḷïde">
              <a:extLst>
                <a:ext uri="{FF2B5EF4-FFF2-40B4-BE49-F238E27FC236}">
                  <a16:creationId xmlns:a16="http://schemas.microsoft.com/office/drawing/2014/main" id="{44170AEC-0F51-4A9C-ACDF-FB1023F9E3BA}"/>
                </a:ext>
              </a:extLst>
            </p:cNvPr>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4" name="í$ḷïďê">
              <a:extLst>
                <a:ext uri="{FF2B5EF4-FFF2-40B4-BE49-F238E27FC236}">
                  <a16:creationId xmlns:a16="http://schemas.microsoft.com/office/drawing/2014/main" id="{6115E938-7E79-49F1-9827-B0F6D27A0287}"/>
                </a:ext>
              </a:extLst>
            </p:cNvPr>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5" name="îśľïḑe">
              <a:extLst>
                <a:ext uri="{FF2B5EF4-FFF2-40B4-BE49-F238E27FC236}">
                  <a16:creationId xmlns:a16="http://schemas.microsoft.com/office/drawing/2014/main" id="{6843E790-402B-48A2-9BAE-3F368860C3E5}"/>
                </a:ext>
              </a:extLst>
            </p:cNvPr>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6" name="ïSlîḍè">
              <a:extLst>
                <a:ext uri="{FF2B5EF4-FFF2-40B4-BE49-F238E27FC236}">
                  <a16:creationId xmlns:a16="http://schemas.microsoft.com/office/drawing/2014/main" id="{568ECDF0-F36C-4730-98FE-D7A221DFAF84}"/>
                </a:ext>
              </a:extLst>
            </p:cNvPr>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7" name="işliḍé">
              <a:extLst>
                <a:ext uri="{FF2B5EF4-FFF2-40B4-BE49-F238E27FC236}">
                  <a16:creationId xmlns:a16="http://schemas.microsoft.com/office/drawing/2014/main" id="{08E96289-EA43-4F57-B0DF-4E12FE91293B}"/>
                </a:ext>
              </a:extLst>
            </p:cNvPr>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8" name="ísḻïde">
              <a:extLst>
                <a:ext uri="{FF2B5EF4-FFF2-40B4-BE49-F238E27FC236}">
                  <a16:creationId xmlns:a16="http://schemas.microsoft.com/office/drawing/2014/main" id="{3FDC19D3-E3A1-4B60-9A4E-42A4546EC8B4}"/>
                </a:ext>
              </a:extLst>
            </p:cNvPr>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59" name="iŝļiḋê">
              <a:extLst>
                <a:ext uri="{FF2B5EF4-FFF2-40B4-BE49-F238E27FC236}">
                  <a16:creationId xmlns:a16="http://schemas.microsoft.com/office/drawing/2014/main" id="{46977A5B-145A-4A3E-9835-E2D4862A5DEC}"/>
                </a:ext>
              </a:extLst>
            </p:cNvPr>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0" name="iṧḷîdè">
              <a:extLst>
                <a:ext uri="{FF2B5EF4-FFF2-40B4-BE49-F238E27FC236}">
                  <a16:creationId xmlns:a16="http://schemas.microsoft.com/office/drawing/2014/main" id="{AA26AE25-B4C6-4CB0-AED5-01C3FA9299BA}"/>
                </a:ext>
              </a:extLst>
            </p:cNvPr>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1" name="isļíḍè">
              <a:extLst>
                <a:ext uri="{FF2B5EF4-FFF2-40B4-BE49-F238E27FC236}">
                  <a16:creationId xmlns:a16="http://schemas.microsoft.com/office/drawing/2014/main" id="{4B3A9C51-0F37-406D-9D88-F59085279582}"/>
                </a:ext>
              </a:extLst>
            </p:cNvPr>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2" name="ïṡ1íḓe">
              <a:extLst>
                <a:ext uri="{FF2B5EF4-FFF2-40B4-BE49-F238E27FC236}">
                  <a16:creationId xmlns:a16="http://schemas.microsoft.com/office/drawing/2014/main" id="{1B1C2A52-5228-460A-AEAF-CC9416FAC572}"/>
                </a:ext>
              </a:extLst>
            </p:cNvPr>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3" name="isḷiḑê">
              <a:extLst>
                <a:ext uri="{FF2B5EF4-FFF2-40B4-BE49-F238E27FC236}">
                  <a16:creationId xmlns:a16="http://schemas.microsoft.com/office/drawing/2014/main" id="{88E67F30-097F-4BC8-B967-04717AE3BF25}"/>
                </a:ext>
              </a:extLst>
            </p:cNvPr>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4" name="ïṥlíḓê">
              <a:extLst>
                <a:ext uri="{FF2B5EF4-FFF2-40B4-BE49-F238E27FC236}">
                  <a16:creationId xmlns:a16="http://schemas.microsoft.com/office/drawing/2014/main" id="{88515881-39AC-430E-8951-4C3A9A728966}"/>
                </a:ext>
              </a:extLst>
            </p:cNvPr>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5" name="îṧḷíḍé">
              <a:extLst>
                <a:ext uri="{FF2B5EF4-FFF2-40B4-BE49-F238E27FC236}">
                  <a16:creationId xmlns:a16="http://schemas.microsoft.com/office/drawing/2014/main" id="{13A7F2C0-ABD4-4A3B-83EB-B1F015577560}"/>
                </a:ext>
              </a:extLst>
            </p:cNvPr>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6" name="îṩḻïďè">
              <a:extLst>
                <a:ext uri="{FF2B5EF4-FFF2-40B4-BE49-F238E27FC236}">
                  <a16:creationId xmlns:a16="http://schemas.microsoft.com/office/drawing/2014/main" id="{2095D540-946D-4EE0-82D1-7DD6A97DCAB9}"/>
                </a:ext>
              </a:extLst>
            </p:cNvPr>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7" name="ïşļídé">
              <a:extLst>
                <a:ext uri="{FF2B5EF4-FFF2-40B4-BE49-F238E27FC236}">
                  <a16:creationId xmlns:a16="http://schemas.microsoft.com/office/drawing/2014/main" id="{A6CE7B75-3D75-4D97-B492-59FFE5E364CB}"/>
                </a:ext>
              </a:extLst>
            </p:cNvPr>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8" name="iṧḻíďe">
              <a:extLst>
                <a:ext uri="{FF2B5EF4-FFF2-40B4-BE49-F238E27FC236}">
                  <a16:creationId xmlns:a16="http://schemas.microsoft.com/office/drawing/2014/main" id="{AFCF9303-21B9-4B15-AA14-F969CA275690}"/>
                </a:ext>
              </a:extLst>
            </p:cNvPr>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9" name="ïSlïḓé">
              <a:extLst>
                <a:ext uri="{FF2B5EF4-FFF2-40B4-BE49-F238E27FC236}">
                  <a16:creationId xmlns:a16="http://schemas.microsoft.com/office/drawing/2014/main" id="{5B320253-3A6B-4C64-8F0E-264B4AD44324}"/>
                </a:ext>
              </a:extLst>
            </p:cNvPr>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0" name="išľîḑé">
              <a:extLst>
                <a:ext uri="{FF2B5EF4-FFF2-40B4-BE49-F238E27FC236}">
                  <a16:creationId xmlns:a16="http://schemas.microsoft.com/office/drawing/2014/main" id="{BAB0DCAD-5805-4415-AD4D-16A71787B06F}"/>
                </a:ext>
              </a:extLst>
            </p:cNvPr>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1" name="îṥḻîďè">
              <a:extLst>
                <a:ext uri="{FF2B5EF4-FFF2-40B4-BE49-F238E27FC236}">
                  <a16:creationId xmlns:a16="http://schemas.microsoft.com/office/drawing/2014/main" id="{D920B6E3-B3AC-4A37-8BF8-E94A301E8C37}"/>
                </a:ext>
              </a:extLst>
            </p:cNvPr>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2" name="i$líḋé">
              <a:extLst>
                <a:ext uri="{FF2B5EF4-FFF2-40B4-BE49-F238E27FC236}">
                  <a16:creationId xmlns:a16="http://schemas.microsoft.com/office/drawing/2014/main" id="{6C19F8D4-3BD7-4E5F-A4A4-A787E3A8ED8F}"/>
                </a:ext>
              </a:extLst>
            </p:cNvPr>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3" name="iṡľîḋê">
              <a:extLst>
                <a:ext uri="{FF2B5EF4-FFF2-40B4-BE49-F238E27FC236}">
                  <a16:creationId xmlns:a16="http://schemas.microsoft.com/office/drawing/2014/main" id="{A8B60032-8D98-4A6A-BE09-83A8D55DD410}"/>
                </a:ext>
              </a:extLst>
            </p:cNvPr>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4" name="ïśḷîḍè">
              <a:extLst>
                <a:ext uri="{FF2B5EF4-FFF2-40B4-BE49-F238E27FC236}">
                  <a16:creationId xmlns:a16="http://schemas.microsoft.com/office/drawing/2014/main" id="{D0F1EA5E-0101-4464-AFE4-92F22A1EBF16}"/>
                </a:ext>
              </a:extLst>
            </p:cNvPr>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5" name="íṣļíḓe">
              <a:extLst>
                <a:ext uri="{FF2B5EF4-FFF2-40B4-BE49-F238E27FC236}">
                  <a16:creationId xmlns:a16="http://schemas.microsoft.com/office/drawing/2014/main" id="{5D351BF0-65F7-4389-8A50-3CF2B4D2DB69}"/>
                </a:ext>
              </a:extLst>
            </p:cNvPr>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6" name="ïslïḓé">
              <a:extLst>
                <a:ext uri="{FF2B5EF4-FFF2-40B4-BE49-F238E27FC236}">
                  <a16:creationId xmlns:a16="http://schemas.microsoft.com/office/drawing/2014/main" id="{1D45DDF0-58A3-4659-80F4-1F935291FAE1}"/>
                </a:ext>
              </a:extLst>
            </p:cNvPr>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7" name="ïṣḻîḋé">
              <a:extLst>
                <a:ext uri="{FF2B5EF4-FFF2-40B4-BE49-F238E27FC236}">
                  <a16:creationId xmlns:a16="http://schemas.microsoft.com/office/drawing/2014/main" id="{FB4DBB11-A17C-4DA2-98AE-D2DEB1F44CAB}"/>
                </a:ext>
              </a:extLst>
            </p:cNvPr>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8" name="ïṥḷîḓè">
              <a:extLst>
                <a:ext uri="{FF2B5EF4-FFF2-40B4-BE49-F238E27FC236}">
                  <a16:creationId xmlns:a16="http://schemas.microsoft.com/office/drawing/2014/main" id="{BCDD75E8-6605-4B09-85F8-191F73AC5B5D}"/>
                </a:ext>
              </a:extLst>
            </p:cNvPr>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9" name="iṥḷíďè">
              <a:extLst>
                <a:ext uri="{FF2B5EF4-FFF2-40B4-BE49-F238E27FC236}">
                  <a16:creationId xmlns:a16="http://schemas.microsoft.com/office/drawing/2014/main" id="{362615CB-2381-4216-8E34-325B328FA2C4}"/>
                </a:ext>
              </a:extLst>
            </p:cNvPr>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0" name="ïş1ídè">
              <a:extLst>
                <a:ext uri="{FF2B5EF4-FFF2-40B4-BE49-F238E27FC236}">
                  <a16:creationId xmlns:a16="http://schemas.microsoft.com/office/drawing/2014/main" id="{9C83295F-2725-406E-961A-AB4CC56C145A}"/>
                </a:ext>
              </a:extLst>
            </p:cNvPr>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1" name="îŝļiḑe">
              <a:extLst>
                <a:ext uri="{FF2B5EF4-FFF2-40B4-BE49-F238E27FC236}">
                  <a16:creationId xmlns:a16="http://schemas.microsoft.com/office/drawing/2014/main" id="{A5ABDC55-7403-43FE-AEDE-742C15A32424}"/>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2" name="í$ļïḓé">
              <a:extLst>
                <a:ext uri="{FF2B5EF4-FFF2-40B4-BE49-F238E27FC236}">
                  <a16:creationId xmlns:a16="http://schemas.microsoft.com/office/drawing/2014/main" id="{0DF47D24-010A-494B-AFA0-F7E269BC56C5}"/>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3" name="i$1iďê">
              <a:extLst>
                <a:ext uri="{FF2B5EF4-FFF2-40B4-BE49-F238E27FC236}">
                  <a16:creationId xmlns:a16="http://schemas.microsoft.com/office/drawing/2014/main" id="{2AD31626-189D-40A8-870A-0D2C650DB49B}"/>
                </a:ext>
              </a:extLst>
            </p:cNvPr>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84" name="îšḷiḍe">
              <a:extLst>
                <a:ext uri="{FF2B5EF4-FFF2-40B4-BE49-F238E27FC236}">
                  <a16:creationId xmlns:a16="http://schemas.microsoft.com/office/drawing/2014/main" id="{079C53CE-54E7-4B7C-85EC-B7E6E1882286}"/>
                </a:ext>
              </a:extLst>
            </p:cNvPr>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85" name="íṥlïdê">
              <a:extLst>
                <a:ext uri="{FF2B5EF4-FFF2-40B4-BE49-F238E27FC236}">
                  <a16:creationId xmlns:a16="http://schemas.microsoft.com/office/drawing/2014/main" id="{2BB7C79F-3A9A-4212-B699-A10AC918D39E}"/>
                </a:ext>
              </a:extLst>
            </p:cNvPr>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86" name="íśľîďé">
              <a:extLst>
                <a:ext uri="{FF2B5EF4-FFF2-40B4-BE49-F238E27FC236}">
                  <a16:creationId xmlns:a16="http://schemas.microsoft.com/office/drawing/2014/main" id="{5E63FF6F-64D4-42E7-BEF2-E221F095C8D1}"/>
                </a:ext>
              </a:extLst>
            </p:cNvPr>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87" name="iŝḻîdé">
              <a:extLst>
                <a:ext uri="{FF2B5EF4-FFF2-40B4-BE49-F238E27FC236}">
                  <a16:creationId xmlns:a16="http://schemas.microsoft.com/office/drawing/2014/main" id="{3D3EB558-65E4-4389-95A5-4985897F7434}"/>
                </a:ext>
              </a:extLst>
            </p:cNvPr>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8" name="ïsḷiḍé">
              <a:extLst>
                <a:ext uri="{FF2B5EF4-FFF2-40B4-BE49-F238E27FC236}">
                  <a16:creationId xmlns:a16="http://schemas.microsoft.com/office/drawing/2014/main" id="{69316797-21CD-43EA-AA86-7EADDB901D63}"/>
                </a:ext>
              </a:extLst>
            </p:cNvPr>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9" name="íṧ1iďè">
              <a:extLst>
                <a:ext uri="{FF2B5EF4-FFF2-40B4-BE49-F238E27FC236}">
                  <a16:creationId xmlns:a16="http://schemas.microsoft.com/office/drawing/2014/main" id="{B71981C1-F10B-4002-AAAF-B88B4CC2A5C6}"/>
                </a:ext>
              </a:extLst>
            </p:cNvPr>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0" name="îṩľíḓe">
              <a:extLst>
                <a:ext uri="{FF2B5EF4-FFF2-40B4-BE49-F238E27FC236}">
                  <a16:creationId xmlns:a16="http://schemas.microsoft.com/office/drawing/2014/main" id="{AD15FE4F-AE65-4B9B-8687-3E05D9B09CBC}"/>
                </a:ext>
              </a:extLst>
            </p:cNvPr>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1" name="ïṡ1ïḑé">
              <a:extLst>
                <a:ext uri="{FF2B5EF4-FFF2-40B4-BE49-F238E27FC236}">
                  <a16:creationId xmlns:a16="http://schemas.microsoft.com/office/drawing/2014/main" id="{AC9F356E-A327-497C-9F7A-2D5A9DE3D909}"/>
                </a:ext>
              </a:extLst>
            </p:cNvPr>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2" name="iṡlíďe">
              <a:extLst>
                <a:ext uri="{FF2B5EF4-FFF2-40B4-BE49-F238E27FC236}">
                  <a16:creationId xmlns:a16="http://schemas.microsoft.com/office/drawing/2014/main" id="{0BE269F5-976A-48DC-99C1-BC485D8E168E}"/>
                </a:ext>
              </a:extLst>
            </p:cNvPr>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3" name="ïšḷiḍè">
              <a:extLst>
                <a:ext uri="{FF2B5EF4-FFF2-40B4-BE49-F238E27FC236}">
                  <a16:creationId xmlns:a16="http://schemas.microsoft.com/office/drawing/2014/main" id="{BE00E6A2-EFFE-406E-B068-8C1E1DA55CD7}"/>
                </a:ext>
              </a:extLst>
            </p:cNvPr>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4" name="í$1îḓè">
              <a:extLst>
                <a:ext uri="{FF2B5EF4-FFF2-40B4-BE49-F238E27FC236}">
                  <a16:creationId xmlns:a16="http://schemas.microsoft.com/office/drawing/2014/main" id="{CC9E6135-0CED-4799-9CCD-04403F1DF32D}"/>
                </a:ext>
              </a:extLst>
            </p:cNvPr>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5" name="î$ľidé">
              <a:extLst>
                <a:ext uri="{FF2B5EF4-FFF2-40B4-BE49-F238E27FC236}">
                  <a16:creationId xmlns:a16="http://schemas.microsoft.com/office/drawing/2014/main" id="{9916EBB9-693F-4061-864C-A034ADC477B7}"/>
                </a:ext>
              </a:extLst>
            </p:cNvPr>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6" name="išḻïďê">
              <a:extLst>
                <a:ext uri="{FF2B5EF4-FFF2-40B4-BE49-F238E27FC236}">
                  <a16:creationId xmlns:a16="http://schemas.microsoft.com/office/drawing/2014/main" id="{FBC42890-BC21-4EA7-9DD4-16D99AD6ED5E}"/>
                </a:ext>
              </a:extLst>
            </p:cNvPr>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7" name="îSļíďê">
              <a:extLst>
                <a:ext uri="{FF2B5EF4-FFF2-40B4-BE49-F238E27FC236}">
                  <a16:creationId xmlns:a16="http://schemas.microsoft.com/office/drawing/2014/main" id="{7D043ABF-F3E5-4416-922A-4A1E9AD60B12}"/>
                </a:ext>
              </a:extLst>
            </p:cNvPr>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8" name="íṧḻiḋe">
              <a:extLst>
                <a:ext uri="{FF2B5EF4-FFF2-40B4-BE49-F238E27FC236}">
                  <a16:creationId xmlns:a16="http://schemas.microsoft.com/office/drawing/2014/main" id="{5836AC05-30CF-4F19-8B0B-93AD0B3A4C2E}"/>
                </a:ext>
              </a:extLst>
            </p:cNvPr>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9" name="îṡ1iďé">
              <a:extLst>
                <a:ext uri="{FF2B5EF4-FFF2-40B4-BE49-F238E27FC236}">
                  <a16:creationId xmlns:a16="http://schemas.microsoft.com/office/drawing/2014/main" id="{917F6347-BFF9-4AB1-9C93-7F1B5C508A76}"/>
                </a:ext>
              </a:extLst>
            </p:cNvPr>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0" name="ï$ḷïdè">
              <a:extLst>
                <a:ext uri="{FF2B5EF4-FFF2-40B4-BE49-F238E27FC236}">
                  <a16:creationId xmlns:a16="http://schemas.microsoft.com/office/drawing/2014/main" id="{377F4452-205F-42A8-851E-54BE6DE63633}"/>
                </a:ext>
              </a:extLst>
            </p:cNvPr>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1" name="işlîḋê">
              <a:extLst>
                <a:ext uri="{FF2B5EF4-FFF2-40B4-BE49-F238E27FC236}">
                  <a16:creationId xmlns:a16="http://schemas.microsoft.com/office/drawing/2014/main" id="{8459D00C-C8DD-49F5-AEED-B853C75EE905}"/>
                </a:ext>
              </a:extLst>
            </p:cNvPr>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2" name="işḻïḑè">
              <a:extLst>
                <a:ext uri="{FF2B5EF4-FFF2-40B4-BE49-F238E27FC236}">
                  <a16:creationId xmlns:a16="http://schemas.microsoft.com/office/drawing/2014/main" id="{E22982B6-206D-4111-80AD-6C6060D33AC9}"/>
                </a:ext>
              </a:extLst>
            </p:cNvPr>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3" name="ïslidê">
              <a:extLst>
                <a:ext uri="{FF2B5EF4-FFF2-40B4-BE49-F238E27FC236}">
                  <a16:creationId xmlns:a16="http://schemas.microsoft.com/office/drawing/2014/main" id="{33F7601E-9F9B-4F13-922D-83E657ADB6C2}"/>
                </a:ext>
              </a:extLst>
            </p:cNvPr>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4" name="íṣḻíḑê">
              <a:extLst>
                <a:ext uri="{FF2B5EF4-FFF2-40B4-BE49-F238E27FC236}">
                  <a16:creationId xmlns:a16="http://schemas.microsoft.com/office/drawing/2014/main" id="{52C9BB4F-8481-4F82-84B7-829106B5E5DB}"/>
                </a:ext>
              </a:extLst>
            </p:cNvPr>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5" name="ísḻídé">
              <a:extLst>
                <a:ext uri="{FF2B5EF4-FFF2-40B4-BE49-F238E27FC236}">
                  <a16:creationId xmlns:a16="http://schemas.microsoft.com/office/drawing/2014/main" id="{152E0F91-60AF-4C5C-8848-2DE56C46A78F}"/>
                </a:ext>
              </a:extLst>
            </p:cNvPr>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6" name="iṧḻide">
              <a:extLst>
                <a:ext uri="{FF2B5EF4-FFF2-40B4-BE49-F238E27FC236}">
                  <a16:creationId xmlns:a16="http://schemas.microsoft.com/office/drawing/2014/main" id="{09F3EAE8-5AD6-4710-BC19-8125188965E1}"/>
                </a:ext>
              </a:extLst>
            </p:cNvPr>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7" name="îṧļïďe">
              <a:extLst>
                <a:ext uri="{FF2B5EF4-FFF2-40B4-BE49-F238E27FC236}">
                  <a16:creationId xmlns:a16="http://schemas.microsoft.com/office/drawing/2014/main" id="{17425558-CEF0-4519-B5AA-4E3A173CE3F8}"/>
                </a:ext>
              </a:extLst>
            </p:cNvPr>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8" name="iṣḷîḋê">
              <a:extLst>
                <a:ext uri="{FF2B5EF4-FFF2-40B4-BE49-F238E27FC236}">
                  <a16:creationId xmlns:a16="http://schemas.microsoft.com/office/drawing/2014/main" id="{A5FEA8F1-86C4-45A6-96D0-49D923BA0ED5}"/>
                </a:ext>
              </a:extLst>
            </p:cNvPr>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09" name="íŝ1ïḍè">
              <a:extLst>
                <a:ext uri="{FF2B5EF4-FFF2-40B4-BE49-F238E27FC236}">
                  <a16:creationId xmlns:a16="http://schemas.microsoft.com/office/drawing/2014/main" id="{EFEF711E-C63B-43F7-9B73-C736678E2114}"/>
                </a:ext>
              </a:extLst>
            </p:cNvPr>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0" name="íŝlîḋe">
              <a:extLst>
                <a:ext uri="{FF2B5EF4-FFF2-40B4-BE49-F238E27FC236}">
                  <a16:creationId xmlns:a16="http://schemas.microsoft.com/office/drawing/2014/main" id="{5BFDE50D-2691-4578-BBDC-90BD0DE93AFA}"/>
                </a:ext>
              </a:extLst>
            </p:cNvPr>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1" name="iŝḻiďê">
              <a:extLst>
                <a:ext uri="{FF2B5EF4-FFF2-40B4-BE49-F238E27FC236}">
                  <a16:creationId xmlns:a16="http://schemas.microsoft.com/office/drawing/2014/main" id="{58F9A160-CD21-47D2-92BA-44A6BB53A5F5}"/>
                </a:ext>
              </a:extLst>
            </p:cNvPr>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2" name="îṥḻiḍè">
              <a:extLst>
                <a:ext uri="{FF2B5EF4-FFF2-40B4-BE49-F238E27FC236}">
                  <a16:creationId xmlns:a16="http://schemas.microsoft.com/office/drawing/2014/main" id="{C9FD8571-1381-495F-9372-7A7E976050EE}"/>
                </a:ext>
              </a:extLst>
            </p:cNvPr>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3" name="íṩḷîḋe">
              <a:extLst>
                <a:ext uri="{FF2B5EF4-FFF2-40B4-BE49-F238E27FC236}">
                  <a16:creationId xmlns:a16="http://schemas.microsoft.com/office/drawing/2014/main" id="{D81C5E11-6230-4ECD-83E4-20F018338728}"/>
                </a:ext>
              </a:extLst>
            </p:cNvPr>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4" name="iṧḻiḋè">
              <a:extLst>
                <a:ext uri="{FF2B5EF4-FFF2-40B4-BE49-F238E27FC236}">
                  <a16:creationId xmlns:a16="http://schemas.microsoft.com/office/drawing/2014/main" id="{A05D641F-E16B-4019-B02F-C4C8CB1119C4}"/>
                </a:ext>
              </a:extLst>
            </p:cNvPr>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5" name="î$ľíḓè">
              <a:extLst>
                <a:ext uri="{FF2B5EF4-FFF2-40B4-BE49-F238E27FC236}">
                  <a16:creationId xmlns:a16="http://schemas.microsoft.com/office/drawing/2014/main" id="{872FFE62-C0DB-4A6B-8AE2-8425E69C1E7A}"/>
                </a:ext>
              </a:extLst>
            </p:cNvPr>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6" name="ïsľíďe">
              <a:extLst>
                <a:ext uri="{FF2B5EF4-FFF2-40B4-BE49-F238E27FC236}">
                  <a16:creationId xmlns:a16="http://schemas.microsoft.com/office/drawing/2014/main" id="{7525750B-C20A-4C24-ADE5-41223AFBE61F}"/>
                </a:ext>
              </a:extLst>
            </p:cNvPr>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7" name="íšḷïdé">
              <a:extLst>
                <a:ext uri="{FF2B5EF4-FFF2-40B4-BE49-F238E27FC236}">
                  <a16:creationId xmlns:a16="http://schemas.microsoft.com/office/drawing/2014/main" id="{02553D10-3EEE-44EC-99F4-9C02108268C3}"/>
                </a:ext>
              </a:extLst>
            </p:cNvPr>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8" name="ïslîḍê">
              <a:extLst>
                <a:ext uri="{FF2B5EF4-FFF2-40B4-BE49-F238E27FC236}">
                  <a16:creationId xmlns:a16="http://schemas.microsoft.com/office/drawing/2014/main" id="{00119DE0-7E5D-4D66-82D5-5B15D7987EAC}"/>
                </a:ext>
              </a:extLst>
            </p:cNvPr>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9" name="îŝľíḍè">
              <a:extLst>
                <a:ext uri="{FF2B5EF4-FFF2-40B4-BE49-F238E27FC236}">
                  <a16:creationId xmlns:a16="http://schemas.microsoft.com/office/drawing/2014/main" id="{26D0F5F3-DACF-4896-83D3-E072B8BDF39D}"/>
                </a:ext>
              </a:extLst>
            </p:cNvPr>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0" name="íşľîḑé">
              <a:extLst>
                <a:ext uri="{FF2B5EF4-FFF2-40B4-BE49-F238E27FC236}">
                  <a16:creationId xmlns:a16="http://schemas.microsoft.com/office/drawing/2014/main" id="{DC6B94A1-5228-433C-9234-5B9E78414FCD}"/>
                </a:ext>
              </a:extLst>
            </p:cNvPr>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1" name="íSḷîḍè">
              <a:extLst>
                <a:ext uri="{FF2B5EF4-FFF2-40B4-BE49-F238E27FC236}">
                  <a16:creationId xmlns:a16="http://schemas.microsoft.com/office/drawing/2014/main" id="{FD233ABE-7FD9-4CC7-9E63-E29096D358FA}"/>
                </a:ext>
              </a:extLst>
            </p:cNvPr>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2" name="ïşļîḍè">
              <a:extLst>
                <a:ext uri="{FF2B5EF4-FFF2-40B4-BE49-F238E27FC236}">
                  <a16:creationId xmlns:a16="http://schemas.microsoft.com/office/drawing/2014/main" id="{D95E473A-BC01-4C65-BD37-1571C3C3B0BE}"/>
                </a:ext>
              </a:extLst>
            </p:cNvPr>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3" name="ísḷiḋe">
              <a:extLst>
                <a:ext uri="{FF2B5EF4-FFF2-40B4-BE49-F238E27FC236}">
                  <a16:creationId xmlns:a16="http://schemas.microsoft.com/office/drawing/2014/main" id="{A622F856-B78E-40D7-99D1-1C83CE22DE8F}"/>
                </a:ext>
              </a:extLst>
            </p:cNvPr>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4" name="išḷîḓe">
              <a:extLst>
                <a:ext uri="{FF2B5EF4-FFF2-40B4-BE49-F238E27FC236}">
                  <a16:creationId xmlns:a16="http://schemas.microsoft.com/office/drawing/2014/main" id="{3E55A00E-1936-45D7-B643-0805385C4CCF}"/>
                </a:ext>
              </a:extLst>
            </p:cNvPr>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5" name="ïṩļidê">
              <a:extLst>
                <a:ext uri="{FF2B5EF4-FFF2-40B4-BE49-F238E27FC236}">
                  <a16:creationId xmlns:a16="http://schemas.microsoft.com/office/drawing/2014/main" id="{3741E4D9-A89E-4BD6-9DE1-59FB0D7F346E}"/>
                </a:ext>
              </a:extLst>
            </p:cNvPr>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6" name="îṧliḑe">
              <a:extLst>
                <a:ext uri="{FF2B5EF4-FFF2-40B4-BE49-F238E27FC236}">
                  <a16:creationId xmlns:a16="http://schemas.microsoft.com/office/drawing/2014/main" id="{984CA191-DA3A-4AF9-BF92-8766323D546F}"/>
                </a:ext>
              </a:extLst>
            </p:cNvPr>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7" name="ïśḷïḓè">
              <a:extLst>
                <a:ext uri="{FF2B5EF4-FFF2-40B4-BE49-F238E27FC236}">
                  <a16:creationId xmlns:a16="http://schemas.microsoft.com/office/drawing/2014/main" id="{86E4CE99-521B-42AE-A3BF-AAAC7F9206EA}"/>
                </a:ext>
              </a:extLst>
            </p:cNvPr>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8" name="ísliďè">
              <a:extLst>
                <a:ext uri="{FF2B5EF4-FFF2-40B4-BE49-F238E27FC236}">
                  <a16:creationId xmlns:a16="http://schemas.microsoft.com/office/drawing/2014/main" id="{8456D6B6-5E88-4D6F-BBC7-25AF5CD3126C}"/>
                </a:ext>
              </a:extLst>
            </p:cNvPr>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9" name="ïsḷíḍé">
              <a:extLst>
                <a:ext uri="{FF2B5EF4-FFF2-40B4-BE49-F238E27FC236}">
                  <a16:creationId xmlns:a16="http://schemas.microsoft.com/office/drawing/2014/main" id="{6F9077EF-229A-4D95-AF4D-68C608C19A62}"/>
                </a:ext>
              </a:extLst>
            </p:cNvPr>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0" name="ïšlîḑê">
              <a:extLst>
                <a:ext uri="{FF2B5EF4-FFF2-40B4-BE49-F238E27FC236}">
                  <a16:creationId xmlns:a16="http://schemas.microsoft.com/office/drawing/2014/main" id="{B151CB19-4B3A-40E1-89AA-252B1018A630}"/>
                </a:ext>
              </a:extLst>
            </p:cNvPr>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1" name="îṧḻîḓé">
              <a:extLst>
                <a:ext uri="{FF2B5EF4-FFF2-40B4-BE49-F238E27FC236}">
                  <a16:creationId xmlns:a16="http://schemas.microsoft.com/office/drawing/2014/main" id="{EE185914-9AF0-40D7-8CBE-9FA3C7E166F6}"/>
                </a:ext>
              </a:extLst>
            </p:cNvPr>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2" name="iśļîḋê">
              <a:extLst>
                <a:ext uri="{FF2B5EF4-FFF2-40B4-BE49-F238E27FC236}">
                  <a16:creationId xmlns:a16="http://schemas.microsoft.com/office/drawing/2014/main" id="{1E1FCD6F-74D8-40F7-B041-D773072AD691}"/>
                </a:ext>
              </a:extLst>
            </p:cNvPr>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grpSp>
      <p:grpSp>
        <p:nvGrpSpPr>
          <p:cNvPr id="433" name="组合 432">
            <a:extLst>
              <a:ext uri="{FF2B5EF4-FFF2-40B4-BE49-F238E27FC236}">
                <a16:creationId xmlns:a16="http://schemas.microsoft.com/office/drawing/2014/main" id="{FB8406F4-B2CF-4161-BC46-6B32EB3738B9}"/>
              </a:ext>
            </a:extLst>
          </p:cNvPr>
          <p:cNvGrpSpPr/>
          <p:nvPr/>
        </p:nvGrpSpPr>
        <p:grpSpPr>
          <a:xfrm>
            <a:off x="4531626" y="3926747"/>
            <a:ext cx="3128748" cy="307777"/>
            <a:chOff x="4536162" y="6119842"/>
            <a:chExt cx="3128748" cy="307777"/>
          </a:xfrm>
        </p:grpSpPr>
        <p:sp>
          <p:nvSpPr>
            <p:cNvPr id="434" name="文本框 433">
              <a:extLst>
                <a:ext uri="{FF2B5EF4-FFF2-40B4-BE49-F238E27FC236}">
                  <a16:creationId xmlns:a16="http://schemas.microsoft.com/office/drawing/2014/main" id="{8311E32B-E4AD-4B99-8CAB-D0E8EDE051BB}"/>
                </a:ext>
              </a:extLst>
            </p:cNvPr>
            <p:cNvSpPr txBox="1"/>
            <p:nvPr/>
          </p:nvSpPr>
          <p:spPr>
            <a:xfrm>
              <a:off x="4658184"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团结</a:t>
              </a:r>
            </a:p>
          </p:txBody>
        </p:sp>
        <p:sp>
          <p:nvSpPr>
            <p:cNvPr id="435" name="文本框 434">
              <a:extLst>
                <a:ext uri="{FF2B5EF4-FFF2-40B4-BE49-F238E27FC236}">
                  <a16:creationId xmlns:a16="http://schemas.microsoft.com/office/drawing/2014/main" id="{2757AB6A-E847-4943-9F3F-8848C6CB69EA}"/>
                </a:ext>
              </a:extLst>
            </p:cNvPr>
            <p:cNvSpPr txBox="1"/>
            <p:nvPr/>
          </p:nvSpPr>
          <p:spPr>
            <a:xfrm>
              <a:off x="5429858"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献身</a:t>
              </a:r>
            </a:p>
          </p:txBody>
        </p:sp>
        <p:sp>
          <p:nvSpPr>
            <p:cNvPr id="436" name="文本框 435">
              <a:extLst>
                <a:ext uri="{FF2B5EF4-FFF2-40B4-BE49-F238E27FC236}">
                  <a16:creationId xmlns:a16="http://schemas.microsoft.com/office/drawing/2014/main" id="{8AC9E364-638A-4683-A4EA-8C5B4C35A4B0}"/>
                </a:ext>
              </a:extLst>
            </p:cNvPr>
            <p:cNvSpPr txBox="1"/>
            <p:nvPr/>
          </p:nvSpPr>
          <p:spPr>
            <a:xfrm>
              <a:off x="6201532"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求是</a:t>
              </a:r>
            </a:p>
          </p:txBody>
        </p:sp>
        <p:sp>
          <p:nvSpPr>
            <p:cNvPr id="437" name="文本框 436">
              <a:extLst>
                <a:ext uri="{FF2B5EF4-FFF2-40B4-BE49-F238E27FC236}">
                  <a16:creationId xmlns:a16="http://schemas.microsoft.com/office/drawing/2014/main" id="{0825B6E4-9C40-4CD5-86A9-92AF52EEB15C}"/>
                </a:ext>
              </a:extLst>
            </p:cNvPr>
            <p:cNvSpPr txBox="1"/>
            <p:nvPr/>
          </p:nvSpPr>
          <p:spPr>
            <a:xfrm>
              <a:off x="6973204" y="6119842"/>
              <a:ext cx="560613" cy="307777"/>
            </a:xfrm>
            <a:prstGeom prst="rect">
              <a:avLst/>
            </a:prstGeom>
            <a:noFill/>
          </p:spPr>
          <p:txBody>
            <a:bodyPr wrap="square" rtlCol="0">
              <a:spAutoFit/>
            </a:bodyPr>
            <a:lstStyle/>
            <a:p>
              <a:pPr algn="ctr"/>
              <a:r>
                <a:rPr lang="zh-CN" altLang="en-US" sz="1400" dirty="0">
                  <a:solidFill>
                    <a:srgbClr val="992677"/>
                  </a:solidFill>
                  <a:cs typeface="+mn-ea"/>
                  <a:sym typeface="+mn-lt"/>
                </a:rPr>
                <a:t>创新</a:t>
              </a:r>
            </a:p>
          </p:txBody>
        </p:sp>
        <p:cxnSp>
          <p:nvCxnSpPr>
            <p:cNvPr id="438" name="直接连接符 437">
              <a:extLst>
                <a:ext uri="{FF2B5EF4-FFF2-40B4-BE49-F238E27FC236}">
                  <a16:creationId xmlns:a16="http://schemas.microsoft.com/office/drawing/2014/main" id="{B18B8029-8406-40A2-9522-A3553147F06D}"/>
                </a:ext>
              </a:extLst>
            </p:cNvPr>
            <p:cNvCxnSpPr/>
            <p:nvPr userDrawn="1"/>
          </p:nvCxnSpPr>
          <p:spPr>
            <a:xfrm>
              <a:off x="6096001"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439" name="直接连接符 438">
              <a:extLst>
                <a:ext uri="{FF2B5EF4-FFF2-40B4-BE49-F238E27FC236}">
                  <a16:creationId xmlns:a16="http://schemas.microsoft.com/office/drawing/2014/main" id="{C00E3BA9-2E2B-452A-9C4E-EF2718E51D84}"/>
                </a:ext>
              </a:extLst>
            </p:cNvPr>
            <p:cNvCxnSpPr>
              <a:cxnSpLocks/>
            </p:cNvCxnSpPr>
            <p:nvPr userDrawn="1"/>
          </p:nvCxnSpPr>
          <p:spPr>
            <a:xfrm>
              <a:off x="5324328"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440" name="直接连接符 439">
              <a:extLst>
                <a:ext uri="{FF2B5EF4-FFF2-40B4-BE49-F238E27FC236}">
                  <a16:creationId xmlns:a16="http://schemas.microsoft.com/office/drawing/2014/main" id="{AC72439E-0329-4923-B91A-056ADB48886D}"/>
                </a:ext>
              </a:extLst>
            </p:cNvPr>
            <p:cNvCxnSpPr/>
            <p:nvPr userDrawn="1"/>
          </p:nvCxnSpPr>
          <p:spPr>
            <a:xfrm>
              <a:off x="6867675"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441" name="直接连接符 440">
              <a:extLst>
                <a:ext uri="{FF2B5EF4-FFF2-40B4-BE49-F238E27FC236}">
                  <a16:creationId xmlns:a16="http://schemas.microsoft.com/office/drawing/2014/main" id="{90E70CFF-FCF9-4BE8-8291-A38595285626}"/>
                </a:ext>
              </a:extLst>
            </p:cNvPr>
            <p:cNvCxnSpPr/>
            <p:nvPr/>
          </p:nvCxnSpPr>
          <p:spPr>
            <a:xfrm>
              <a:off x="7664910"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442" name="直接连接符 441">
              <a:extLst>
                <a:ext uri="{FF2B5EF4-FFF2-40B4-BE49-F238E27FC236}">
                  <a16:creationId xmlns:a16="http://schemas.microsoft.com/office/drawing/2014/main" id="{0C083864-C980-4D85-A245-8A024757D58B}"/>
                </a:ext>
              </a:extLst>
            </p:cNvPr>
            <p:cNvCxnSpPr>
              <a:cxnSpLocks/>
            </p:cNvCxnSpPr>
            <p:nvPr/>
          </p:nvCxnSpPr>
          <p:spPr>
            <a:xfrm>
              <a:off x="4536162" y="6158693"/>
              <a:ext cx="0" cy="230075"/>
            </a:xfrm>
            <a:prstGeom prst="line">
              <a:avLst/>
            </a:prstGeom>
            <a:ln>
              <a:solidFill>
                <a:srgbClr val="992677"/>
              </a:solidFill>
            </a:ln>
          </p:spPr>
          <p:style>
            <a:lnRef idx="1">
              <a:schemeClr val="accent1"/>
            </a:lnRef>
            <a:fillRef idx="0">
              <a:schemeClr val="accent1"/>
            </a:fillRef>
            <a:effectRef idx="0">
              <a:schemeClr val="accent1"/>
            </a:effectRef>
            <a:fontRef idx="minor">
              <a:schemeClr val="tx1"/>
            </a:fontRef>
          </p:style>
        </p:cxnSp>
      </p:grpSp>
      <p:grpSp>
        <p:nvGrpSpPr>
          <p:cNvPr id="448" name="组合 447">
            <a:extLst>
              <a:ext uri="{FF2B5EF4-FFF2-40B4-BE49-F238E27FC236}">
                <a16:creationId xmlns:a16="http://schemas.microsoft.com/office/drawing/2014/main" id="{D8FB9A62-A11B-4465-AD53-F10EAA6E8C4E}"/>
              </a:ext>
            </a:extLst>
          </p:cNvPr>
          <p:cNvGrpSpPr/>
          <p:nvPr/>
        </p:nvGrpSpPr>
        <p:grpSpPr>
          <a:xfrm>
            <a:off x="5978525" y="4609843"/>
            <a:ext cx="234950" cy="234950"/>
            <a:chOff x="6553835" y="4312920"/>
            <a:chExt cx="193040" cy="193040"/>
          </a:xfrm>
        </p:grpSpPr>
        <p:cxnSp>
          <p:nvCxnSpPr>
            <p:cNvPr id="449" name="直接连接符 448">
              <a:extLst>
                <a:ext uri="{FF2B5EF4-FFF2-40B4-BE49-F238E27FC236}">
                  <a16:creationId xmlns:a16="http://schemas.microsoft.com/office/drawing/2014/main" id="{1E7B4605-07CB-4B3B-A2FA-B532F901916A}"/>
                </a:ext>
              </a:extLst>
            </p:cNvPr>
            <p:cNvCxnSpPr/>
            <p:nvPr/>
          </p:nvCxnSpPr>
          <p:spPr>
            <a:xfrm>
              <a:off x="6553835" y="4312920"/>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450" name="直接连接符 449">
              <a:extLst>
                <a:ext uri="{FF2B5EF4-FFF2-40B4-BE49-F238E27FC236}">
                  <a16:creationId xmlns:a16="http://schemas.microsoft.com/office/drawing/2014/main" id="{0E877EE9-0432-466D-AF2A-E475D0704911}"/>
                </a:ext>
              </a:extLst>
            </p:cNvPr>
            <p:cNvCxnSpPr>
              <a:cxnSpLocks/>
            </p:cNvCxnSpPr>
            <p:nvPr/>
          </p:nvCxnSpPr>
          <p:spPr>
            <a:xfrm flipV="1">
              <a:off x="6553835" y="4312920"/>
              <a:ext cx="193040" cy="193040"/>
            </a:xfrm>
            <a:prstGeom prst="line">
              <a:avLst/>
            </a:prstGeom>
            <a:ln w="25400">
              <a:solidFill>
                <a:srgbClr val="992677"/>
              </a:solidFill>
            </a:ln>
          </p:spPr>
          <p:style>
            <a:lnRef idx="1">
              <a:schemeClr val="accent1"/>
            </a:lnRef>
            <a:fillRef idx="0">
              <a:schemeClr val="accent1"/>
            </a:fillRef>
            <a:effectRef idx="0">
              <a:schemeClr val="accent1"/>
            </a:effectRef>
            <a:fontRef idx="minor">
              <a:schemeClr val="tx1"/>
            </a:fontRef>
          </p:style>
        </p:cxnSp>
      </p:grpSp>
      <p:sp>
        <p:nvSpPr>
          <p:cNvPr id="451" name="矩形: 圆角 450">
            <a:extLst>
              <a:ext uri="{FF2B5EF4-FFF2-40B4-BE49-F238E27FC236}">
                <a16:creationId xmlns:a16="http://schemas.microsoft.com/office/drawing/2014/main" id="{CC315265-AC3B-43BB-A562-E5ADBADF82A0}"/>
              </a:ext>
            </a:extLst>
          </p:cNvPr>
          <p:cNvSpPr/>
          <p:nvPr/>
        </p:nvSpPr>
        <p:spPr>
          <a:xfrm>
            <a:off x="3904242" y="4535293"/>
            <a:ext cx="1763493" cy="384050"/>
          </a:xfrm>
          <a:prstGeom prst="roundRect">
            <a:avLst>
              <a:gd name="adj" fmla="val 50000"/>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FFFFFF"/>
                </a:solidFill>
                <a:cs typeface="+mn-ea"/>
                <a:sym typeface="+mn-lt"/>
              </a:rPr>
              <a:t>2019/04/03</a:t>
            </a:r>
          </a:p>
        </p:txBody>
      </p:sp>
      <p:sp>
        <p:nvSpPr>
          <p:cNvPr id="452" name="矩形: 圆角 451">
            <a:extLst>
              <a:ext uri="{FF2B5EF4-FFF2-40B4-BE49-F238E27FC236}">
                <a16:creationId xmlns:a16="http://schemas.microsoft.com/office/drawing/2014/main" id="{F5F602D3-853F-46A2-B5F8-0D06F4F00FB4}"/>
              </a:ext>
            </a:extLst>
          </p:cNvPr>
          <p:cNvSpPr/>
          <p:nvPr/>
        </p:nvSpPr>
        <p:spPr>
          <a:xfrm>
            <a:off x="6578538" y="4535293"/>
            <a:ext cx="1763493" cy="384050"/>
          </a:xfrm>
          <a:prstGeom prst="roundRect">
            <a:avLst>
              <a:gd name="adj" fmla="val 50000"/>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i="0" u="none" strike="noStrike" kern="1200" cap="none" spc="0" normalizeH="0" baseline="0" noProof="0" dirty="0">
                <a:ln>
                  <a:noFill/>
                </a:ln>
                <a:solidFill>
                  <a:srgbClr val="FFFFFF"/>
                </a:solidFill>
                <a:effectLst/>
                <a:uLnTx/>
                <a:uFillTx/>
                <a:cs typeface="+mn-ea"/>
                <a:sym typeface="+mn-lt"/>
              </a:rPr>
              <a:t>汇报人：</a:t>
            </a:r>
            <a:r>
              <a:rPr lang="zh-CN" altLang="en-US" sz="1400" dirty="0">
                <a:solidFill>
                  <a:srgbClr val="FFFFFF"/>
                </a:solidFill>
                <a:cs typeface="+mn-ea"/>
                <a:sym typeface="+mn-lt"/>
              </a:rPr>
              <a:t>一截儿</a:t>
            </a: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Tree>
    <p:extLst>
      <p:ext uri="{BB962C8B-B14F-4D97-AF65-F5344CB8AC3E}">
        <p14:creationId xmlns:p14="http://schemas.microsoft.com/office/powerpoint/2010/main" val="1234963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图片 79">
            <a:extLst>
              <a:ext uri="{FF2B5EF4-FFF2-40B4-BE49-F238E27FC236}">
                <a16:creationId xmlns:a16="http://schemas.microsoft.com/office/drawing/2014/main" id="{79D6DC2A-7A3A-496D-B7F3-7C27A13F6263}"/>
              </a:ext>
            </a:extLst>
          </p:cNvPr>
          <p:cNvPicPr>
            <a:picLocks noChangeAspect="1"/>
          </p:cNvPicPr>
          <p:nvPr/>
        </p:nvPicPr>
        <p:blipFill>
          <a:blip r:embed="rId2"/>
          <a:srcRect t="49" r="46589" b="49"/>
          <a:stretch>
            <a:fillRect/>
          </a:stretch>
        </p:blipFill>
        <p:spPr>
          <a:xfrm>
            <a:off x="8329087" y="298450"/>
            <a:ext cx="3334385" cy="6261100"/>
          </a:xfrm>
          <a:custGeom>
            <a:avLst/>
            <a:gdLst>
              <a:gd name="connsiteX0" fmla="*/ 0 w 3334385"/>
              <a:gd name="connsiteY0" fmla="*/ 0 h 6261100"/>
              <a:gd name="connsiteX1" fmla="*/ 3334385 w 3334385"/>
              <a:gd name="connsiteY1" fmla="*/ 0 h 6261100"/>
              <a:gd name="connsiteX2" fmla="*/ 3334385 w 3334385"/>
              <a:gd name="connsiteY2" fmla="*/ 6261100 h 6261100"/>
              <a:gd name="connsiteX3" fmla="*/ 0 w 3334385"/>
              <a:gd name="connsiteY3" fmla="*/ 6261100 h 6261100"/>
            </a:gdLst>
            <a:ahLst/>
            <a:cxnLst>
              <a:cxn ang="0">
                <a:pos x="connsiteX0" y="connsiteY0"/>
              </a:cxn>
              <a:cxn ang="0">
                <a:pos x="connsiteX1" y="connsiteY1"/>
              </a:cxn>
              <a:cxn ang="0">
                <a:pos x="connsiteX2" y="connsiteY2"/>
              </a:cxn>
              <a:cxn ang="0">
                <a:pos x="connsiteX3" y="connsiteY3"/>
              </a:cxn>
            </a:cxnLst>
            <a:rect l="l" t="t" r="r" b="b"/>
            <a:pathLst>
              <a:path w="3334385" h="6261100">
                <a:moveTo>
                  <a:pt x="0" y="0"/>
                </a:moveTo>
                <a:lnTo>
                  <a:pt x="3334385" y="0"/>
                </a:lnTo>
                <a:lnTo>
                  <a:pt x="3334385" y="6261100"/>
                </a:lnTo>
                <a:lnTo>
                  <a:pt x="0" y="6261100"/>
                </a:lnTo>
                <a:close/>
              </a:path>
            </a:pathLst>
          </a:custGeom>
        </p:spPr>
      </p:pic>
      <p:grpSp>
        <p:nvGrpSpPr>
          <p:cNvPr id="72" name="组合 71">
            <a:extLst>
              <a:ext uri="{FF2B5EF4-FFF2-40B4-BE49-F238E27FC236}">
                <a16:creationId xmlns:a16="http://schemas.microsoft.com/office/drawing/2014/main" id="{BA30B558-9A43-4607-AEFD-068D8B8FC2A5}"/>
              </a:ext>
            </a:extLst>
          </p:cNvPr>
          <p:cNvGrpSpPr/>
          <p:nvPr/>
        </p:nvGrpSpPr>
        <p:grpSpPr>
          <a:xfrm rot="2638587">
            <a:off x="11094621" y="6144127"/>
            <a:ext cx="122214" cy="122214"/>
            <a:chOff x="6553835" y="4312920"/>
            <a:chExt cx="193040" cy="193040"/>
          </a:xfrm>
        </p:grpSpPr>
        <p:cxnSp>
          <p:nvCxnSpPr>
            <p:cNvPr id="73" name="直接连接符 72">
              <a:extLst>
                <a:ext uri="{FF2B5EF4-FFF2-40B4-BE49-F238E27FC236}">
                  <a16:creationId xmlns:a16="http://schemas.microsoft.com/office/drawing/2014/main" id="{7B31381D-FDD7-432F-9802-C1DB249E41E2}"/>
                </a:ext>
              </a:extLst>
            </p:cNvPr>
            <p:cNvCxnSpPr/>
            <p:nvPr/>
          </p:nvCxnSpPr>
          <p:spPr>
            <a:xfrm>
              <a:off x="6553835" y="4312920"/>
              <a:ext cx="193040" cy="193040"/>
            </a:xfrm>
            <a:prstGeom prst="line">
              <a:avLst/>
            </a:prstGeom>
            <a:ln w="1905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2E77DCF8-1A13-4BAA-BE12-77AAFBAF1146}"/>
                </a:ext>
              </a:extLst>
            </p:cNvPr>
            <p:cNvCxnSpPr>
              <a:cxnSpLocks/>
            </p:cNvCxnSpPr>
            <p:nvPr/>
          </p:nvCxnSpPr>
          <p:spPr>
            <a:xfrm flipV="1">
              <a:off x="6553835" y="4312920"/>
              <a:ext cx="193040" cy="193040"/>
            </a:xfrm>
            <a:prstGeom prst="line">
              <a:avLst/>
            </a:prstGeom>
            <a:ln w="19050">
              <a:solidFill>
                <a:srgbClr val="992677"/>
              </a:solidFill>
            </a:ln>
          </p:spPr>
          <p:style>
            <a:lnRef idx="1">
              <a:schemeClr val="accent1"/>
            </a:lnRef>
            <a:fillRef idx="0">
              <a:schemeClr val="accent1"/>
            </a:fillRef>
            <a:effectRef idx="0">
              <a:schemeClr val="accent1"/>
            </a:effectRef>
            <a:fontRef idx="minor">
              <a:schemeClr val="tx1"/>
            </a:fontRef>
          </p:style>
        </p:cxnSp>
      </p:grpSp>
      <p:sp>
        <p:nvSpPr>
          <p:cNvPr id="75" name="矩形 74">
            <a:extLst>
              <a:ext uri="{FF2B5EF4-FFF2-40B4-BE49-F238E27FC236}">
                <a16:creationId xmlns:a16="http://schemas.microsoft.com/office/drawing/2014/main" id="{F12C2921-38B5-40D2-B255-5BCA1E176C86}"/>
              </a:ext>
            </a:extLst>
          </p:cNvPr>
          <p:cNvSpPr/>
          <p:nvPr/>
        </p:nvSpPr>
        <p:spPr>
          <a:xfrm>
            <a:off x="1050157" y="1081260"/>
            <a:ext cx="144000" cy="360000"/>
          </a:xfrm>
          <a:prstGeom prst="rect">
            <a:avLst/>
          </a:prstGeom>
          <a:solidFill>
            <a:srgbClr val="AD5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6" name="矩形 75">
            <a:extLst>
              <a:ext uri="{FF2B5EF4-FFF2-40B4-BE49-F238E27FC236}">
                <a16:creationId xmlns:a16="http://schemas.microsoft.com/office/drawing/2014/main" id="{DE9EE668-2BEF-4C10-93D0-2C8A7A6284C9}"/>
              </a:ext>
            </a:extLst>
          </p:cNvPr>
          <p:cNvSpPr/>
          <p:nvPr/>
        </p:nvSpPr>
        <p:spPr>
          <a:xfrm>
            <a:off x="1246042" y="1146946"/>
            <a:ext cx="144000" cy="288000"/>
          </a:xfrm>
          <a:prstGeom prst="rect">
            <a:avLst/>
          </a:prstGeom>
          <a:solidFill>
            <a:srgbClr val="C27D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7" name="矩形 76">
            <a:extLst>
              <a:ext uri="{FF2B5EF4-FFF2-40B4-BE49-F238E27FC236}">
                <a16:creationId xmlns:a16="http://schemas.microsoft.com/office/drawing/2014/main" id="{C55CFA05-8FD5-494A-87A3-BFF56300F7A7}"/>
              </a:ext>
            </a:extLst>
          </p:cNvPr>
          <p:cNvSpPr/>
          <p:nvPr/>
        </p:nvSpPr>
        <p:spPr>
          <a:xfrm>
            <a:off x="1441927" y="1213511"/>
            <a:ext cx="144000" cy="216000"/>
          </a:xfrm>
          <a:prstGeom prst="rect">
            <a:avLst/>
          </a:prstGeom>
          <a:solidFill>
            <a:srgbClr val="D6A8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文本框 3">
            <a:extLst>
              <a:ext uri="{FF2B5EF4-FFF2-40B4-BE49-F238E27FC236}">
                <a16:creationId xmlns:a16="http://schemas.microsoft.com/office/drawing/2014/main" id="{1A5A8577-61AF-4D1C-BED0-47A848CBAC8B}"/>
              </a:ext>
            </a:extLst>
          </p:cNvPr>
          <p:cNvSpPr txBox="1"/>
          <p:nvPr/>
        </p:nvSpPr>
        <p:spPr>
          <a:xfrm>
            <a:off x="1055688" y="1609030"/>
            <a:ext cx="10013635" cy="4524315"/>
          </a:xfrm>
          <a:prstGeom prst="rect">
            <a:avLst/>
          </a:prstGeom>
          <a:noFill/>
        </p:spPr>
        <p:txBody>
          <a:bodyPr wrap="square" rtlCol="0">
            <a:spAutoFit/>
          </a:bodyPr>
          <a:lstStyle/>
          <a:p>
            <a:pPr marL="342900" indent="-342900">
              <a:buFont typeface="+mj-lt"/>
              <a:buAutoNum type="arabicPeriod"/>
            </a:pPr>
            <a:r>
              <a:rPr lang="zh-CN" altLang="en-US" sz="1600" dirty="0">
                <a:solidFill>
                  <a:srgbClr val="992677"/>
                </a:solidFill>
                <a:cs typeface="+mn-ea"/>
                <a:sym typeface="+mn-lt"/>
              </a:rPr>
              <a:t>目录制作了常用的四章节和六章节的两种版式，可以按需选择使用，若是单数章节可自行删改。</a:t>
            </a:r>
            <a:endParaRPr lang="en-US" altLang="zh-CN" sz="1600" dirty="0">
              <a:solidFill>
                <a:srgbClr val="992677"/>
              </a:solidFill>
              <a:cs typeface="+mn-ea"/>
              <a:sym typeface="+mn-lt"/>
            </a:endParaRPr>
          </a:p>
          <a:p>
            <a:pPr marL="342900" indent="-342900">
              <a:buFont typeface="+mj-lt"/>
              <a:buAutoNum type="arabicPeriod"/>
            </a:pPr>
            <a:endParaRPr lang="en-US" altLang="zh-CN" sz="1600" dirty="0">
              <a:solidFill>
                <a:srgbClr val="992677"/>
              </a:solidFill>
              <a:cs typeface="+mn-ea"/>
              <a:sym typeface="+mn-lt"/>
            </a:endParaRPr>
          </a:p>
          <a:p>
            <a:pPr marL="342900" indent="-342900">
              <a:buFont typeface="+mj-lt"/>
              <a:buAutoNum type="arabicPeriod"/>
            </a:pPr>
            <a:r>
              <a:rPr lang="zh-CN" altLang="en-US" sz="1600" dirty="0">
                <a:solidFill>
                  <a:srgbClr val="992677"/>
                </a:solidFill>
                <a:cs typeface="+mn-ea"/>
                <a:sym typeface="+mn-lt"/>
              </a:rPr>
              <a:t>正文内容版面的题头是按六章节制作的，可自行按需修改，修改方法如下：</a:t>
            </a:r>
            <a:endParaRPr lang="en-US" altLang="zh-CN" sz="1600" dirty="0">
              <a:solidFill>
                <a:srgbClr val="992677"/>
              </a:solidFill>
              <a:cs typeface="+mn-ea"/>
              <a:sym typeface="+mn-lt"/>
            </a:endParaRPr>
          </a:p>
          <a:p>
            <a:pPr marL="342900" indent="-342900">
              <a:buFont typeface="+mj-lt"/>
              <a:buAutoNum type="arabicPeriod"/>
            </a:pPr>
            <a:endParaRPr lang="en-US" altLang="zh-CN" sz="1600" dirty="0">
              <a:solidFill>
                <a:srgbClr val="992677"/>
              </a:solidFill>
              <a:cs typeface="+mn-ea"/>
              <a:sym typeface="+mn-lt"/>
            </a:endParaRPr>
          </a:p>
          <a:p>
            <a:r>
              <a:rPr lang="zh-CN" altLang="en-US" sz="1600" dirty="0">
                <a:solidFill>
                  <a:srgbClr val="992677"/>
                </a:solidFill>
                <a:cs typeface="+mn-ea"/>
                <a:sym typeface="+mn-lt"/>
              </a:rPr>
              <a:t>     </a:t>
            </a:r>
            <a:r>
              <a:rPr lang="en-US" altLang="zh-CN" sz="1600" dirty="0">
                <a:solidFill>
                  <a:srgbClr val="992677"/>
                </a:solidFill>
                <a:cs typeface="+mn-ea"/>
                <a:sym typeface="+mn-lt"/>
              </a:rPr>
              <a:t>-</a:t>
            </a:r>
            <a:r>
              <a:rPr lang="zh-CN" altLang="en-US" sz="1600" dirty="0">
                <a:solidFill>
                  <a:srgbClr val="992677"/>
                </a:solidFill>
                <a:cs typeface="+mn-ea"/>
                <a:sym typeface="+mn-lt"/>
              </a:rPr>
              <a:t>点击上方菜单栏</a:t>
            </a:r>
            <a:r>
              <a:rPr lang="en-US" altLang="zh-CN" sz="1600" dirty="0">
                <a:solidFill>
                  <a:srgbClr val="992677"/>
                </a:solidFill>
                <a:cs typeface="+mn-ea"/>
                <a:sym typeface="+mn-lt"/>
              </a:rPr>
              <a:t>【</a:t>
            </a:r>
            <a:r>
              <a:rPr lang="zh-CN" altLang="en-US" sz="1600" dirty="0">
                <a:solidFill>
                  <a:srgbClr val="992677"/>
                </a:solidFill>
                <a:cs typeface="+mn-ea"/>
                <a:sym typeface="+mn-lt"/>
              </a:rPr>
              <a:t>视图</a:t>
            </a:r>
            <a:r>
              <a:rPr lang="en-US" altLang="zh-CN" sz="1600" dirty="0">
                <a:solidFill>
                  <a:srgbClr val="992677"/>
                </a:solidFill>
                <a:cs typeface="+mn-ea"/>
                <a:sym typeface="+mn-lt"/>
              </a:rPr>
              <a:t>】-【</a:t>
            </a:r>
            <a:r>
              <a:rPr lang="zh-CN" altLang="en-US" sz="1600" dirty="0">
                <a:solidFill>
                  <a:srgbClr val="992677"/>
                </a:solidFill>
                <a:cs typeface="+mn-ea"/>
                <a:sym typeface="+mn-lt"/>
              </a:rPr>
              <a:t>幻灯片母版</a:t>
            </a:r>
            <a:r>
              <a:rPr lang="en-US" altLang="zh-CN" sz="1600" dirty="0">
                <a:solidFill>
                  <a:srgbClr val="992677"/>
                </a:solidFill>
                <a:cs typeface="+mn-ea"/>
                <a:sym typeface="+mn-lt"/>
              </a:rPr>
              <a:t>】,</a:t>
            </a:r>
            <a:r>
              <a:rPr lang="zh-CN" altLang="en-US" sz="1600" dirty="0">
                <a:solidFill>
                  <a:srgbClr val="992677"/>
                </a:solidFill>
                <a:cs typeface="+mn-ea"/>
                <a:sym typeface="+mn-lt"/>
              </a:rPr>
              <a:t>点击右侧相应页面进行修改（如图）</a:t>
            </a:r>
            <a:endParaRPr lang="en-US" altLang="zh-CN" sz="1600" dirty="0">
              <a:solidFill>
                <a:srgbClr val="992677"/>
              </a:solidFill>
              <a:cs typeface="+mn-ea"/>
              <a:sym typeface="+mn-lt"/>
            </a:endParaRPr>
          </a:p>
          <a:p>
            <a:endParaRPr lang="en-US" altLang="zh-CN" sz="1600" dirty="0">
              <a:solidFill>
                <a:srgbClr val="992677"/>
              </a:solidFill>
              <a:cs typeface="+mn-ea"/>
              <a:sym typeface="+mn-lt"/>
            </a:endParaRPr>
          </a:p>
          <a:p>
            <a:endParaRPr lang="en-US" altLang="zh-CN" sz="1600" dirty="0">
              <a:solidFill>
                <a:srgbClr val="992677"/>
              </a:solidFill>
              <a:cs typeface="+mn-ea"/>
              <a:sym typeface="+mn-lt"/>
            </a:endParaRPr>
          </a:p>
          <a:p>
            <a:endParaRPr lang="en-US" altLang="zh-CN" sz="1600" dirty="0">
              <a:solidFill>
                <a:srgbClr val="992677"/>
              </a:solidFill>
              <a:cs typeface="+mn-ea"/>
              <a:sym typeface="+mn-lt"/>
            </a:endParaRPr>
          </a:p>
          <a:p>
            <a:endParaRPr lang="en-US" altLang="zh-CN" sz="1600" dirty="0">
              <a:solidFill>
                <a:srgbClr val="992677"/>
              </a:solidFill>
              <a:cs typeface="+mn-ea"/>
              <a:sym typeface="+mn-lt"/>
            </a:endParaRPr>
          </a:p>
          <a:p>
            <a:endParaRPr lang="en-US" altLang="zh-CN" sz="1600" dirty="0">
              <a:solidFill>
                <a:srgbClr val="992677"/>
              </a:solidFill>
              <a:cs typeface="+mn-ea"/>
              <a:sym typeface="+mn-lt"/>
            </a:endParaRPr>
          </a:p>
          <a:p>
            <a:endParaRPr lang="en-US" altLang="zh-CN" sz="1600" dirty="0">
              <a:solidFill>
                <a:srgbClr val="992677"/>
              </a:solidFill>
              <a:cs typeface="+mn-ea"/>
              <a:sym typeface="+mn-lt"/>
            </a:endParaRPr>
          </a:p>
          <a:p>
            <a:endParaRPr lang="en-US" altLang="zh-CN" sz="1600" dirty="0">
              <a:solidFill>
                <a:srgbClr val="992677"/>
              </a:solidFill>
              <a:cs typeface="+mn-ea"/>
              <a:sym typeface="+mn-lt"/>
            </a:endParaRPr>
          </a:p>
          <a:p>
            <a:endParaRPr lang="en-US" altLang="zh-CN" sz="1600" dirty="0">
              <a:solidFill>
                <a:srgbClr val="992677"/>
              </a:solidFill>
              <a:cs typeface="+mn-ea"/>
              <a:sym typeface="+mn-lt"/>
            </a:endParaRPr>
          </a:p>
          <a:p>
            <a:r>
              <a:rPr lang="en-US" altLang="zh-CN" sz="1600" dirty="0">
                <a:solidFill>
                  <a:srgbClr val="992677"/>
                </a:solidFill>
                <a:cs typeface="+mn-ea"/>
                <a:sym typeface="+mn-lt"/>
              </a:rPr>
              <a:t>    -</a:t>
            </a:r>
            <a:r>
              <a:rPr lang="zh-CN" altLang="en-US" sz="1600" dirty="0">
                <a:solidFill>
                  <a:srgbClr val="992677"/>
                </a:solidFill>
                <a:cs typeface="+mn-ea"/>
                <a:sym typeface="+mn-lt"/>
              </a:rPr>
              <a:t>关闭母版视图，右键单击要修改的页面，可选择具体版面</a:t>
            </a:r>
            <a:endParaRPr lang="en-US" altLang="zh-CN" sz="1600" dirty="0">
              <a:solidFill>
                <a:srgbClr val="992677"/>
              </a:solidFill>
              <a:cs typeface="+mn-ea"/>
              <a:sym typeface="+mn-lt"/>
            </a:endParaRPr>
          </a:p>
          <a:p>
            <a:pPr marL="342900" indent="-342900">
              <a:buFont typeface="+mj-lt"/>
              <a:buAutoNum type="arabicPeriod"/>
            </a:pPr>
            <a:endParaRPr lang="en-US" altLang="zh-CN" sz="1600" dirty="0">
              <a:solidFill>
                <a:srgbClr val="992677"/>
              </a:solidFill>
              <a:cs typeface="+mn-ea"/>
              <a:sym typeface="+mn-lt"/>
            </a:endParaRPr>
          </a:p>
          <a:p>
            <a:pPr marL="342900" indent="-342900">
              <a:buFont typeface="+mj-lt"/>
              <a:buAutoNum type="arabicPeriod" startAt="3"/>
            </a:pPr>
            <a:r>
              <a:rPr lang="zh-CN" altLang="en-US" sz="1600" dirty="0">
                <a:solidFill>
                  <a:srgbClr val="992677"/>
                </a:solidFill>
                <a:cs typeface="+mn-ea"/>
                <a:sym typeface="+mn-lt"/>
              </a:rPr>
              <a:t>任何无法修改的元素，均可按上一步骤的方法进入幻灯片母版进行修改。</a:t>
            </a:r>
            <a:endParaRPr lang="en-US" altLang="zh-CN" sz="1600" dirty="0">
              <a:solidFill>
                <a:srgbClr val="992677"/>
              </a:solidFill>
              <a:cs typeface="+mn-ea"/>
              <a:sym typeface="+mn-lt"/>
            </a:endParaRPr>
          </a:p>
          <a:p>
            <a:pPr marL="342900" indent="-342900">
              <a:buFont typeface="+mj-lt"/>
              <a:buAutoNum type="arabicPeriod" startAt="3"/>
            </a:pPr>
            <a:endParaRPr lang="en-US" altLang="zh-CN" sz="1600" dirty="0">
              <a:solidFill>
                <a:srgbClr val="992677"/>
              </a:solidFill>
              <a:cs typeface="+mn-ea"/>
              <a:sym typeface="+mn-lt"/>
            </a:endParaRPr>
          </a:p>
          <a:p>
            <a:pPr marL="342900" indent="-342900">
              <a:buFont typeface="+mj-lt"/>
              <a:buAutoNum type="arabicPeriod" startAt="3"/>
            </a:pPr>
            <a:r>
              <a:rPr lang="zh-CN" altLang="en-US" sz="1600" dirty="0">
                <a:solidFill>
                  <a:srgbClr val="992677"/>
                </a:solidFill>
                <a:cs typeface="+mn-ea"/>
                <a:sym typeface="+mn-lt"/>
              </a:rPr>
              <a:t>本模板中文字体统一为微软雅黑，英文字体统一为</a:t>
            </a:r>
            <a:r>
              <a:rPr lang="en-US" altLang="zh-CN" sz="1600" dirty="0">
                <a:solidFill>
                  <a:srgbClr val="992677"/>
                </a:solidFill>
                <a:cs typeface="+mn-ea"/>
                <a:sym typeface="+mn-lt"/>
              </a:rPr>
              <a:t>Arial</a:t>
            </a:r>
            <a:r>
              <a:rPr lang="zh-CN" altLang="en-US" sz="1600" dirty="0">
                <a:solidFill>
                  <a:srgbClr val="992677"/>
                </a:solidFill>
                <a:cs typeface="+mn-ea"/>
                <a:sym typeface="+mn-lt"/>
              </a:rPr>
              <a:t>。</a:t>
            </a:r>
            <a:endParaRPr lang="en-US" altLang="zh-CN" sz="1600" dirty="0">
              <a:solidFill>
                <a:srgbClr val="992677"/>
              </a:solidFill>
              <a:cs typeface="+mn-ea"/>
              <a:sym typeface="+mn-lt"/>
            </a:endParaRPr>
          </a:p>
        </p:txBody>
      </p:sp>
      <p:sp>
        <p:nvSpPr>
          <p:cNvPr id="78" name="文本框 77">
            <a:extLst>
              <a:ext uri="{FF2B5EF4-FFF2-40B4-BE49-F238E27FC236}">
                <a16:creationId xmlns:a16="http://schemas.microsoft.com/office/drawing/2014/main" id="{6DA82BB6-C35B-40AD-B01C-10BA6011F3DA}"/>
              </a:ext>
            </a:extLst>
          </p:cNvPr>
          <p:cNvSpPr txBox="1"/>
          <p:nvPr/>
        </p:nvSpPr>
        <p:spPr>
          <a:xfrm>
            <a:off x="1637812" y="1121456"/>
            <a:ext cx="2969083" cy="400110"/>
          </a:xfrm>
          <a:prstGeom prst="rect">
            <a:avLst/>
          </a:prstGeom>
          <a:noFill/>
        </p:spPr>
        <p:txBody>
          <a:bodyPr wrap="none" rtlCol="0">
            <a:spAutoFit/>
          </a:bodyPr>
          <a:lstStyle/>
          <a:p>
            <a:r>
              <a:rPr lang="zh-CN" altLang="en-US" sz="2000" b="1" dirty="0">
                <a:solidFill>
                  <a:srgbClr val="992677"/>
                </a:solidFill>
                <a:cs typeface="+mn-ea"/>
                <a:sym typeface="+mn-lt"/>
              </a:rPr>
              <a:t>使用指南（</a:t>
            </a:r>
            <a:r>
              <a:rPr lang="en-US" altLang="zh-CN" sz="2000" b="1">
                <a:solidFill>
                  <a:srgbClr val="992677"/>
                </a:solidFill>
                <a:cs typeface="+mn-ea"/>
                <a:sym typeface="+mn-lt"/>
              </a:rPr>
              <a:t>16</a:t>
            </a:r>
            <a:r>
              <a:rPr lang="zh-CN" altLang="en-US" sz="2000" b="1">
                <a:solidFill>
                  <a:srgbClr val="992677"/>
                </a:solidFill>
                <a:cs typeface="+mn-ea"/>
                <a:sym typeface="+mn-lt"/>
              </a:rPr>
              <a:t>：</a:t>
            </a:r>
            <a:r>
              <a:rPr lang="en-US" altLang="zh-CN" sz="2000" b="1" dirty="0">
                <a:solidFill>
                  <a:srgbClr val="992677"/>
                </a:solidFill>
                <a:cs typeface="+mn-ea"/>
                <a:sym typeface="+mn-lt"/>
              </a:rPr>
              <a:t>9</a:t>
            </a:r>
            <a:r>
              <a:rPr lang="zh-CN" altLang="en-US" sz="2000" b="1" dirty="0">
                <a:solidFill>
                  <a:srgbClr val="992677"/>
                </a:solidFill>
                <a:cs typeface="+mn-ea"/>
                <a:sym typeface="+mn-lt"/>
              </a:rPr>
              <a:t>版本）</a:t>
            </a:r>
          </a:p>
        </p:txBody>
      </p:sp>
      <p:pic>
        <p:nvPicPr>
          <p:cNvPr id="6" name="图片 5">
            <a:extLst>
              <a:ext uri="{FF2B5EF4-FFF2-40B4-BE49-F238E27FC236}">
                <a16:creationId xmlns:a16="http://schemas.microsoft.com/office/drawing/2014/main" id="{709E63D0-5F76-43DC-9B6C-D56C748325D0}"/>
              </a:ext>
            </a:extLst>
          </p:cNvPr>
          <p:cNvPicPr>
            <a:picLocks noChangeAspect="1"/>
          </p:cNvPicPr>
          <p:nvPr/>
        </p:nvPicPr>
        <p:blipFill rotWithShape="1">
          <a:blip r:embed="rId3"/>
          <a:srcRect r="17250"/>
          <a:stretch/>
        </p:blipFill>
        <p:spPr>
          <a:xfrm>
            <a:off x="1112109" y="3079743"/>
            <a:ext cx="6605025" cy="1495425"/>
          </a:xfrm>
          <a:prstGeom prst="rect">
            <a:avLst/>
          </a:prstGeom>
        </p:spPr>
      </p:pic>
      <p:sp>
        <p:nvSpPr>
          <p:cNvPr id="8" name="箭头: 下 7">
            <a:extLst>
              <a:ext uri="{FF2B5EF4-FFF2-40B4-BE49-F238E27FC236}">
                <a16:creationId xmlns:a16="http://schemas.microsoft.com/office/drawing/2014/main" id="{C156F693-2D1D-4049-8D5D-885F710B4B50}"/>
              </a:ext>
            </a:extLst>
          </p:cNvPr>
          <p:cNvSpPr/>
          <p:nvPr/>
        </p:nvSpPr>
        <p:spPr>
          <a:xfrm rot="8019016">
            <a:off x="4681662" y="4016345"/>
            <a:ext cx="757212" cy="773673"/>
          </a:xfrm>
          <a:prstGeom prst="downArrow">
            <a:avLst/>
          </a:prstGeom>
          <a:solidFill>
            <a:srgbClr val="C27D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607230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A5A8577-61AF-4D1C-BED0-47A848CBAC8B}"/>
              </a:ext>
            </a:extLst>
          </p:cNvPr>
          <p:cNvSpPr txBox="1"/>
          <p:nvPr/>
        </p:nvSpPr>
        <p:spPr>
          <a:xfrm>
            <a:off x="1055688" y="1700080"/>
            <a:ext cx="10013635" cy="4278094"/>
          </a:xfrm>
          <a:prstGeom prst="rect">
            <a:avLst/>
          </a:prstGeom>
          <a:noFill/>
        </p:spPr>
        <p:txBody>
          <a:bodyPr wrap="square" rtlCol="0">
            <a:spAutoFit/>
          </a:bodyPr>
          <a:lstStyle/>
          <a:p>
            <a:pPr marL="342900" indent="-342900">
              <a:buFont typeface="+mj-lt"/>
              <a:buAutoNum type="arabicPeriod"/>
            </a:pPr>
            <a:r>
              <a:rPr lang="zh-CN" altLang="en-US" sz="1600" dirty="0">
                <a:solidFill>
                  <a:srgbClr val="992677"/>
                </a:solidFill>
                <a:cs typeface="+mn-ea"/>
                <a:sym typeface="+mn-lt"/>
              </a:rPr>
              <a:t>本模板提供南京理工大学校徽素材，方便个人使用。</a:t>
            </a:r>
            <a:endParaRPr lang="en-US" altLang="zh-CN" sz="1600" dirty="0">
              <a:solidFill>
                <a:srgbClr val="992677"/>
              </a:solidFill>
              <a:cs typeface="+mn-ea"/>
              <a:sym typeface="+mn-lt"/>
            </a:endParaRPr>
          </a:p>
          <a:p>
            <a:endParaRPr lang="en-US" altLang="zh-CN" sz="1600" dirty="0">
              <a:solidFill>
                <a:srgbClr val="992677"/>
              </a:solidFill>
              <a:cs typeface="+mn-ea"/>
              <a:sym typeface="+mn-lt"/>
            </a:endParaRPr>
          </a:p>
          <a:p>
            <a:pPr marL="342900" indent="-342900">
              <a:buFont typeface="+mj-lt"/>
              <a:buAutoNum type="arabicPeriod"/>
            </a:pPr>
            <a:endParaRPr lang="en-US" altLang="zh-CN" sz="1600" dirty="0">
              <a:solidFill>
                <a:srgbClr val="992677"/>
              </a:solidFill>
              <a:cs typeface="+mn-ea"/>
              <a:sym typeface="+mn-lt"/>
            </a:endParaRPr>
          </a:p>
          <a:p>
            <a:pPr marL="342900" indent="-342900">
              <a:buFont typeface="+mj-lt"/>
              <a:buAutoNum type="arabicPeriod"/>
            </a:pPr>
            <a:endParaRPr lang="en-US" altLang="zh-CN" sz="1600" dirty="0">
              <a:solidFill>
                <a:srgbClr val="992677"/>
              </a:solidFill>
              <a:cs typeface="+mn-ea"/>
              <a:sym typeface="+mn-lt"/>
            </a:endParaRPr>
          </a:p>
          <a:p>
            <a:pPr marL="342900" indent="-342900">
              <a:buFont typeface="+mj-lt"/>
              <a:buAutoNum type="arabicPeriod"/>
            </a:pPr>
            <a:endParaRPr lang="en-US" altLang="zh-CN" sz="1600" dirty="0">
              <a:solidFill>
                <a:srgbClr val="992677"/>
              </a:solidFill>
              <a:cs typeface="+mn-ea"/>
              <a:sym typeface="+mn-lt"/>
            </a:endParaRPr>
          </a:p>
          <a:p>
            <a:pPr marL="342900" indent="-342900">
              <a:buFont typeface="+mj-lt"/>
              <a:buAutoNum type="arabicPeriod"/>
            </a:pPr>
            <a:endParaRPr lang="en-US" altLang="zh-CN" sz="1600" dirty="0">
              <a:solidFill>
                <a:srgbClr val="992677"/>
              </a:solidFill>
              <a:cs typeface="+mn-ea"/>
              <a:sym typeface="+mn-lt"/>
            </a:endParaRPr>
          </a:p>
          <a:p>
            <a:pPr marL="342900" indent="-342900">
              <a:buFont typeface="+mj-lt"/>
              <a:buAutoNum type="arabicPeriod"/>
            </a:pPr>
            <a:endParaRPr lang="en-US" altLang="zh-CN" sz="1600" dirty="0">
              <a:solidFill>
                <a:srgbClr val="992677"/>
              </a:solidFill>
              <a:cs typeface="+mn-ea"/>
              <a:sym typeface="+mn-lt"/>
            </a:endParaRPr>
          </a:p>
          <a:p>
            <a:pPr marL="342900" indent="-342900">
              <a:buFont typeface="+mj-lt"/>
              <a:buAutoNum type="arabicPeriod"/>
            </a:pPr>
            <a:r>
              <a:rPr lang="zh-CN" altLang="en-US" sz="1600" dirty="0">
                <a:solidFill>
                  <a:srgbClr val="992677"/>
                </a:solidFill>
                <a:cs typeface="+mn-ea"/>
                <a:sym typeface="+mn-lt"/>
              </a:rPr>
              <a:t>本模板主要使用配色如下，自行修改时可参考，尽量使用此配色。</a:t>
            </a:r>
            <a:endParaRPr lang="en-US" altLang="zh-CN" sz="1600" dirty="0">
              <a:solidFill>
                <a:srgbClr val="992677"/>
              </a:solidFill>
              <a:cs typeface="+mn-ea"/>
              <a:sym typeface="+mn-lt"/>
            </a:endParaRPr>
          </a:p>
          <a:p>
            <a:pPr marL="342900" indent="-342900">
              <a:buFont typeface="+mj-lt"/>
              <a:buAutoNum type="arabicPeriod"/>
            </a:pPr>
            <a:endParaRPr lang="en-US" altLang="zh-CN" sz="1600" dirty="0">
              <a:solidFill>
                <a:srgbClr val="992677"/>
              </a:solidFill>
              <a:cs typeface="+mn-ea"/>
              <a:sym typeface="+mn-lt"/>
            </a:endParaRPr>
          </a:p>
          <a:p>
            <a:pPr marL="342900" indent="-342900">
              <a:buFont typeface="+mj-lt"/>
              <a:buAutoNum type="arabicPeriod"/>
            </a:pPr>
            <a:endParaRPr lang="en-US" altLang="zh-CN" sz="1600" dirty="0">
              <a:solidFill>
                <a:srgbClr val="992677"/>
              </a:solidFill>
              <a:cs typeface="+mn-ea"/>
              <a:sym typeface="+mn-lt"/>
            </a:endParaRPr>
          </a:p>
          <a:p>
            <a:pPr marL="342900" indent="-342900">
              <a:buFont typeface="+mj-lt"/>
              <a:buAutoNum type="arabicPeriod"/>
            </a:pPr>
            <a:endParaRPr lang="en-US" altLang="zh-CN" sz="1600" dirty="0">
              <a:solidFill>
                <a:srgbClr val="992677"/>
              </a:solidFill>
              <a:cs typeface="+mn-ea"/>
              <a:sym typeface="+mn-lt"/>
            </a:endParaRPr>
          </a:p>
          <a:p>
            <a:pPr marL="342900" indent="-342900">
              <a:buFont typeface="+mj-lt"/>
              <a:buAutoNum type="arabicPeriod"/>
            </a:pPr>
            <a:endParaRPr lang="en-US" altLang="zh-CN" sz="1600" dirty="0">
              <a:solidFill>
                <a:srgbClr val="992677"/>
              </a:solidFill>
              <a:cs typeface="+mn-ea"/>
              <a:sym typeface="+mn-lt"/>
            </a:endParaRPr>
          </a:p>
          <a:p>
            <a:pPr marL="342900" indent="-342900">
              <a:buFont typeface="+mj-lt"/>
              <a:buAutoNum type="arabicPeriod"/>
            </a:pPr>
            <a:r>
              <a:rPr lang="zh-CN" altLang="en-US" sz="1600" dirty="0">
                <a:solidFill>
                  <a:srgbClr val="992677"/>
                </a:solidFill>
                <a:cs typeface="+mn-ea"/>
                <a:sym typeface="+mn-lt"/>
              </a:rPr>
              <a:t>本模板使用的南理工高清图片来自南京理工大学官方微信公众号的推文，万分感谢</a:t>
            </a:r>
            <a:r>
              <a:rPr lang="en-US" altLang="zh-CN" sz="1600" dirty="0">
                <a:solidFill>
                  <a:srgbClr val="992677"/>
                </a:solidFill>
                <a:cs typeface="+mn-ea"/>
                <a:sym typeface="+mn-lt"/>
              </a:rPr>
              <a:t>!</a:t>
            </a:r>
          </a:p>
          <a:p>
            <a:r>
              <a:rPr lang="en-US" altLang="zh-CN" sz="1600" dirty="0">
                <a:solidFill>
                  <a:srgbClr val="992677"/>
                </a:solidFill>
                <a:cs typeface="+mn-ea"/>
                <a:sym typeface="+mn-lt"/>
              </a:rPr>
              <a:t>     【</a:t>
            </a:r>
            <a:r>
              <a:rPr lang="zh-CN" altLang="en-US" sz="1600" dirty="0">
                <a:solidFill>
                  <a:srgbClr val="992677"/>
                </a:solidFill>
                <a:cs typeface="+mn-ea"/>
                <a:sym typeface="+mn-lt"/>
              </a:rPr>
              <a:t>链接：</a:t>
            </a:r>
            <a:r>
              <a:rPr lang="en-US" altLang="zh-CN" sz="1600" dirty="0">
                <a:solidFill>
                  <a:srgbClr val="992677"/>
                </a:solidFill>
                <a:cs typeface="+mn-ea"/>
                <a:sym typeface="+mn-lt"/>
                <a:hlinkClick r:id="rId3"/>
              </a:rPr>
              <a:t>https://mp.weixin.qq.com/s/X8Qvk2VGNPpm-1yMNMO9sg</a:t>
            </a:r>
            <a:r>
              <a:rPr lang="en-US" altLang="zh-CN" sz="1600" dirty="0">
                <a:solidFill>
                  <a:srgbClr val="992677"/>
                </a:solidFill>
                <a:cs typeface="+mn-ea"/>
                <a:sym typeface="+mn-lt"/>
              </a:rPr>
              <a:t>】</a:t>
            </a:r>
          </a:p>
          <a:p>
            <a:r>
              <a:rPr lang="en-US" altLang="zh-CN" sz="1600" dirty="0">
                <a:solidFill>
                  <a:srgbClr val="992677"/>
                </a:solidFill>
                <a:cs typeface="+mn-ea"/>
                <a:sym typeface="+mn-lt"/>
              </a:rPr>
              <a:t>       ——</a:t>
            </a:r>
            <a:r>
              <a:rPr lang="zh-CN" altLang="en-US" sz="1600" dirty="0">
                <a:solidFill>
                  <a:srgbClr val="992677"/>
                </a:solidFill>
                <a:cs typeface="+mn-ea"/>
                <a:sym typeface="+mn-lt"/>
              </a:rPr>
              <a:t>有需要的校友可自行下载。</a:t>
            </a:r>
            <a:endParaRPr lang="en-US" altLang="zh-CN" sz="1600" dirty="0">
              <a:solidFill>
                <a:srgbClr val="992677"/>
              </a:solidFill>
              <a:cs typeface="+mn-ea"/>
              <a:sym typeface="+mn-lt"/>
            </a:endParaRPr>
          </a:p>
          <a:p>
            <a:endParaRPr lang="en-US" altLang="zh-CN" sz="1600" dirty="0">
              <a:solidFill>
                <a:srgbClr val="992677"/>
              </a:solidFill>
              <a:cs typeface="+mn-ea"/>
              <a:sym typeface="+mn-lt"/>
            </a:endParaRPr>
          </a:p>
          <a:p>
            <a:pPr marL="342900" indent="-342900">
              <a:buFont typeface="+mj-lt"/>
              <a:buAutoNum type="arabicPeriod" startAt="4"/>
            </a:pPr>
            <a:r>
              <a:rPr lang="zh-CN" altLang="en-US" sz="1600" dirty="0">
                <a:solidFill>
                  <a:srgbClr val="992677"/>
                </a:solidFill>
                <a:cs typeface="+mn-ea"/>
                <a:sym typeface="+mn-lt"/>
              </a:rPr>
              <a:t>封面封底所使用图片来自百度搜索，未能找到确切出处万分抱歉，同样表示感谢</a:t>
            </a:r>
            <a:r>
              <a:rPr lang="en-US" altLang="zh-CN" sz="1600" dirty="0">
                <a:solidFill>
                  <a:srgbClr val="992677"/>
                </a:solidFill>
                <a:cs typeface="+mn-ea"/>
                <a:sym typeface="+mn-lt"/>
              </a:rPr>
              <a:t>~</a:t>
            </a:r>
          </a:p>
        </p:txBody>
      </p:sp>
      <p:pic>
        <p:nvPicPr>
          <p:cNvPr id="80" name="图片 79">
            <a:extLst>
              <a:ext uri="{FF2B5EF4-FFF2-40B4-BE49-F238E27FC236}">
                <a16:creationId xmlns:a16="http://schemas.microsoft.com/office/drawing/2014/main" id="{79D6DC2A-7A3A-496D-B7F3-7C27A13F6263}"/>
              </a:ext>
            </a:extLst>
          </p:cNvPr>
          <p:cNvPicPr>
            <a:picLocks noChangeAspect="1"/>
          </p:cNvPicPr>
          <p:nvPr/>
        </p:nvPicPr>
        <p:blipFill>
          <a:blip r:embed="rId4"/>
          <a:srcRect t="49" r="46589" b="49"/>
          <a:stretch>
            <a:fillRect/>
          </a:stretch>
        </p:blipFill>
        <p:spPr>
          <a:xfrm>
            <a:off x="8329087" y="298450"/>
            <a:ext cx="3334385" cy="6261100"/>
          </a:xfrm>
          <a:custGeom>
            <a:avLst/>
            <a:gdLst>
              <a:gd name="connsiteX0" fmla="*/ 0 w 3334385"/>
              <a:gd name="connsiteY0" fmla="*/ 0 h 6261100"/>
              <a:gd name="connsiteX1" fmla="*/ 3334385 w 3334385"/>
              <a:gd name="connsiteY1" fmla="*/ 0 h 6261100"/>
              <a:gd name="connsiteX2" fmla="*/ 3334385 w 3334385"/>
              <a:gd name="connsiteY2" fmla="*/ 6261100 h 6261100"/>
              <a:gd name="connsiteX3" fmla="*/ 0 w 3334385"/>
              <a:gd name="connsiteY3" fmla="*/ 6261100 h 6261100"/>
            </a:gdLst>
            <a:ahLst/>
            <a:cxnLst>
              <a:cxn ang="0">
                <a:pos x="connsiteX0" y="connsiteY0"/>
              </a:cxn>
              <a:cxn ang="0">
                <a:pos x="connsiteX1" y="connsiteY1"/>
              </a:cxn>
              <a:cxn ang="0">
                <a:pos x="connsiteX2" y="connsiteY2"/>
              </a:cxn>
              <a:cxn ang="0">
                <a:pos x="connsiteX3" y="connsiteY3"/>
              </a:cxn>
            </a:cxnLst>
            <a:rect l="l" t="t" r="r" b="b"/>
            <a:pathLst>
              <a:path w="3334385" h="6261100">
                <a:moveTo>
                  <a:pt x="0" y="0"/>
                </a:moveTo>
                <a:lnTo>
                  <a:pt x="3334385" y="0"/>
                </a:lnTo>
                <a:lnTo>
                  <a:pt x="3334385" y="6261100"/>
                </a:lnTo>
                <a:lnTo>
                  <a:pt x="0" y="6261100"/>
                </a:lnTo>
                <a:close/>
              </a:path>
            </a:pathLst>
          </a:custGeom>
        </p:spPr>
      </p:pic>
      <p:grpSp>
        <p:nvGrpSpPr>
          <p:cNvPr id="72" name="组合 71">
            <a:extLst>
              <a:ext uri="{FF2B5EF4-FFF2-40B4-BE49-F238E27FC236}">
                <a16:creationId xmlns:a16="http://schemas.microsoft.com/office/drawing/2014/main" id="{BA30B558-9A43-4607-AEFD-068D8B8FC2A5}"/>
              </a:ext>
            </a:extLst>
          </p:cNvPr>
          <p:cNvGrpSpPr/>
          <p:nvPr/>
        </p:nvGrpSpPr>
        <p:grpSpPr>
          <a:xfrm rot="2638587">
            <a:off x="11094621" y="6144127"/>
            <a:ext cx="122214" cy="122214"/>
            <a:chOff x="6553835" y="4312920"/>
            <a:chExt cx="193040" cy="193040"/>
          </a:xfrm>
        </p:grpSpPr>
        <p:cxnSp>
          <p:nvCxnSpPr>
            <p:cNvPr id="73" name="直接连接符 72">
              <a:extLst>
                <a:ext uri="{FF2B5EF4-FFF2-40B4-BE49-F238E27FC236}">
                  <a16:creationId xmlns:a16="http://schemas.microsoft.com/office/drawing/2014/main" id="{7B31381D-FDD7-432F-9802-C1DB249E41E2}"/>
                </a:ext>
              </a:extLst>
            </p:cNvPr>
            <p:cNvCxnSpPr/>
            <p:nvPr/>
          </p:nvCxnSpPr>
          <p:spPr>
            <a:xfrm>
              <a:off x="6553835" y="4312920"/>
              <a:ext cx="193040" cy="193040"/>
            </a:xfrm>
            <a:prstGeom prst="line">
              <a:avLst/>
            </a:prstGeom>
            <a:ln w="19050">
              <a:solidFill>
                <a:srgbClr val="992677"/>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2E77DCF8-1A13-4BAA-BE12-77AAFBAF1146}"/>
                </a:ext>
              </a:extLst>
            </p:cNvPr>
            <p:cNvCxnSpPr>
              <a:cxnSpLocks/>
            </p:cNvCxnSpPr>
            <p:nvPr/>
          </p:nvCxnSpPr>
          <p:spPr>
            <a:xfrm flipV="1">
              <a:off x="6553835" y="4312920"/>
              <a:ext cx="193040" cy="193040"/>
            </a:xfrm>
            <a:prstGeom prst="line">
              <a:avLst/>
            </a:prstGeom>
            <a:ln w="19050">
              <a:solidFill>
                <a:srgbClr val="992677"/>
              </a:solidFill>
            </a:ln>
          </p:spPr>
          <p:style>
            <a:lnRef idx="1">
              <a:schemeClr val="accent1"/>
            </a:lnRef>
            <a:fillRef idx="0">
              <a:schemeClr val="accent1"/>
            </a:fillRef>
            <a:effectRef idx="0">
              <a:schemeClr val="accent1"/>
            </a:effectRef>
            <a:fontRef idx="minor">
              <a:schemeClr val="tx1"/>
            </a:fontRef>
          </p:style>
        </p:cxnSp>
      </p:grpSp>
      <p:grpSp>
        <p:nvGrpSpPr>
          <p:cNvPr id="13"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9C4A10F4-7FE4-440D-B332-B6D09CEA9968}"/>
              </a:ext>
            </a:extLst>
          </p:cNvPr>
          <p:cNvGrpSpPr>
            <a:grpSpLocks noChangeAspect="1"/>
          </p:cNvGrpSpPr>
          <p:nvPr>
            <p:custDataLst>
              <p:tags r:id="rId1"/>
            </p:custDataLst>
          </p:nvPr>
        </p:nvGrpSpPr>
        <p:grpSpPr>
          <a:xfrm>
            <a:off x="1441927" y="2207766"/>
            <a:ext cx="4403482" cy="1015663"/>
            <a:chOff x="2035175" y="2493963"/>
            <a:chExt cx="8121650" cy="1873250"/>
          </a:xfrm>
        </p:grpSpPr>
        <p:sp>
          <p:nvSpPr>
            <p:cNvPr id="14" name="iṡľïḑê">
              <a:extLst>
                <a:ext uri="{FF2B5EF4-FFF2-40B4-BE49-F238E27FC236}">
                  <a16:creationId xmlns:a16="http://schemas.microsoft.com/office/drawing/2014/main" id="{7C700234-9512-4645-B70B-92247E123FA5}"/>
                </a:ext>
              </a:extLst>
            </p:cNvPr>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 name="íṩ1iḓê">
              <a:extLst>
                <a:ext uri="{FF2B5EF4-FFF2-40B4-BE49-F238E27FC236}">
                  <a16:creationId xmlns:a16="http://schemas.microsoft.com/office/drawing/2014/main" id="{B8279D60-21A6-47EE-8B51-D7974794780F}"/>
                </a:ext>
              </a:extLst>
            </p:cNvPr>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 name="î$ľîḑè">
              <a:extLst>
                <a:ext uri="{FF2B5EF4-FFF2-40B4-BE49-F238E27FC236}">
                  <a16:creationId xmlns:a16="http://schemas.microsoft.com/office/drawing/2014/main" id="{6F0B1763-5F0C-4754-9B3E-4471D8EA54DE}"/>
                </a:ext>
              </a:extLst>
            </p:cNvPr>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7" name="isḷiďè">
              <a:extLst>
                <a:ext uri="{FF2B5EF4-FFF2-40B4-BE49-F238E27FC236}">
                  <a16:creationId xmlns:a16="http://schemas.microsoft.com/office/drawing/2014/main" id="{CB87D265-9D0E-4291-ADCC-75255330A8AA}"/>
                </a:ext>
              </a:extLst>
            </p:cNvPr>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8" name="iśľíḋè">
              <a:extLst>
                <a:ext uri="{FF2B5EF4-FFF2-40B4-BE49-F238E27FC236}">
                  <a16:creationId xmlns:a16="http://schemas.microsoft.com/office/drawing/2014/main" id="{EFCEDA6D-4D88-4F99-A786-50B5FE9FF191}"/>
                </a:ext>
              </a:extLst>
            </p:cNvPr>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9" name="iṩḻiḋé">
              <a:extLst>
                <a:ext uri="{FF2B5EF4-FFF2-40B4-BE49-F238E27FC236}">
                  <a16:creationId xmlns:a16="http://schemas.microsoft.com/office/drawing/2014/main" id="{8F47B95E-927E-49F6-927A-D9CB6FC8CF8C}"/>
                </a:ext>
              </a:extLst>
            </p:cNvPr>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0" name="îṥļïḓè">
              <a:extLst>
                <a:ext uri="{FF2B5EF4-FFF2-40B4-BE49-F238E27FC236}">
                  <a16:creationId xmlns:a16="http://schemas.microsoft.com/office/drawing/2014/main" id="{C648B5F9-C17C-49FC-AF40-EF4E329C1480}"/>
                </a:ext>
              </a:extLst>
            </p:cNvPr>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 name="ïṥliḍè">
              <a:extLst>
                <a:ext uri="{FF2B5EF4-FFF2-40B4-BE49-F238E27FC236}">
                  <a16:creationId xmlns:a16="http://schemas.microsoft.com/office/drawing/2014/main" id="{9FDB8ABF-0C30-4B7C-A5C5-A2AD8BB5ABEF}"/>
                </a:ext>
              </a:extLst>
            </p:cNvPr>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 name="iśḷíḓê">
              <a:extLst>
                <a:ext uri="{FF2B5EF4-FFF2-40B4-BE49-F238E27FC236}">
                  <a16:creationId xmlns:a16="http://schemas.microsoft.com/office/drawing/2014/main" id="{CA8BD574-BCD5-42CF-A807-C0908722D162}"/>
                </a:ext>
              </a:extLst>
            </p:cNvPr>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 name="isļiḓe">
              <a:extLst>
                <a:ext uri="{FF2B5EF4-FFF2-40B4-BE49-F238E27FC236}">
                  <a16:creationId xmlns:a16="http://schemas.microsoft.com/office/drawing/2014/main" id="{F9CA4D0A-B51B-47E6-8263-159F13FEBD3D}"/>
                </a:ext>
              </a:extLst>
            </p:cNvPr>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 name="îs1ïdè">
              <a:extLst>
                <a:ext uri="{FF2B5EF4-FFF2-40B4-BE49-F238E27FC236}">
                  <a16:creationId xmlns:a16="http://schemas.microsoft.com/office/drawing/2014/main" id="{243104FD-EDEA-453D-9EC0-7F11C6A9D8F7}"/>
                </a:ext>
              </a:extLst>
            </p:cNvPr>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 name="iṡḻïďe">
              <a:extLst>
                <a:ext uri="{FF2B5EF4-FFF2-40B4-BE49-F238E27FC236}">
                  <a16:creationId xmlns:a16="http://schemas.microsoft.com/office/drawing/2014/main" id="{C577922C-0E40-4DA4-8115-4C349A2A35F4}"/>
                </a:ext>
              </a:extLst>
            </p:cNvPr>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 name="ï$ľídè">
              <a:extLst>
                <a:ext uri="{FF2B5EF4-FFF2-40B4-BE49-F238E27FC236}">
                  <a16:creationId xmlns:a16="http://schemas.microsoft.com/office/drawing/2014/main" id="{21790BF1-69E2-493F-AB57-E2FAA34DC0C3}"/>
                </a:ext>
              </a:extLst>
            </p:cNvPr>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 name="isḻïḋê">
              <a:extLst>
                <a:ext uri="{FF2B5EF4-FFF2-40B4-BE49-F238E27FC236}">
                  <a16:creationId xmlns:a16="http://schemas.microsoft.com/office/drawing/2014/main" id="{C618554C-2A02-4BCD-A0E5-2CC8F211850B}"/>
                </a:ext>
              </a:extLst>
            </p:cNvPr>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 name="îṧḷïde">
              <a:extLst>
                <a:ext uri="{FF2B5EF4-FFF2-40B4-BE49-F238E27FC236}">
                  <a16:creationId xmlns:a16="http://schemas.microsoft.com/office/drawing/2014/main" id="{4AA3947A-77CF-4CCD-9B59-1B76CB8F5E31}"/>
                </a:ext>
              </a:extLst>
            </p:cNvPr>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 name="iṣḷíḍé">
              <a:extLst>
                <a:ext uri="{FF2B5EF4-FFF2-40B4-BE49-F238E27FC236}">
                  <a16:creationId xmlns:a16="http://schemas.microsoft.com/office/drawing/2014/main" id="{30055140-F55D-4F62-B677-07A7A9E67147}"/>
                </a:ext>
              </a:extLst>
            </p:cNvPr>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0" name="isľïde">
              <a:extLst>
                <a:ext uri="{FF2B5EF4-FFF2-40B4-BE49-F238E27FC236}">
                  <a16:creationId xmlns:a16="http://schemas.microsoft.com/office/drawing/2014/main" id="{213C9B47-F7C7-4A2E-A5AE-7413465A75B9}"/>
                </a:ext>
              </a:extLst>
            </p:cNvPr>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1" name="îślîḍé">
              <a:extLst>
                <a:ext uri="{FF2B5EF4-FFF2-40B4-BE49-F238E27FC236}">
                  <a16:creationId xmlns:a16="http://schemas.microsoft.com/office/drawing/2014/main" id="{FC24FE1C-5D55-46D4-8341-6A746C02C479}"/>
                </a:ext>
              </a:extLst>
            </p:cNvPr>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 name="îŝḻiďé">
              <a:extLst>
                <a:ext uri="{FF2B5EF4-FFF2-40B4-BE49-F238E27FC236}">
                  <a16:creationId xmlns:a16="http://schemas.microsoft.com/office/drawing/2014/main" id="{C66B8E6F-ACA9-4A16-A80D-BCF081D057E8}"/>
                </a:ext>
              </a:extLst>
            </p:cNvPr>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 name="íṣḻiḋè">
              <a:extLst>
                <a:ext uri="{FF2B5EF4-FFF2-40B4-BE49-F238E27FC236}">
                  <a16:creationId xmlns:a16="http://schemas.microsoft.com/office/drawing/2014/main" id="{E5D02AEA-0B0B-4624-A209-15E447C3F23A}"/>
                </a:ext>
              </a:extLst>
            </p:cNvPr>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 name="îSlîḓè">
              <a:extLst>
                <a:ext uri="{FF2B5EF4-FFF2-40B4-BE49-F238E27FC236}">
                  <a16:creationId xmlns:a16="http://schemas.microsoft.com/office/drawing/2014/main" id="{3671DED7-A707-4E30-9702-F7D4D80EA1CE}"/>
                </a:ext>
              </a:extLst>
            </p:cNvPr>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5" name="iṩḷïdê">
              <a:extLst>
                <a:ext uri="{FF2B5EF4-FFF2-40B4-BE49-F238E27FC236}">
                  <a16:creationId xmlns:a16="http://schemas.microsoft.com/office/drawing/2014/main" id="{2C6D70A2-7604-48E1-9B86-3BB96C36F1EA}"/>
                </a:ext>
              </a:extLst>
            </p:cNvPr>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6" name="ïś1ïḍê">
              <a:extLst>
                <a:ext uri="{FF2B5EF4-FFF2-40B4-BE49-F238E27FC236}">
                  <a16:creationId xmlns:a16="http://schemas.microsoft.com/office/drawing/2014/main" id="{E790946E-1B7B-482F-9C7F-9BBC849C247F}"/>
                </a:ext>
              </a:extLst>
            </p:cNvPr>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7" name="îşliḍè">
              <a:extLst>
                <a:ext uri="{FF2B5EF4-FFF2-40B4-BE49-F238E27FC236}">
                  <a16:creationId xmlns:a16="http://schemas.microsoft.com/office/drawing/2014/main" id="{0D7598F6-18FE-475B-B780-4BE0776099AA}"/>
                </a:ext>
              </a:extLst>
            </p:cNvPr>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 name="išḷidê">
              <a:extLst>
                <a:ext uri="{FF2B5EF4-FFF2-40B4-BE49-F238E27FC236}">
                  <a16:creationId xmlns:a16="http://schemas.microsoft.com/office/drawing/2014/main" id="{192302B6-9A09-4A17-B313-CED83D20B047}"/>
                </a:ext>
              </a:extLst>
            </p:cNvPr>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 name="îSḻiḍe">
              <a:extLst>
                <a:ext uri="{FF2B5EF4-FFF2-40B4-BE49-F238E27FC236}">
                  <a16:creationId xmlns:a16="http://schemas.microsoft.com/office/drawing/2014/main" id="{6B601A3B-160D-4F83-BB98-61F10BE07212}"/>
                </a:ext>
              </a:extLst>
            </p:cNvPr>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40" name="ïṧļïḍe">
              <a:extLst>
                <a:ext uri="{FF2B5EF4-FFF2-40B4-BE49-F238E27FC236}">
                  <a16:creationId xmlns:a16="http://schemas.microsoft.com/office/drawing/2014/main" id="{BDB040C6-48C7-4BEB-91A8-6C9FC3D30D69}"/>
                </a:ext>
              </a:extLst>
            </p:cNvPr>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1" name="îŝļïḋé">
              <a:extLst>
                <a:ext uri="{FF2B5EF4-FFF2-40B4-BE49-F238E27FC236}">
                  <a16:creationId xmlns:a16="http://schemas.microsoft.com/office/drawing/2014/main" id="{B9A7F6A1-460B-4A14-9429-036F55A648D4}"/>
                </a:ext>
              </a:extLst>
            </p:cNvPr>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2" name="îṡlïḍe">
              <a:extLst>
                <a:ext uri="{FF2B5EF4-FFF2-40B4-BE49-F238E27FC236}">
                  <a16:creationId xmlns:a16="http://schemas.microsoft.com/office/drawing/2014/main" id="{FCE1CFFF-0451-40AF-B5A4-0BDF002D45A3}"/>
                </a:ext>
              </a:extLst>
            </p:cNvPr>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3" name="ïśļïḑê">
              <a:extLst>
                <a:ext uri="{FF2B5EF4-FFF2-40B4-BE49-F238E27FC236}">
                  <a16:creationId xmlns:a16="http://schemas.microsoft.com/office/drawing/2014/main" id="{A3FAF1BB-6DC5-41D9-A08F-80A209A1D268}"/>
                </a:ext>
              </a:extLst>
            </p:cNvPr>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4" name="îSľïde">
              <a:extLst>
                <a:ext uri="{FF2B5EF4-FFF2-40B4-BE49-F238E27FC236}">
                  <a16:creationId xmlns:a16="http://schemas.microsoft.com/office/drawing/2014/main" id="{ABBD2ADF-3EFF-4C27-9A11-510A2EB1DAA3}"/>
                </a:ext>
              </a:extLst>
            </p:cNvPr>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5" name="iṧḻïdé">
              <a:extLst>
                <a:ext uri="{FF2B5EF4-FFF2-40B4-BE49-F238E27FC236}">
                  <a16:creationId xmlns:a16="http://schemas.microsoft.com/office/drawing/2014/main" id="{06A54494-23C2-40D4-8F51-112E8E9176D4}"/>
                </a:ext>
              </a:extLst>
            </p:cNvPr>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 name="íŝļíḑé">
              <a:extLst>
                <a:ext uri="{FF2B5EF4-FFF2-40B4-BE49-F238E27FC236}">
                  <a16:creationId xmlns:a16="http://schemas.microsoft.com/office/drawing/2014/main" id="{2A023946-2BC3-4C90-ACA9-98A1A83DD44F}"/>
                </a:ext>
              </a:extLst>
            </p:cNvPr>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47" name="ï$ļiḑé">
              <a:extLst>
                <a:ext uri="{FF2B5EF4-FFF2-40B4-BE49-F238E27FC236}">
                  <a16:creationId xmlns:a16="http://schemas.microsoft.com/office/drawing/2014/main" id="{DC1706A3-4B89-4058-AAEE-6DAA51094F43}"/>
                </a:ext>
              </a:extLst>
            </p:cNvPr>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 name="îṧļïde">
              <a:extLst>
                <a:ext uri="{FF2B5EF4-FFF2-40B4-BE49-F238E27FC236}">
                  <a16:creationId xmlns:a16="http://schemas.microsoft.com/office/drawing/2014/main" id="{57E9135F-6AC9-45B2-A81E-CF331EE94D2D}"/>
                </a:ext>
              </a:extLst>
            </p:cNvPr>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9" name="íşlîḍè">
              <a:extLst>
                <a:ext uri="{FF2B5EF4-FFF2-40B4-BE49-F238E27FC236}">
                  <a16:creationId xmlns:a16="http://schemas.microsoft.com/office/drawing/2014/main" id="{ADAC807D-09E9-4B4F-85CD-09F4FD5A7859}"/>
                </a:ext>
              </a:extLst>
            </p:cNvPr>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0" name="îŝļîďé">
              <a:extLst>
                <a:ext uri="{FF2B5EF4-FFF2-40B4-BE49-F238E27FC236}">
                  <a16:creationId xmlns:a16="http://schemas.microsoft.com/office/drawing/2014/main" id="{23DDC275-86E0-4B1D-AB25-9EA90B158BBD}"/>
                </a:ext>
              </a:extLst>
            </p:cNvPr>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1" name="îŝlîḑê">
              <a:extLst>
                <a:ext uri="{FF2B5EF4-FFF2-40B4-BE49-F238E27FC236}">
                  <a16:creationId xmlns:a16="http://schemas.microsoft.com/office/drawing/2014/main" id="{9B2B037C-E19B-45D8-81E5-02F1D32AC46C}"/>
                </a:ext>
              </a:extLst>
            </p:cNvPr>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2" name="îṣḷïdè">
              <a:extLst>
                <a:ext uri="{FF2B5EF4-FFF2-40B4-BE49-F238E27FC236}">
                  <a16:creationId xmlns:a16="http://schemas.microsoft.com/office/drawing/2014/main" id="{33479B4D-3E58-474A-BC3D-AFC3327DDF12}"/>
                </a:ext>
              </a:extLst>
            </p:cNvPr>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3" name="íśļîḍè">
              <a:extLst>
                <a:ext uri="{FF2B5EF4-FFF2-40B4-BE49-F238E27FC236}">
                  <a16:creationId xmlns:a16="http://schemas.microsoft.com/office/drawing/2014/main" id="{14DF619E-E58E-40EC-9888-5FEAC2875BFE}"/>
                </a:ext>
              </a:extLst>
            </p:cNvPr>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4" name="íśļïḍe">
              <a:extLst>
                <a:ext uri="{FF2B5EF4-FFF2-40B4-BE49-F238E27FC236}">
                  <a16:creationId xmlns:a16="http://schemas.microsoft.com/office/drawing/2014/main" id="{A4A69C85-5CC4-4CCD-8E09-8918A289858A}"/>
                </a:ext>
              </a:extLst>
            </p:cNvPr>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5" name="íŝliḓê">
              <a:extLst>
                <a:ext uri="{FF2B5EF4-FFF2-40B4-BE49-F238E27FC236}">
                  <a16:creationId xmlns:a16="http://schemas.microsoft.com/office/drawing/2014/main" id="{E5815649-9617-47FB-8EC1-25FF1AEA40B7}"/>
                </a:ext>
              </a:extLst>
            </p:cNvPr>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6" name="iślïḓê">
              <a:extLst>
                <a:ext uri="{FF2B5EF4-FFF2-40B4-BE49-F238E27FC236}">
                  <a16:creationId xmlns:a16="http://schemas.microsoft.com/office/drawing/2014/main" id="{8FEC18F5-377A-4D23-92E1-D6B92ED4E9F5}"/>
                </a:ext>
              </a:extLst>
            </p:cNvPr>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7" name="íSlïdè">
              <a:extLst>
                <a:ext uri="{FF2B5EF4-FFF2-40B4-BE49-F238E27FC236}">
                  <a16:creationId xmlns:a16="http://schemas.microsoft.com/office/drawing/2014/main" id="{76EC46B1-D998-4FD3-837D-280DD2FE10BB}"/>
                </a:ext>
              </a:extLst>
            </p:cNvPr>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8" name="iṣḻïḍe">
              <a:extLst>
                <a:ext uri="{FF2B5EF4-FFF2-40B4-BE49-F238E27FC236}">
                  <a16:creationId xmlns:a16="http://schemas.microsoft.com/office/drawing/2014/main" id="{6DA4D4BD-8319-41D7-8D1F-D3BBC9D1E987}"/>
                </a:ext>
              </a:extLst>
            </p:cNvPr>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9" name="ïşľidé">
              <a:extLst>
                <a:ext uri="{FF2B5EF4-FFF2-40B4-BE49-F238E27FC236}">
                  <a16:creationId xmlns:a16="http://schemas.microsoft.com/office/drawing/2014/main" id="{9ACF68D6-27C4-431E-AC50-1CCA26FF365E}"/>
                </a:ext>
              </a:extLst>
            </p:cNvPr>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0" name="ïṣliḋê">
              <a:extLst>
                <a:ext uri="{FF2B5EF4-FFF2-40B4-BE49-F238E27FC236}">
                  <a16:creationId xmlns:a16="http://schemas.microsoft.com/office/drawing/2014/main" id="{E81F25BC-4CE7-45D1-823B-4DE180242D77}"/>
                </a:ext>
              </a:extLst>
            </p:cNvPr>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1" name="îṩḻiḓê">
              <a:extLst>
                <a:ext uri="{FF2B5EF4-FFF2-40B4-BE49-F238E27FC236}">
                  <a16:creationId xmlns:a16="http://schemas.microsoft.com/office/drawing/2014/main" id="{474DCC22-7A01-4555-9C86-CD097D8D57ED}"/>
                </a:ext>
              </a:extLst>
            </p:cNvPr>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2" name="iśļîḋè">
              <a:extLst>
                <a:ext uri="{FF2B5EF4-FFF2-40B4-BE49-F238E27FC236}">
                  <a16:creationId xmlns:a16="http://schemas.microsoft.com/office/drawing/2014/main" id="{AEC76DBD-EF8C-4C6C-B6A8-EABD54568E5D}"/>
                </a:ext>
              </a:extLst>
            </p:cNvPr>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3" name="iṣliḓê">
              <a:extLst>
                <a:ext uri="{FF2B5EF4-FFF2-40B4-BE49-F238E27FC236}">
                  <a16:creationId xmlns:a16="http://schemas.microsoft.com/office/drawing/2014/main" id="{B1F2D1E0-7B19-4473-A2CB-CF968C49F5B9}"/>
                </a:ext>
              </a:extLst>
            </p:cNvPr>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4" name="íṡľiḍê">
              <a:extLst>
                <a:ext uri="{FF2B5EF4-FFF2-40B4-BE49-F238E27FC236}">
                  <a16:creationId xmlns:a16="http://schemas.microsoft.com/office/drawing/2014/main" id="{8588397A-4F11-4894-B00F-893A7BC418A1}"/>
                </a:ext>
              </a:extLst>
            </p:cNvPr>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5" name="íšlîde">
              <a:extLst>
                <a:ext uri="{FF2B5EF4-FFF2-40B4-BE49-F238E27FC236}">
                  <a16:creationId xmlns:a16="http://schemas.microsoft.com/office/drawing/2014/main" id="{116F8C2E-FE86-4922-A86C-3900691DA4B0}"/>
                </a:ext>
              </a:extLst>
            </p:cNvPr>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6" name="îṡḷíḋé">
              <a:extLst>
                <a:ext uri="{FF2B5EF4-FFF2-40B4-BE49-F238E27FC236}">
                  <a16:creationId xmlns:a16="http://schemas.microsoft.com/office/drawing/2014/main" id="{0D1F635D-A436-4E63-AEBD-756CF5F2355C}"/>
                </a:ext>
              </a:extLst>
            </p:cNvPr>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7" name="îsḻiḓe">
              <a:extLst>
                <a:ext uri="{FF2B5EF4-FFF2-40B4-BE49-F238E27FC236}">
                  <a16:creationId xmlns:a16="http://schemas.microsoft.com/office/drawing/2014/main" id="{E5681A57-2E42-4764-B7DA-CCF5890928BF}"/>
                </a:ext>
              </a:extLst>
            </p:cNvPr>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8" name="î$ļïdè">
              <a:extLst>
                <a:ext uri="{FF2B5EF4-FFF2-40B4-BE49-F238E27FC236}">
                  <a16:creationId xmlns:a16="http://schemas.microsoft.com/office/drawing/2014/main" id="{94FF1978-6AE4-41E6-BFCE-590AEE683B36}"/>
                </a:ext>
              </a:extLst>
            </p:cNvPr>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9" name="îṧḷíḓê">
              <a:extLst>
                <a:ext uri="{FF2B5EF4-FFF2-40B4-BE49-F238E27FC236}">
                  <a16:creationId xmlns:a16="http://schemas.microsoft.com/office/drawing/2014/main" id="{E8BFDCED-4BC1-44F8-815E-FA29753996EF}"/>
                </a:ext>
              </a:extLst>
            </p:cNvPr>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0" name="íṩ1iḑê">
              <a:extLst>
                <a:ext uri="{FF2B5EF4-FFF2-40B4-BE49-F238E27FC236}">
                  <a16:creationId xmlns:a16="http://schemas.microsoft.com/office/drawing/2014/main" id="{26646D12-DB8E-4B1F-B498-B9B98F2CAE6D}"/>
                </a:ext>
              </a:extLst>
            </p:cNvPr>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1" name="îṥlîdê">
              <a:extLst>
                <a:ext uri="{FF2B5EF4-FFF2-40B4-BE49-F238E27FC236}">
                  <a16:creationId xmlns:a16="http://schemas.microsoft.com/office/drawing/2014/main" id="{486B1BE8-3940-45F9-8E3C-D887316D10B8}"/>
                </a:ext>
              </a:extLst>
            </p:cNvPr>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9" name="îṧľîḑé">
              <a:extLst>
                <a:ext uri="{FF2B5EF4-FFF2-40B4-BE49-F238E27FC236}">
                  <a16:creationId xmlns:a16="http://schemas.microsoft.com/office/drawing/2014/main" id="{227727BF-E66A-42F7-8D6C-BACE1ECE7076}"/>
                </a:ext>
              </a:extLst>
            </p:cNvPr>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1" name="ï$ļíḑe">
              <a:extLst>
                <a:ext uri="{FF2B5EF4-FFF2-40B4-BE49-F238E27FC236}">
                  <a16:creationId xmlns:a16="http://schemas.microsoft.com/office/drawing/2014/main" id="{E9E07356-FDF0-4073-8043-54CF7E144488}"/>
                </a:ext>
              </a:extLst>
            </p:cNvPr>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2" name="iṩḷïde">
              <a:extLst>
                <a:ext uri="{FF2B5EF4-FFF2-40B4-BE49-F238E27FC236}">
                  <a16:creationId xmlns:a16="http://schemas.microsoft.com/office/drawing/2014/main" id="{91DD7BB4-59ED-4803-BBAA-02880299FB9D}"/>
                </a:ext>
              </a:extLst>
            </p:cNvPr>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3" name="í$ḷïďê">
              <a:extLst>
                <a:ext uri="{FF2B5EF4-FFF2-40B4-BE49-F238E27FC236}">
                  <a16:creationId xmlns:a16="http://schemas.microsoft.com/office/drawing/2014/main" id="{3C4F0148-91ED-4766-A0E4-AD2FA0330AD9}"/>
                </a:ext>
              </a:extLst>
            </p:cNvPr>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4" name="îśľïḑe">
              <a:extLst>
                <a:ext uri="{FF2B5EF4-FFF2-40B4-BE49-F238E27FC236}">
                  <a16:creationId xmlns:a16="http://schemas.microsoft.com/office/drawing/2014/main" id="{330FDB9E-40F1-4688-8097-C0D6E286EAFC}"/>
                </a:ext>
              </a:extLst>
            </p:cNvPr>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5" name="ïSlîḍè">
              <a:extLst>
                <a:ext uri="{FF2B5EF4-FFF2-40B4-BE49-F238E27FC236}">
                  <a16:creationId xmlns:a16="http://schemas.microsoft.com/office/drawing/2014/main" id="{5F2BBFEA-8CC6-4CC1-9AFF-65E8E8626585}"/>
                </a:ext>
              </a:extLst>
            </p:cNvPr>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6" name="işliḍé">
              <a:extLst>
                <a:ext uri="{FF2B5EF4-FFF2-40B4-BE49-F238E27FC236}">
                  <a16:creationId xmlns:a16="http://schemas.microsoft.com/office/drawing/2014/main" id="{C5778565-E730-44CE-9EFC-67D0F43BC3B6}"/>
                </a:ext>
              </a:extLst>
            </p:cNvPr>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7" name="ísḻïde">
              <a:extLst>
                <a:ext uri="{FF2B5EF4-FFF2-40B4-BE49-F238E27FC236}">
                  <a16:creationId xmlns:a16="http://schemas.microsoft.com/office/drawing/2014/main" id="{C3DA82F8-FBDA-4E6F-9EFB-543D7B8B1675}"/>
                </a:ext>
              </a:extLst>
            </p:cNvPr>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8" name="iŝļiḋê">
              <a:extLst>
                <a:ext uri="{FF2B5EF4-FFF2-40B4-BE49-F238E27FC236}">
                  <a16:creationId xmlns:a16="http://schemas.microsoft.com/office/drawing/2014/main" id="{1A19DF1A-6264-41B5-8CAD-CA98C5C9C7B1}"/>
                </a:ext>
              </a:extLst>
            </p:cNvPr>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9" name="iṧḷîdè">
              <a:extLst>
                <a:ext uri="{FF2B5EF4-FFF2-40B4-BE49-F238E27FC236}">
                  <a16:creationId xmlns:a16="http://schemas.microsoft.com/office/drawing/2014/main" id="{25EF96FF-FB56-43E9-AC3D-1BF81FBE3D53}"/>
                </a:ext>
              </a:extLst>
            </p:cNvPr>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0" name="isļíḍè">
              <a:extLst>
                <a:ext uri="{FF2B5EF4-FFF2-40B4-BE49-F238E27FC236}">
                  <a16:creationId xmlns:a16="http://schemas.microsoft.com/office/drawing/2014/main" id="{71F64409-31CA-4729-9E22-0754D7A7E141}"/>
                </a:ext>
              </a:extLst>
            </p:cNvPr>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1" name="ïṡ1íḓe">
              <a:extLst>
                <a:ext uri="{FF2B5EF4-FFF2-40B4-BE49-F238E27FC236}">
                  <a16:creationId xmlns:a16="http://schemas.microsoft.com/office/drawing/2014/main" id="{E608BC56-38AA-4450-AB63-BF217F63BE6E}"/>
                </a:ext>
              </a:extLst>
            </p:cNvPr>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2" name="isḷiḑê">
              <a:extLst>
                <a:ext uri="{FF2B5EF4-FFF2-40B4-BE49-F238E27FC236}">
                  <a16:creationId xmlns:a16="http://schemas.microsoft.com/office/drawing/2014/main" id="{D77DA3CC-7563-4981-B769-56D7AC042714}"/>
                </a:ext>
              </a:extLst>
            </p:cNvPr>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3" name="ïṥlíḓê">
              <a:extLst>
                <a:ext uri="{FF2B5EF4-FFF2-40B4-BE49-F238E27FC236}">
                  <a16:creationId xmlns:a16="http://schemas.microsoft.com/office/drawing/2014/main" id="{F534E711-4717-4C5F-A195-DEBC095CCF6E}"/>
                </a:ext>
              </a:extLst>
            </p:cNvPr>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4" name="îṧḷíḍé">
              <a:extLst>
                <a:ext uri="{FF2B5EF4-FFF2-40B4-BE49-F238E27FC236}">
                  <a16:creationId xmlns:a16="http://schemas.microsoft.com/office/drawing/2014/main" id="{989E6BA8-2BB0-462F-8789-76988B40BC3B}"/>
                </a:ext>
              </a:extLst>
            </p:cNvPr>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5" name="îṩḻïďè">
              <a:extLst>
                <a:ext uri="{FF2B5EF4-FFF2-40B4-BE49-F238E27FC236}">
                  <a16:creationId xmlns:a16="http://schemas.microsoft.com/office/drawing/2014/main" id="{09AD5C7C-2562-440D-BA09-C37EA7E23B92}"/>
                </a:ext>
              </a:extLst>
            </p:cNvPr>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6" name="ïşļídé">
              <a:extLst>
                <a:ext uri="{FF2B5EF4-FFF2-40B4-BE49-F238E27FC236}">
                  <a16:creationId xmlns:a16="http://schemas.microsoft.com/office/drawing/2014/main" id="{410467A1-A2BB-449B-8B2C-0A7A38379B17}"/>
                </a:ext>
              </a:extLst>
            </p:cNvPr>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7" name="iṧḻíďe">
              <a:extLst>
                <a:ext uri="{FF2B5EF4-FFF2-40B4-BE49-F238E27FC236}">
                  <a16:creationId xmlns:a16="http://schemas.microsoft.com/office/drawing/2014/main" id="{B0E3DF40-BFE8-442D-9E0D-B2845B15B9F8}"/>
                </a:ext>
              </a:extLst>
            </p:cNvPr>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8" name="ïSlïḓé">
              <a:extLst>
                <a:ext uri="{FF2B5EF4-FFF2-40B4-BE49-F238E27FC236}">
                  <a16:creationId xmlns:a16="http://schemas.microsoft.com/office/drawing/2014/main" id="{C5CEF005-C70B-4CD5-A06C-7AF023040820}"/>
                </a:ext>
              </a:extLst>
            </p:cNvPr>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99" name="išľîḑé">
              <a:extLst>
                <a:ext uri="{FF2B5EF4-FFF2-40B4-BE49-F238E27FC236}">
                  <a16:creationId xmlns:a16="http://schemas.microsoft.com/office/drawing/2014/main" id="{2E955DDB-B787-4E06-AC74-B1A59A11224E}"/>
                </a:ext>
              </a:extLst>
            </p:cNvPr>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0" name="îṥḻîďè">
              <a:extLst>
                <a:ext uri="{FF2B5EF4-FFF2-40B4-BE49-F238E27FC236}">
                  <a16:creationId xmlns:a16="http://schemas.microsoft.com/office/drawing/2014/main" id="{CF6756CD-309B-4B28-9D1B-D9564A5C0B76}"/>
                </a:ext>
              </a:extLst>
            </p:cNvPr>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1" name="i$líḋé">
              <a:extLst>
                <a:ext uri="{FF2B5EF4-FFF2-40B4-BE49-F238E27FC236}">
                  <a16:creationId xmlns:a16="http://schemas.microsoft.com/office/drawing/2014/main" id="{554F27AF-1489-48AC-B194-EC97790B4483}"/>
                </a:ext>
              </a:extLst>
            </p:cNvPr>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2" name="iṡľîḋê">
              <a:extLst>
                <a:ext uri="{FF2B5EF4-FFF2-40B4-BE49-F238E27FC236}">
                  <a16:creationId xmlns:a16="http://schemas.microsoft.com/office/drawing/2014/main" id="{955C5148-6587-4F9B-A855-698C6833DCC8}"/>
                </a:ext>
              </a:extLst>
            </p:cNvPr>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3" name="ïśḷîḍè">
              <a:extLst>
                <a:ext uri="{FF2B5EF4-FFF2-40B4-BE49-F238E27FC236}">
                  <a16:creationId xmlns:a16="http://schemas.microsoft.com/office/drawing/2014/main" id="{9B2A9F49-3E81-44DE-9691-FAAF39B3A646}"/>
                </a:ext>
              </a:extLst>
            </p:cNvPr>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4" name="íṣļíḓe">
              <a:extLst>
                <a:ext uri="{FF2B5EF4-FFF2-40B4-BE49-F238E27FC236}">
                  <a16:creationId xmlns:a16="http://schemas.microsoft.com/office/drawing/2014/main" id="{3C6EBE4E-3645-42EE-8B5E-A3EDE72F68EE}"/>
                </a:ext>
              </a:extLst>
            </p:cNvPr>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5" name="ïslïḓé">
              <a:extLst>
                <a:ext uri="{FF2B5EF4-FFF2-40B4-BE49-F238E27FC236}">
                  <a16:creationId xmlns:a16="http://schemas.microsoft.com/office/drawing/2014/main" id="{1DC76B12-B05E-4AE0-A60C-3344CEBE20FE}"/>
                </a:ext>
              </a:extLst>
            </p:cNvPr>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6" name="ïṣḻîḋé">
              <a:extLst>
                <a:ext uri="{FF2B5EF4-FFF2-40B4-BE49-F238E27FC236}">
                  <a16:creationId xmlns:a16="http://schemas.microsoft.com/office/drawing/2014/main" id="{B6825B13-C1BE-4165-AAA7-D5CBC65B8496}"/>
                </a:ext>
              </a:extLst>
            </p:cNvPr>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7" name="ïṥḷîḓè">
              <a:extLst>
                <a:ext uri="{FF2B5EF4-FFF2-40B4-BE49-F238E27FC236}">
                  <a16:creationId xmlns:a16="http://schemas.microsoft.com/office/drawing/2014/main" id="{3D1E8E5A-0B4A-441B-8AFF-6ED11472F6B0}"/>
                </a:ext>
              </a:extLst>
            </p:cNvPr>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8" name="iṥḷíďè">
              <a:extLst>
                <a:ext uri="{FF2B5EF4-FFF2-40B4-BE49-F238E27FC236}">
                  <a16:creationId xmlns:a16="http://schemas.microsoft.com/office/drawing/2014/main" id="{578E2BF2-1D5F-4189-AB7D-E1B8165B9FFF}"/>
                </a:ext>
              </a:extLst>
            </p:cNvPr>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09" name="ïş1ídè">
              <a:extLst>
                <a:ext uri="{FF2B5EF4-FFF2-40B4-BE49-F238E27FC236}">
                  <a16:creationId xmlns:a16="http://schemas.microsoft.com/office/drawing/2014/main" id="{1279A938-7F33-425F-A351-56AF979EAD1E}"/>
                </a:ext>
              </a:extLst>
            </p:cNvPr>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0" name="îŝļiḑe">
              <a:extLst>
                <a:ext uri="{FF2B5EF4-FFF2-40B4-BE49-F238E27FC236}">
                  <a16:creationId xmlns:a16="http://schemas.microsoft.com/office/drawing/2014/main" id="{6E1F5550-96A0-4201-B38D-2B43E13F56B5}"/>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1" name="í$ļïḓé">
              <a:extLst>
                <a:ext uri="{FF2B5EF4-FFF2-40B4-BE49-F238E27FC236}">
                  <a16:creationId xmlns:a16="http://schemas.microsoft.com/office/drawing/2014/main" id="{ECF20B39-3D3E-48F6-BAC3-8968AA82A054}"/>
                </a:ext>
              </a:extLst>
            </p:cNvPr>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2" name="i$1iďê">
              <a:extLst>
                <a:ext uri="{FF2B5EF4-FFF2-40B4-BE49-F238E27FC236}">
                  <a16:creationId xmlns:a16="http://schemas.microsoft.com/office/drawing/2014/main" id="{116BE14E-5207-454D-B00B-ED57FCC64B6A}"/>
                </a:ext>
              </a:extLst>
            </p:cNvPr>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13" name="îšḷiḍe">
              <a:extLst>
                <a:ext uri="{FF2B5EF4-FFF2-40B4-BE49-F238E27FC236}">
                  <a16:creationId xmlns:a16="http://schemas.microsoft.com/office/drawing/2014/main" id="{1AED12A7-B6EA-4808-80B6-610B7250A709}"/>
                </a:ext>
              </a:extLst>
            </p:cNvPr>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14" name="íṥlïdê">
              <a:extLst>
                <a:ext uri="{FF2B5EF4-FFF2-40B4-BE49-F238E27FC236}">
                  <a16:creationId xmlns:a16="http://schemas.microsoft.com/office/drawing/2014/main" id="{E907A00A-3BFD-4419-9F2C-7C2462A81DDC}"/>
                </a:ext>
              </a:extLst>
            </p:cNvPr>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15" name="íśľîďé">
              <a:extLst>
                <a:ext uri="{FF2B5EF4-FFF2-40B4-BE49-F238E27FC236}">
                  <a16:creationId xmlns:a16="http://schemas.microsoft.com/office/drawing/2014/main" id="{FD10D830-074E-472F-8EC9-2464ADE69A9D}"/>
                </a:ext>
              </a:extLst>
            </p:cNvPr>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116" name="iŝḻîdé">
              <a:extLst>
                <a:ext uri="{FF2B5EF4-FFF2-40B4-BE49-F238E27FC236}">
                  <a16:creationId xmlns:a16="http://schemas.microsoft.com/office/drawing/2014/main" id="{80BA3268-BC00-4527-BCE5-C5989C37EA67}"/>
                </a:ext>
              </a:extLst>
            </p:cNvPr>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7" name="ïsḷiḍé">
              <a:extLst>
                <a:ext uri="{FF2B5EF4-FFF2-40B4-BE49-F238E27FC236}">
                  <a16:creationId xmlns:a16="http://schemas.microsoft.com/office/drawing/2014/main" id="{420793A8-DD25-4C5E-BB57-331A02FB4110}"/>
                </a:ext>
              </a:extLst>
            </p:cNvPr>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8" name="íṧ1iďè">
              <a:extLst>
                <a:ext uri="{FF2B5EF4-FFF2-40B4-BE49-F238E27FC236}">
                  <a16:creationId xmlns:a16="http://schemas.microsoft.com/office/drawing/2014/main" id="{E2E402ED-86AF-42D5-AAA5-988631EB4EA1}"/>
                </a:ext>
              </a:extLst>
            </p:cNvPr>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19" name="îṩľíḓe">
              <a:extLst>
                <a:ext uri="{FF2B5EF4-FFF2-40B4-BE49-F238E27FC236}">
                  <a16:creationId xmlns:a16="http://schemas.microsoft.com/office/drawing/2014/main" id="{92BD8508-D73F-490B-9823-B0D99392E050}"/>
                </a:ext>
              </a:extLst>
            </p:cNvPr>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0" name="ïṡ1ïḑé">
              <a:extLst>
                <a:ext uri="{FF2B5EF4-FFF2-40B4-BE49-F238E27FC236}">
                  <a16:creationId xmlns:a16="http://schemas.microsoft.com/office/drawing/2014/main" id="{5A82947B-6ADF-4B62-B505-7213D475E9B8}"/>
                </a:ext>
              </a:extLst>
            </p:cNvPr>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1" name="iṡlíďe">
              <a:extLst>
                <a:ext uri="{FF2B5EF4-FFF2-40B4-BE49-F238E27FC236}">
                  <a16:creationId xmlns:a16="http://schemas.microsoft.com/office/drawing/2014/main" id="{B3420455-8713-41D5-AF0D-6B4D3E2327C3}"/>
                </a:ext>
              </a:extLst>
            </p:cNvPr>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2" name="ïšḷiḍè">
              <a:extLst>
                <a:ext uri="{FF2B5EF4-FFF2-40B4-BE49-F238E27FC236}">
                  <a16:creationId xmlns:a16="http://schemas.microsoft.com/office/drawing/2014/main" id="{01846253-AD9F-4CE6-89DC-70CA2B19002C}"/>
                </a:ext>
              </a:extLst>
            </p:cNvPr>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3" name="í$1îḓè">
              <a:extLst>
                <a:ext uri="{FF2B5EF4-FFF2-40B4-BE49-F238E27FC236}">
                  <a16:creationId xmlns:a16="http://schemas.microsoft.com/office/drawing/2014/main" id="{AC32D862-A753-416E-8B24-68C016F55A12}"/>
                </a:ext>
              </a:extLst>
            </p:cNvPr>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4" name="î$ľidé">
              <a:extLst>
                <a:ext uri="{FF2B5EF4-FFF2-40B4-BE49-F238E27FC236}">
                  <a16:creationId xmlns:a16="http://schemas.microsoft.com/office/drawing/2014/main" id="{9B7931FA-9218-4EBD-9FC1-A2FD0103108F}"/>
                </a:ext>
              </a:extLst>
            </p:cNvPr>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5" name="išḻïďê">
              <a:extLst>
                <a:ext uri="{FF2B5EF4-FFF2-40B4-BE49-F238E27FC236}">
                  <a16:creationId xmlns:a16="http://schemas.microsoft.com/office/drawing/2014/main" id="{6B76EB71-0188-40FD-ACF6-086BF1A5FA0B}"/>
                </a:ext>
              </a:extLst>
            </p:cNvPr>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6" name="îSļíďê">
              <a:extLst>
                <a:ext uri="{FF2B5EF4-FFF2-40B4-BE49-F238E27FC236}">
                  <a16:creationId xmlns:a16="http://schemas.microsoft.com/office/drawing/2014/main" id="{0E337BE2-2246-467E-9B9A-856BF1D12987}"/>
                </a:ext>
              </a:extLst>
            </p:cNvPr>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7" name="íṧḻiḋe">
              <a:extLst>
                <a:ext uri="{FF2B5EF4-FFF2-40B4-BE49-F238E27FC236}">
                  <a16:creationId xmlns:a16="http://schemas.microsoft.com/office/drawing/2014/main" id="{789B55F0-FF1B-49E8-9C49-A8BFB63CE6F4}"/>
                </a:ext>
              </a:extLst>
            </p:cNvPr>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8" name="îṡ1iďé">
              <a:extLst>
                <a:ext uri="{FF2B5EF4-FFF2-40B4-BE49-F238E27FC236}">
                  <a16:creationId xmlns:a16="http://schemas.microsoft.com/office/drawing/2014/main" id="{6E6906E2-6F01-4662-A122-C2BE778DDB47}"/>
                </a:ext>
              </a:extLst>
            </p:cNvPr>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29" name="ï$ḷïdè">
              <a:extLst>
                <a:ext uri="{FF2B5EF4-FFF2-40B4-BE49-F238E27FC236}">
                  <a16:creationId xmlns:a16="http://schemas.microsoft.com/office/drawing/2014/main" id="{2E40ACAE-BB84-43D2-9D9C-39E187BF0446}"/>
                </a:ext>
              </a:extLst>
            </p:cNvPr>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0" name="işlîḋê">
              <a:extLst>
                <a:ext uri="{FF2B5EF4-FFF2-40B4-BE49-F238E27FC236}">
                  <a16:creationId xmlns:a16="http://schemas.microsoft.com/office/drawing/2014/main" id="{CB136B56-5792-4E8B-A665-2C17F05ED512}"/>
                </a:ext>
              </a:extLst>
            </p:cNvPr>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1" name="işḻïḑè">
              <a:extLst>
                <a:ext uri="{FF2B5EF4-FFF2-40B4-BE49-F238E27FC236}">
                  <a16:creationId xmlns:a16="http://schemas.microsoft.com/office/drawing/2014/main" id="{F6D0786C-2047-480D-9587-4F17036DE392}"/>
                </a:ext>
              </a:extLst>
            </p:cNvPr>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2" name="ïslidê">
              <a:extLst>
                <a:ext uri="{FF2B5EF4-FFF2-40B4-BE49-F238E27FC236}">
                  <a16:creationId xmlns:a16="http://schemas.microsoft.com/office/drawing/2014/main" id="{438DF2FB-F8B3-465E-9CC3-27AD1E7C608A}"/>
                </a:ext>
              </a:extLst>
            </p:cNvPr>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3" name="íṣḻíḑê">
              <a:extLst>
                <a:ext uri="{FF2B5EF4-FFF2-40B4-BE49-F238E27FC236}">
                  <a16:creationId xmlns:a16="http://schemas.microsoft.com/office/drawing/2014/main" id="{5E0CF241-61FA-4430-AB0C-27FD922F8616}"/>
                </a:ext>
              </a:extLst>
            </p:cNvPr>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4" name="ísḻídé">
              <a:extLst>
                <a:ext uri="{FF2B5EF4-FFF2-40B4-BE49-F238E27FC236}">
                  <a16:creationId xmlns:a16="http://schemas.microsoft.com/office/drawing/2014/main" id="{AD5C7D44-C0E9-4B30-A563-745C28E04BA2}"/>
                </a:ext>
              </a:extLst>
            </p:cNvPr>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5" name="iṧḻide">
              <a:extLst>
                <a:ext uri="{FF2B5EF4-FFF2-40B4-BE49-F238E27FC236}">
                  <a16:creationId xmlns:a16="http://schemas.microsoft.com/office/drawing/2014/main" id="{DA17F2E2-2664-4496-92B2-6FF01138542E}"/>
                </a:ext>
              </a:extLst>
            </p:cNvPr>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6" name="îṧļïďe">
              <a:extLst>
                <a:ext uri="{FF2B5EF4-FFF2-40B4-BE49-F238E27FC236}">
                  <a16:creationId xmlns:a16="http://schemas.microsoft.com/office/drawing/2014/main" id="{A0CAF2AC-25C0-472B-A9B7-D503EEFEBB5C}"/>
                </a:ext>
              </a:extLst>
            </p:cNvPr>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7" name="iṣḷîḋê">
              <a:extLst>
                <a:ext uri="{FF2B5EF4-FFF2-40B4-BE49-F238E27FC236}">
                  <a16:creationId xmlns:a16="http://schemas.microsoft.com/office/drawing/2014/main" id="{D4D3C0F0-194C-4823-9A29-CC87EEEB1C08}"/>
                </a:ext>
              </a:extLst>
            </p:cNvPr>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8" name="íŝ1ïḍè">
              <a:extLst>
                <a:ext uri="{FF2B5EF4-FFF2-40B4-BE49-F238E27FC236}">
                  <a16:creationId xmlns:a16="http://schemas.microsoft.com/office/drawing/2014/main" id="{891F193A-6F3D-471B-8FC5-6476BD0E1397}"/>
                </a:ext>
              </a:extLst>
            </p:cNvPr>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39" name="íŝlîḋe">
              <a:extLst>
                <a:ext uri="{FF2B5EF4-FFF2-40B4-BE49-F238E27FC236}">
                  <a16:creationId xmlns:a16="http://schemas.microsoft.com/office/drawing/2014/main" id="{B860357E-2878-45C8-B1C8-4B4BE7EB1A35}"/>
                </a:ext>
              </a:extLst>
            </p:cNvPr>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0" name="iŝḻiďê">
              <a:extLst>
                <a:ext uri="{FF2B5EF4-FFF2-40B4-BE49-F238E27FC236}">
                  <a16:creationId xmlns:a16="http://schemas.microsoft.com/office/drawing/2014/main" id="{4BF4890E-360D-4A2C-A6FB-2D03DEC31E17}"/>
                </a:ext>
              </a:extLst>
            </p:cNvPr>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1" name="îṥḻiḍè">
              <a:extLst>
                <a:ext uri="{FF2B5EF4-FFF2-40B4-BE49-F238E27FC236}">
                  <a16:creationId xmlns:a16="http://schemas.microsoft.com/office/drawing/2014/main" id="{0576C5F2-AD3E-42AA-80F0-684DF82D8646}"/>
                </a:ext>
              </a:extLst>
            </p:cNvPr>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2" name="íṩḷîḋe">
              <a:extLst>
                <a:ext uri="{FF2B5EF4-FFF2-40B4-BE49-F238E27FC236}">
                  <a16:creationId xmlns:a16="http://schemas.microsoft.com/office/drawing/2014/main" id="{2865E7A5-8955-4AB2-8BA6-B61EF45AEF47}"/>
                </a:ext>
              </a:extLst>
            </p:cNvPr>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3" name="iṧḻiḋè">
              <a:extLst>
                <a:ext uri="{FF2B5EF4-FFF2-40B4-BE49-F238E27FC236}">
                  <a16:creationId xmlns:a16="http://schemas.microsoft.com/office/drawing/2014/main" id="{D9E905E3-83B2-4536-A669-6CBC6E3C301F}"/>
                </a:ext>
              </a:extLst>
            </p:cNvPr>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4" name="î$ľíḓè">
              <a:extLst>
                <a:ext uri="{FF2B5EF4-FFF2-40B4-BE49-F238E27FC236}">
                  <a16:creationId xmlns:a16="http://schemas.microsoft.com/office/drawing/2014/main" id="{912C2524-3D48-4A09-B6DE-2219F49D0A1E}"/>
                </a:ext>
              </a:extLst>
            </p:cNvPr>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5" name="ïsľíďe">
              <a:extLst>
                <a:ext uri="{FF2B5EF4-FFF2-40B4-BE49-F238E27FC236}">
                  <a16:creationId xmlns:a16="http://schemas.microsoft.com/office/drawing/2014/main" id="{A8298934-659B-4D7A-A713-D168312C04CC}"/>
                </a:ext>
              </a:extLst>
            </p:cNvPr>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6" name="íšḷïdé">
              <a:extLst>
                <a:ext uri="{FF2B5EF4-FFF2-40B4-BE49-F238E27FC236}">
                  <a16:creationId xmlns:a16="http://schemas.microsoft.com/office/drawing/2014/main" id="{76A580C3-1AB8-4493-8AE1-BBA12AE1A20F}"/>
                </a:ext>
              </a:extLst>
            </p:cNvPr>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7" name="ïslîḍê">
              <a:extLst>
                <a:ext uri="{FF2B5EF4-FFF2-40B4-BE49-F238E27FC236}">
                  <a16:creationId xmlns:a16="http://schemas.microsoft.com/office/drawing/2014/main" id="{76116DE2-9603-491C-B59E-6F3ED0971EB2}"/>
                </a:ext>
              </a:extLst>
            </p:cNvPr>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8" name="îŝľíḍè">
              <a:extLst>
                <a:ext uri="{FF2B5EF4-FFF2-40B4-BE49-F238E27FC236}">
                  <a16:creationId xmlns:a16="http://schemas.microsoft.com/office/drawing/2014/main" id="{0C597B7F-F1F0-4EA6-AEC6-56C7CE79E9A2}"/>
                </a:ext>
              </a:extLst>
            </p:cNvPr>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9" name="íşľîḑé">
              <a:extLst>
                <a:ext uri="{FF2B5EF4-FFF2-40B4-BE49-F238E27FC236}">
                  <a16:creationId xmlns:a16="http://schemas.microsoft.com/office/drawing/2014/main" id="{C285E637-39B8-450B-9E36-395518D31350}"/>
                </a:ext>
              </a:extLst>
            </p:cNvPr>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0" name="íSḷîḍè">
              <a:extLst>
                <a:ext uri="{FF2B5EF4-FFF2-40B4-BE49-F238E27FC236}">
                  <a16:creationId xmlns:a16="http://schemas.microsoft.com/office/drawing/2014/main" id="{3F1B327C-FC6B-4157-B6E2-A94525A52F98}"/>
                </a:ext>
              </a:extLst>
            </p:cNvPr>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1" name="ïşļîḍè">
              <a:extLst>
                <a:ext uri="{FF2B5EF4-FFF2-40B4-BE49-F238E27FC236}">
                  <a16:creationId xmlns:a16="http://schemas.microsoft.com/office/drawing/2014/main" id="{7AADD142-1BC7-47D2-ACCB-4C2863D82C2C}"/>
                </a:ext>
              </a:extLst>
            </p:cNvPr>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2" name="ísḷiḋe">
              <a:extLst>
                <a:ext uri="{FF2B5EF4-FFF2-40B4-BE49-F238E27FC236}">
                  <a16:creationId xmlns:a16="http://schemas.microsoft.com/office/drawing/2014/main" id="{2252EC05-005A-46CA-B853-21E6BF7B472C}"/>
                </a:ext>
              </a:extLst>
            </p:cNvPr>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3" name="išḷîḓe">
              <a:extLst>
                <a:ext uri="{FF2B5EF4-FFF2-40B4-BE49-F238E27FC236}">
                  <a16:creationId xmlns:a16="http://schemas.microsoft.com/office/drawing/2014/main" id="{5D293557-8088-46C1-BA6F-14706D306E0D}"/>
                </a:ext>
              </a:extLst>
            </p:cNvPr>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4" name="ïṩļidê">
              <a:extLst>
                <a:ext uri="{FF2B5EF4-FFF2-40B4-BE49-F238E27FC236}">
                  <a16:creationId xmlns:a16="http://schemas.microsoft.com/office/drawing/2014/main" id="{02352CBF-D308-465C-8078-24967F65991C}"/>
                </a:ext>
              </a:extLst>
            </p:cNvPr>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5" name="îṧliḑe">
              <a:extLst>
                <a:ext uri="{FF2B5EF4-FFF2-40B4-BE49-F238E27FC236}">
                  <a16:creationId xmlns:a16="http://schemas.microsoft.com/office/drawing/2014/main" id="{FA7FFA33-CA51-45CF-AD27-A2E8AFD0D121}"/>
                </a:ext>
              </a:extLst>
            </p:cNvPr>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6" name="ïśḷïḓè">
              <a:extLst>
                <a:ext uri="{FF2B5EF4-FFF2-40B4-BE49-F238E27FC236}">
                  <a16:creationId xmlns:a16="http://schemas.microsoft.com/office/drawing/2014/main" id="{8934913F-CAF0-4E14-973A-8D0A405028D4}"/>
                </a:ext>
              </a:extLst>
            </p:cNvPr>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7" name="ísliďè">
              <a:extLst>
                <a:ext uri="{FF2B5EF4-FFF2-40B4-BE49-F238E27FC236}">
                  <a16:creationId xmlns:a16="http://schemas.microsoft.com/office/drawing/2014/main" id="{0524DB55-82FA-4D01-868A-1D48AB1ADF3E}"/>
                </a:ext>
              </a:extLst>
            </p:cNvPr>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8" name="ïsḷíḍé">
              <a:extLst>
                <a:ext uri="{FF2B5EF4-FFF2-40B4-BE49-F238E27FC236}">
                  <a16:creationId xmlns:a16="http://schemas.microsoft.com/office/drawing/2014/main" id="{BB1E9443-3541-496E-AC59-460A3D1DC56F}"/>
                </a:ext>
              </a:extLst>
            </p:cNvPr>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59" name="ïšlîḑê">
              <a:extLst>
                <a:ext uri="{FF2B5EF4-FFF2-40B4-BE49-F238E27FC236}">
                  <a16:creationId xmlns:a16="http://schemas.microsoft.com/office/drawing/2014/main" id="{27FD7859-BE6B-44C4-9D7C-D0D404BF6E45}"/>
                </a:ext>
              </a:extLst>
            </p:cNvPr>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0" name="îṧḻîḓé">
              <a:extLst>
                <a:ext uri="{FF2B5EF4-FFF2-40B4-BE49-F238E27FC236}">
                  <a16:creationId xmlns:a16="http://schemas.microsoft.com/office/drawing/2014/main" id="{6FF5CB41-456B-483F-B93D-0A31C5FAED41}"/>
                </a:ext>
              </a:extLst>
            </p:cNvPr>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1" name="iśļîḋê">
              <a:extLst>
                <a:ext uri="{FF2B5EF4-FFF2-40B4-BE49-F238E27FC236}">
                  <a16:creationId xmlns:a16="http://schemas.microsoft.com/office/drawing/2014/main" id="{2913F43E-D986-4DE2-BE75-65DC2912F317}"/>
                </a:ext>
              </a:extLst>
            </p:cNvPr>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grpSp>
      <p:grpSp>
        <p:nvGrpSpPr>
          <p:cNvPr id="2" name="组合 1">
            <a:extLst>
              <a:ext uri="{FF2B5EF4-FFF2-40B4-BE49-F238E27FC236}">
                <a16:creationId xmlns:a16="http://schemas.microsoft.com/office/drawing/2014/main" id="{DB9FD543-D807-4C53-AE41-CFEF8208A41A}"/>
              </a:ext>
            </a:extLst>
          </p:cNvPr>
          <p:cNvGrpSpPr/>
          <p:nvPr/>
        </p:nvGrpSpPr>
        <p:grpSpPr>
          <a:xfrm>
            <a:off x="6816839" y="2192007"/>
            <a:ext cx="1011355" cy="1015663"/>
            <a:chOff x="2446817" y="4632846"/>
            <a:chExt cx="1011355" cy="1015663"/>
          </a:xfrm>
        </p:grpSpPr>
        <p:sp>
          <p:nvSpPr>
            <p:cNvPr id="211" name="iśļîḋè">
              <a:extLst>
                <a:ext uri="{FF2B5EF4-FFF2-40B4-BE49-F238E27FC236}">
                  <a16:creationId xmlns:a16="http://schemas.microsoft.com/office/drawing/2014/main" id="{F11B21CE-847C-4907-A8CF-8B817A29BB84}"/>
                </a:ext>
              </a:extLst>
            </p:cNvPr>
            <p:cNvSpPr/>
            <p:nvPr/>
          </p:nvSpPr>
          <p:spPr bwMode="auto">
            <a:xfrm>
              <a:off x="2930546" y="5263762"/>
              <a:ext cx="7747" cy="12050"/>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2" name="iṣliḓê">
              <a:extLst>
                <a:ext uri="{FF2B5EF4-FFF2-40B4-BE49-F238E27FC236}">
                  <a16:creationId xmlns:a16="http://schemas.microsoft.com/office/drawing/2014/main" id="{AF3C643B-5E16-4B8C-AB2E-1D3A62DE3E45}"/>
                </a:ext>
              </a:extLst>
            </p:cNvPr>
            <p:cNvSpPr/>
            <p:nvPr/>
          </p:nvSpPr>
          <p:spPr bwMode="auto">
            <a:xfrm>
              <a:off x="2810905" y="4960785"/>
              <a:ext cx="281458" cy="381304"/>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3" name="íṡľiḍê">
              <a:extLst>
                <a:ext uri="{FF2B5EF4-FFF2-40B4-BE49-F238E27FC236}">
                  <a16:creationId xmlns:a16="http://schemas.microsoft.com/office/drawing/2014/main" id="{47D8F97E-1731-476E-91E9-D401290AE40A}"/>
                </a:ext>
              </a:extLst>
            </p:cNvPr>
            <p:cNvSpPr/>
            <p:nvPr/>
          </p:nvSpPr>
          <p:spPr bwMode="auto">
            <a:xfrm>
              <a:off x="2642202" y="4862662"/>
              <a:ext cx="618863" cy="569804"/>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4" name="íšlîde">
              <a:extLst>
                <a:ext uri="{FF2B5EF4-FFF2-40B4-BE49-F238E27FC236}">
                  <a16:creationId xmlns:a16="http://schemas.microsoft.com/office/drawing/2014/main" id="{5E5F6B9D-D907-461B-937F-0E8B466CAF1E}"/>
                </a:ext>
              </a:extLst>
            </p:cNvPr>
            <p:cNvSpPr/>
            <p:nvPr/>
          </p:nvSpPr>
          <p:spPr bwMode="auto">
            <a:xfrm>
              <a:off x="2515675" y="5037390"/>
              <a:ext cx="56808" cy="43898"/>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5" name="îṡḷíḋé">
              <a:extLst>
                <a:ext uri="{FF2B5EF4-FFF2-40B4-BE49-F238E27FC236}">
                  <a16:creationId xmlns:a16="http://schemas.microsoft.com/office/drawing/2014/main" id="{5B4DE88A-F15B-46C7-A226-5AF5437D1A20}"/>
                </a:ext>
              </a:extLst>
            </p:cNvPr>
            <p:cNvSpPr/>
            <p:nvPr/>
          </p:nvSpPr>
          <p:spPr bwMode="auto">
            <a:xfrm>
              <a:off x="2511372" y="5078705"/>
              <a:ext cx="50783" cy="43037"/>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6" name="îsḻiḓe">
              <a:extLst>
                <a:ext uri="{FF2B5EF4-FFF2-40B4-BE49-F238E27FC236}">
                  <a16:creationId xmlns:a16="http://schemas.microsoft.com/office/drawing/2014/main" id="{899C8C8B-6FB4-454C-A8A9-226FFFCF30F8}"/>
                </a:ext>
              </a:extLst>
            </p:cNvPr>
            <p:cNvSpPr/>
            <p:nvPr/>
          </p:nvSpPr>
          <p:spPr bwMode="auto">
            <a:xfrm>
              <a:off x="2511372" y="5127767"/>
              <a:ext cx="49062" cy="35290"/>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7" name="î$ļïdè">
              <a:extLst>
                <a:ext uri="{FF2B5EF4-FFF2-40B4-BE49-F238E27FC236}">
                  <a16:creationId xmlns:a16="http://schemas.microsoft.com/office/drawing/2014/main" id="{CE458AB8-D5F9-4DAF-941F-87DC218DBF8C}"/>
                </a:ext>
              </a:extLst>
            </p:cNvPr>
            <p:cNvSpPr/>
            <p:nvPr/>
          </p:nvSpPr>
          <p:spPr bwMode="auto">
            <a:xfrm>
              <a:off x="2511372" y="5169082"/>
              <a:ext cx="53365" cy="27543"/>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8" name="îṧḷíḓê">
              <a:extLst>
                <a:ext uri="{FF2B5EF4-FFF2-40B4-BE49-F238E27FC236}">
                  <a16:creationId xmlns:a16="http://schemas.microsoft.com/office/drawing/2014/main" id="{9E7E0340-B53C-4254-B21D-1BA4327E7302}"/>
                </a:ext>
              </a:extLst>
            </p:cNvPr>
            <p:cNvSpPr/>
            <p:nvPr/>
          </p:nvSpPr>
          <p:spPr bwMode="auto">
            <a:xfrm>
              <a:off x="2515675" y="5200929"/>
              <a:ext cx="50783" cy="17215"/>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19" name="íṩ1iḑê">
              <a:extLst>
                <a:ext uri="{FF2B5EF4-FFF2-40B4-BE49-F238E27FC236}">
                  <a16:creationId xmlns:a16="http://schemas.microsoft.com/office/drawing/2014/main" id="{15EE960A-F1C9-4A0B-A9D3-1090F5389C48}"/>
                </a:ext>
              </a:extLst>
            </p:cNvPr>
            <p:cNvSpPr/>
            <p:nvPr/>
          </p:nvSpPr>
          <p:spPr bwMode="auto">
            <a:xfrm>
              <a:off x="2519118" y="5216422"/>
              <a:ext cx="56808" cy="45619"/>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0" name="îṥlîdê">
              <a:extLst>
                <a:ext uri="{FF2B5EF4-FFF2-40B4-BE49-F238E27FC236}">
                  <a16:creationId xmlns:a16="http://schemas.microsoft.com/office/drawing/2014/main" id="{47C7E971-266F-4E3E-84F7-D81A8FC43C15}"/>
                </a:ext>
              </a:extLst>
            </p:cNvPr>
            <p:cNvSpPr/>
            <p:nvPr/>
          </p:nvSpPr>
          <p:spPr bwMode="auto">
            <a:xfrm>
              <a:off x="2534611" y="5259458"/>
              <a:ext cx="51644" cy="47340"/>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1" name="îṧľîḑé">
              <a:extLst>
                <a:ext uri="{FF2B5EF4-FFF2-40B4-BE49-F238E27FC236}">
                  <a16:creationId xmlns:a16="http://schemas.microsoft.com/office/drawing/2014/main" id="{96CD3059-0326-40D8-9654-FE6427B36F1F}"/>
                </a:ext>
              </a:extLst>
            </p:cNvPr>
            <p:cNvSpPr/>
            <p:nvPr/>
          </p:nvSpPr>
          <p:spPr bwMode="auto">
            <a:xfrm>
              <a:off x="2560433" y="5311102"/>
              <a:ext cx="55087" cy="49062"/>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2" name="ï$ļíḑe">
              <a:extLst>
                <a:ext uri="{FF2B5EF4-FFF2-40B4-BE49-F238E27FC236}">
                  <a16:creationId xmlns:a16="http://schemas.microsoft.com/office/drawing/2014/main" id="{BD622AD2-A466-4262-9A23-1F09318E43D3}"/>
                </a:ext>
              </a:extLst>
            </p:cNvPr>
            <p:cNvSpPr/>
            <p:nvPr/>
          </p:nvSpPr>
          <p:spPr bwMode="auto">
            <a:xfrm>
              <a:off x="2577648" y="5348114"/>
              <a:ext cx="61112" cy="55087"/>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3" name="iṩḷïde">
              <a:extLst>
                <a:ext uri="{FF2B5EF4-FFF2-40B4-BE49-F238E27FC236}">
                  <a16:creationId xmlns:a16="http://schemas.microsoft.com/office/drawing/2014/main" id="{FDEE840E-B611-4A23-A7F3-9728FAEB2CAA}"/>
                </a:ext>
              </a:extLst>
            </p:cNvPr>
            <p:cNvSpPr/>
            <p:nvPr/>
          </p:nvSpPr>
          <p:spPr bwMode="auto">
            <a:xfrm>
              <a:off x="2603469" y="5381682"/>
              <a:ext cx="44758" cy="37012"/>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4" name="í$ḷïďê">
              <a:extLst>
                <a:ext uri="{FF2B5EF4-FFF2-40B4-BE49-F238E27FC236}">
                  <a16:creationId xmlns:a16="http://schemas.microsoft.com/office/drawing/2014/main" id="{4A79EC60-3D66-48EC-971E-E07A28AB9A79}"/>
                </a:ext>
              </a:extLst>
            </p:cNvPr>
            <p:cNvSpPr/>
            <p:nvPr/>
          </p:nvSpPr>
          <p:spPr bwMode="auto">
            <a:xfrm>
              <a:off x="2623266" y="5389429"/>
              <a:ext cx="52505" cy="5336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5" name="îśľïḑe">
              <a:extLst>
                <a:ext uri="{FF2B5EF4-FFF2-40B4-BE49-F238E27FC236}">
                  <a16:creationId xmlns:a16="http://schemas.microsoft.com/office/drawing/2014/main" id="{1758BC11-5F0A-45F4-8247-7E39315629E2}"/>
                </a:ext>
              </a:extLst>
            </p:cNvPr>
            <p:cNvSpPr/>
            <p:nvPr/>
          </p:nvSpPr>
          <p:spPr bwMode="auto">
            <a:xfrm>
              <a:off x="2644784" y="5420415"/>
              <a:ext cx="56808" cy="59391"/>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6" name="ïSlîḍè">
              <a:extLst>
                <a:ext uri="{FF2B5EF4-FFF2-40B4-BE49-F238E27FC236}">
                  <a16:creationId xmlns:a16="http://schemas.microsoft.com/office/drawing/2014/main" id="{475340BB-9769-40BC-9526-3519A196F12A}"/>
                </a:ext>
              </a:extLst>
            </p:cNvPr>
            <p:cNvSpPr/>
            <p:nvPr/>
          </p:nvSpPr>
          <p:spPr bwMode="auto">
            <a:xfrm>
              <a:off x="2675771" y="5446237"/>
              <a:ext cx="52505" cy="62834"/>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7" name="işliḍé">
              <a:extLst>
                <a:ext uri="{FF2B5EF4-FFF2-40B4-BE49-F238E27FC236}">
                  <a16:creationId xmlns:a16="http://schemas.microsoft.com/office/drawing/2014/main" id="{9347CAFB-AD01-4596-959D-052B505C8C43}"/>
                </a:ext>
              </a:extLst>
            </p:cNvPr>
            <p:cNvSpPr/>
            <p:nvPr/>
          </p:nvSpPr>
          <p:spPr bwMode="auto">
            <a:xfrm>
              <a:off x="2717085" y="5473781"/>
              <a:ext cx="43036" cy="5078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8" name="ísḻïde">
              <a:extLst>
                <a:ext uri="{FF2B5EF4-FFF2-40B4-BE49-F238E27FC236}">
                  <a16:creationId xmlns:a16="http://schemas.microsoft.com/office/drawing/2014/main" id="{599F2EFB-690F-49BF-A513-C2863D2724AF}"/>
                </a:ext>
              </a:extLst>
            </p:cNvPr>
            <p:cNvSpPr/>
            <p:nvPr/>
          </p:nvSpPr>
          <p:spPr bwMode="auto">
            <a:xfrm>
              <a:off x="2748072" y="5489274"/>
              <a:ext cx="31847" cy="49062"/>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29" name="iŝļiḋê">
              <a:extLst>
                <a:ext uri="{FF2B5EF4-FFF2-40B4-BE49-F238E27FC236}">
                  <a16:creationId xmlns:a16="http://schemas.microsoft.com/office/drawing/2014/main" id="{291033AF-8554-45D4-BFBF-C4AAAF61123C}"/>
                </a:ext>
              </a:extLst>
            </p:cNvPr>
            <p:cNvSpPr/>
            <p:nvPr/>
          </p:nvSpPr>
          <p:spPr bwMode="auto">
            <a:xfrm>
              <a:off x="2773893" y="5495299"/>
              <a:ext cx="38733" cy="55087"/>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0" name="iṧḷîdè">
              <a:extLst>
                <a:ext uri="{FF2B5EF4-FFF2-40B4-BE49-F238E27FC236}">
                  <a16:creationId xmlns:a16="http://schemas.microsoft.com/office/drawing/2014/main" id="{F0AE14DA-3012-425B-B18E-1AECE327D8B5}"/>
                </a:ext>
              </a:extLst>
            </p:cNvPr>
            <p:cNvSpPr/>
            <p:nvPr/>
          </p:nvSpPr>
          <p:spPr bwMode="auto">
            <a:xfrm>
              <a:off x="2812626" y="5509071"/>
              <a:ext cx="37012" cy="55087"/>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1" name="isļíḍè">
              <a:extLst>
                <a:ext uri="{FF2B5EF4-FFF2-40B4-BE49-F238E27FC236}">
                  <a16:creationId xmlns:a16="http://schemas.microsoft.com/office/drawing/2014/main" id="{52E4C37F-AEBD-4DE0-8FE1-877BBD0B968E}"/>
                </a:ext>
              </a:extLst>
            </p:cNvPr>
            <p:cNvSpPr/>
            <p:nvPr/>
          </p:nvSpPr>
          <p:spPr bwMode="auto">
            <a:xfrm>
              <a:off x="2859966" y="5527146"/>
              <a:ext cx="43036" cy="52505"/>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2" name="ïṡ1íḓe">
              <a:extLst>
                <a:ext uri="{FF2B5EF4-FFF2-40B4-BE49-F238E27FC236}">
                  <a16:creationId xmlns:a16="http://schemas.microsoft.com/office/drawing/2014/main" id="{437334BC-F6EE-4D18-BD9C-54BC2DCA5CF9}"/>
                </a:ext>
              </a:extLst>
            </p:cNvPr>
            <p:cNvSpPr/>
            <p:nvPr/>
          </p:nvSpPr>
          <p:spPr bwMode="auto">
            <a:xfrm>
              <a:off x="2906445" y="5530589"/>
              <a:ext cx="33569" cy="51644"/>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3" name="isḷiḑê">
              <a:extLst>
                <a:ext uri="{FF2B5EF4-FFF2-40B4-BE49-F238E27FC236}">
                  <a16:creationId xmlns:a16="http://schemas.microsoft.com/office/drawing/2014/main" id="{91652441-D11E-439C-BC8E-9E2B7838C664}"/>
                </a:ext>
              </a:extLst>
            </p:cNvPr>
            <p:cNvSpPr/>
            <p:nvPr/>
          </p:nvSpPr>
          <p:spPr bwMode="auto">
            <a:xfrm>
              <a:off x="2959811" y="5530589"/>
              <a:ext cx="35290" cy="5336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4" name="ïṥlíḓê">
              <a:extLst>
                <a:ext uri="{FF2B5EF4-FFF2-40B4-BE49-F238E27FC236}">
                  <a16:creationId xmlns:a16="http://schemas.microsoft.com/office/drawing/2014/main" id="{0EEEF19D-CF09-4D05-81AB-92B674211318}"/>
                </a:ext>
              </a:extLst>
            </p:cNvPr>
            <p:cNvSpPr/>
            <p:nvPr/>
          </p:nvSpPr>
          <p:spPr bwMode="auto">
            <a:xfrm>
              <a:off x="2998544" y="5527146"/>
              <a:ext cx="39593" cy="52505"/>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5" name="îṧḷíḍé">
              <a:extLst>
                <a:ext uri="{FF2B5EF4-FFF2-40B4-BE49-F238E27FC236}">
                  <a16:creationId xmlns:a16="http://schemas.microsoft.com/office/drawing/2014/main" id="{5BF20F4D-8B0D-49C2-A8B5-7145541B678C}"/>
                </a:ext>
              </a:extLst>
            </p:cNvPr>
            <p:cNvSpPr/>
            <p:nvPr/>
          </p:nvSpPr>
          <p:spPr bwMode="auto">
            <a:xfrm>
              <a:off x="3038137" y="5522842"/>
              <a:ext cx="18936" cy="49062"/>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6" name="îṩḻïďè">
              <a:extLst>
                <a:ext uri="{FF2B5EF4-FFF2-40B4-BE49-F238E27FC236}">
                  <a16:creationId xmlns:a16="http://schemas.microsoft.com/office/drawing/2014/main" id="{08541798-075A-4190-AEDB-DC51144F8917}"/>
                </a:ext>
              </a:extLst>
            </p:cNvPr>
            <p:cNvSpPr/>
            <p:nvPr/>
          </p:nvSpPr>
          <p:spPr bwMode="auto">
            <a:xfrm>
              <a:off x="3053630" y="5510792"/>
              <a:ext cx="44758" cy="57669"/>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7" name="ïşļídé">
              <a:extLst>
                <a:ext uri="{FF2B5EF4-FFF2-40B4-BE49-F238E27FC236}">
                  <a16:creationId xmlns:a16="http://schemas.microsoft.com/office/drawing/2014/main" id="{DA68587A-45E0-4D41-883F-8A87CA315AD1}"/>
                </a:ext>
              </a:extLst>
            </p:cNvPr>
            <p:cNvSpPr/>
            <p:nvPr/>
          </p:nvSpPr>
          <p:spPr bwMode="auto">
            <a:xfrm>
              <a:off x="3088920" y="5495299"/>
              <a:ext cx="50783" cy="59391"/>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8" name="iṧḻíďe">
              <a:extLst>
                <a:ext uri="{FF2B5EF4-FFF2-40B4-BE49-F238E27FC236}">
                  <a16:creationId xmlns:a16="http://schemas.microsoft.com/office/drawing/2014/main" id="{41186B4F-E4FF-46DA-9F5C-93BD942B6DB8}"/>
                </a:ext>
              </a:extLst>
            </p:cNvPr>
            <p:cNvSpPr/>
            <p:nvPr/>
          </p:nvSpPr>
          <p:spPr bwMode="auto">
            <a:xfrm>
              <a:off x="3131956" y="5479806"/>
              <a:ext cx="44758" cy="5078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39" name="ïSlïḓé">
              <a:extLst>
                <a:ext uri="{FF2B5EF4-FFF2-40B4-BE49-F238E27FC236}">
                  <a16:creationId xmlns:a16="http://schemas.microsoft.com/office/drawing/2014/main" id="{2D751EA9-5FCB-40E6-A4A9-8AF32B8E3195}"/>
                </a:ext>
              </a:extLst>
            </p:cNvPr>
            <p:cNvSpPr/>
            <p:nvPr/>
          </p:nvSpPr>
          <p:spPr bwMode="auto">
            <a:xfrm>
              <a:off x="3161221" y="5453984"/>
              <a:ext cx="56808" cy="59391"/>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0" name="išľîḑé">
              <a:extLst>
                <a:ext uri="{FF2B5EF4-FFF2-40B4-BE49-F238E27FC236}">
                  <a16:creationId xmlns:a16="http://schemas.microsoft.com/office/drawing/2014/main" id="{47FEB501-5E8A-441D-9FF1-F9271ABFFCF8}"/>
                </a:ext>
              </a:extLst>
            </p:cNvPr>
            <p:cNvSpPr/>
            <p:nvPr/>
          </p:nvSpPr>
          <p:spPr bwMode="auto">
            <a:xfrm>
              <a:off x="3212004" y="5426440"/>
              <a:ext cx="50783" cy="47340"/>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1" name="îṥḻîďè">
              <a:extLst>
                <a:ext uri="{FF2B5EF4-FFF2-40B4-BE49-F238E27FC236}">
                  <a16:creationId xmlns:a16="http://schemas.microsoft.com/office/drawing/2014/main" id="{9717DF38-34AF-42A1-A5B0-673D0CAE9417}"/>
                </a:ext>
              </a:extLst>
            </p:cNvPr>
            <p:cNvSpPr/>
            <p:nvPr/>
          </p:nvSpPr>
          <p:spPr bwMode="auto">
            <a:xfrm>
              <a:off x="3242990" y="5377379"/>
              <a:ext cx="52505" cy="47340"/>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2" name="i$líḋé">
              <a:extLst>
                <a:ext uri="{FF2B5EF4-FFF2-40B4-BE49-F238E27FC236}">
                  <a16:creationId xmlns:a16="http://schemas.microsoft.com/office/drawing/2014/main" id="{183ACBEC-DD9D-4A94-99E7-C761B4FB238C}"/>
                </a:ext>
              </a:extLst>
            </p:cNvPr>
            <p:cNvSpPr/>
            <p:nvPr/>
          </p:nvSpPr>
          <p:spPr bwMode="auto">
            <a:xfrm>
              <a:off x="3266230" y="5348114"/>
              <a:ext cx="59390" cy="55087"/>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3" name="iṡľîḋê">
              <a:extLst>
                <a:ext uri="{FF2B5EF4-FFF2-40B4-BE49-F238E27FC236}">
                  <a16:creationId xmlns:a16="http://schemas.microsoft.com/office/drawing/2014/main" id="{01B97DDC-7CE0-4BA9-9985-9CC40690A4E8}"/>
                </a:ext>
              </a:extLst>
            </p:cNvPr>
            <p:cNvSpPr/>
            <p:nvPr/>
          </p:nvSpPr>
          <p:spPr bwMode="auto">
            <a:xfrm>
              <a:off x="3292051" y="5316267"/>
              <a:ext cx="50783" cy="45619"/>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4" name="ïśḷîḍè">
              <a:extLst>
                <a:ext uri="{FF2B5EF4-FFF2-40B4-BE49-F238E27FC236}">
                  <a16:creationId xmlns:a16="http://schemas.microsoft.com/office/drawing/2014/main" id="{37E1C12C-1703-422B-983E-F2262AE36E47}"/>
                </a:ext>
              </a:extLst>
            </p:cNvPr>
            <p:cNvSpPr/>
            <p:nvPr/>
          </p:nvSpPr>
          <p:spPr bwMode="auto">
            <a:xfrm>
              <a:off x="3307545" y="5275813"/>
              <a:ext cx="58529" cy="5078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5" name="íṣļíḓe">
              <a:extLst>
                <a:ext uri="{FF2B5EF4-FFF2-40B4-BE49-F238E27FC236}">
                  <a16:creationId xmlns:a16="http://schemas.microsoft.com/office/drawing/2014/main" id="{0108A762-BBFF-4B95-A621-D9254705E0EE}"/>
                </a:ext>
              </a:extLst>
            </p:cNvPr>
            <p:cNvSpPr/>
            <p:nvPr/>
          </p:nvSpPr>
          <p:spPr bwMode="auto">
            <a:xfrm>
              <a:off x="3321316" y="5236219"/>
              <a:ext cx="58529" cy="47340"/>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6" name="ïslïḓé">
              <a:extLst>
                <a:ext uri="{FF2B5EF4-FFF2-40B4-BE49-F238E27FC236}">
                  <a16:creationId xmlns:a16="http://schemas.microsoft.com/office/drawing/2014/main" id="{F7ED2CB0-581F-4498-BD58-55B14B721E7D}"/>
                </a:ext>
              </a:extLst>
            </p:cNvPr>
            <p:cNvSpPr/>
            <p:nvPr/>
          </p:nvSpPr>
          <p:spPr bwMode="auto">
            <a:xfrm>
              <a:off x="3335088" y="5193182"/>
              <a:ext cx="52505" cy="43037"/>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7" name="ïṣḻîḋé">
              <a:extLst>
                <a:ext uri="{FF2B5EF4-FFF2-40B4-BE49-F238E27FC236}">
                  <a16:creationId xmlns:a16="http://schemas.microsoft.com/office/drawing/2014/main" id="{32352052-9AC7-4526-90C8-FA5B01C4D182}"/>
                </a:ext>
              </a:extLst>
            </p:cNvPr>
            <p:cNvSpPr/>
            <p:nvPr/>
          </p:nvSpPr>
          <p:spPr bwMode="auto">
            <a:xfrm>
              <a:off x="3341113" y="5159614"/>
              <a:ext cx="50783" cy="2926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8" name="ïṥḷîḓè">
              <a:extLst>
                <a:ext uri="{FF2B5EF4-FFF2-40B4-BE49-F238E27FC236}">
                  <a16:creationId xmlns:a16="http://schemas.microsoft.com/office/drawing/2014/main" id="{A384FE99-CC2E-4CE6-B79A-1FE08C6FAA32}"/>
                </a:ext>
              </a:extLst>
            </p:cNvPr>
            <p:cNvSpPr/>
            <p:nvPr/>
          </p:nvSpPr>
          <p:spPr bwMode="auto">
            <a:xfrm>
              <a:off x="3341113" y="5110552"/>
              <a:ext cx="52505" cy="41315"/>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49" name="iṥḷíďè">
              <a:extLst>
                <a:ext uri="{FF2B5EF4-FFF2-40B4-BE49-F238E27FC236}">
                  <a16:creationId xmlns:a16="http://schemas.microsoft.com/office/drawing/2014/main" id="{5ECDB1DD-204B-45CE-8C4D-3373DD8560D7}"/>
                </a:ext>
              </a:extLst>
            </p:cNvPr>
            <p:cNvSpPr/>
            <p:nvPr/>
          </p:nvSpPr>
          <p:spPr bwMode="auto">
            <a:xfrm>
              <a:off x="3336809" y="5063212"/>
              <a:ext cx="53365" cy="43037"/>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0" name="ïş1ídè">
              <a:extLst>
                <a:ext uri="{FF2B5EF4-FFF2-40B4-BE49-F238E27FC236}">
                  <a16:creationId xmlns:a16="http://schemas.microsoft.com/office/drawing/2014/main" id="{FD87422A-5D8B-4442-A533-43902A161C07}"/>
                </a:ext>
              </a:extLst>
            </p:cNvPr>
            <p:cNvSpPr/>
            <p:nvPr/>
          </p:nvSpPr>
          <p:spPr bwMode="auto">
            <a:xfrm>
              <a:off x="3327342" y="5029643"/>
              <a:ext cx="54226" cy="37872"/>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1" name="îŝļiḑe">
              <a:extLst>
                <a:ext uri="{FF2B5EF4-FFF2-40B4-BE49-F238E27FC236}">
                  <a16:creationId xmlns:a16="http://schemas.microsoft.com/office/drawing/2014/main" id="{909863BD-E983-49E1-9D9C-1CD9603853CC}"/>
                </a:ext>
              </a:extLst>
            </p:cNvPr>
            <p:cNvSpPr/>
            <p:nvPr/>
          </p:nvSpPr>
          <p:spPr bwMode="auto">
            <a:xfrm>
              <a:off x="2952064" y="5095059"/>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2" name="í$ļïḓé">
              <a:extLst>
                <a:ext uri="{FF2B5EF4-FFF2-40B4-BE49-F238E27FC236}">
                  <a16:creationId xmlns:a16="http://schemas.microsoft.com/office/drawing/2014/main" id="{6B861D1E-6872-43E9-87D9-37398CA194E0}"/>
                </a:ext>
              </a:extLst>
            </p:cNvPr>
            <p:cNvSpPr/>
            <p:nvPr/>
          </p:nvSpPr>
          <p:spPr bwMode="auto">
            <a:xfrm>
              <a:off x="2952064" y="5095059"/>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3" name="i$1iďê">
              <a:extLst>
                <a:ext uri="{FF2B5EF4-FFF2-40B4-BE49-F238E27FC236}">
                  <a16:creationId xmlns:a16="http://schemas.microsoft.com/office/drawing/2014/main" id="{9816A186-8686-4943-8A1C-EC77ACC6C2E5}"/>
                </a:ext>
              </a:extLst>
            </p:cNvPr>
            <p:cNvSpPr/>
            <p:nvPr/>
          </p:nvSpPr>
          <p:spPr bwMode="auto">
            <a:xfrm>
              <a:off x="2844473" y="5228472"/>
              <a:ext cx="23240" cy="7747"/>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254" name="îšḷiḍe">
              <a:extLst>
                <a:ext uri="{FF2B5EF4-FFF2-40B4-BE49-F238E27FC236}">
                  <a16:creationId xmlns:a16="http://schemas.microsoft.com/office/drawing/2014/main" id="{EF8BEDB1-1624-4729-A69F-3F09DE63489C}"/>
                </a:ext>
              </a:extLst>
            </p:cNvPr>
            <p:cNvSpPr/>
            <p:nvPr/>
          </p:nvSpPr>
          <p:spPr bwMode="auto">
            <a:xfrm>
              <a:off x="3035555" y="5228472"/>
              <a:ext cx="24100" cy="7747"/>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255" name="íṥlïdê">
              <a:extLst>
                <a:ext uri="{FF2B5EF4-FFF2-40B4-BE49-F238E27FC236}">
                  <a16:creationId xmlns:a16="http://schemas.microsoft.com/office/drawing/2014/main" id="{EE56CCF3-8EBB-462A-8C6C-6EC49CDFD7AD}"/>
                </a:ext>
              </a:extLst>
            </p:cNvPr>
            <p:cNvSpPr/>
            <p:nvPr/>
          </p:nvSpPr>
          <p:spPr bwMode="auto">
            <a:xfrm>
              <a:off x="2900421" y="5228472"/>
              <a:ext cx="24100" cy="7747"/>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256" name="íśľîďé">
              <a:extLst>
                <a:ext uri="{FF2B5EF4-FFF2-40B4-BE49-F238E27FC236}">
                  <a16:creationId xmlns:a16="http://schemas.microsoft.com/office/drawing/2014/main" id="{3F19DFF0-6822-476A-9697-ECE3E74469E1}"/>
                </a:ext>
              </a:extLst>
            </p:cNvPr>
            <p:cNvSpPr/>
            <p:nvPr/>
          </p:nvSpPr>
          <p:spPr bwMode="auto">
            <a:xfrm>
              <a:off x="2981329" y="5228472"/>
              <a:ext cx="23240" cy="7747"/>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257" name="iŝḻîdé">
              <a:extLst>
                <a:ext uri="{FF2B5EF4-FFF2-40B4-BE49-F238E27FC236}">
                  <a16:creationId xmlns:a16="http://schemas.microsoft.com/office/drawing/2014/main" id="{A916A2E3-F451-46A2-95D3-D49CE67C32C0}"/>
                </a:ext>
              </a:extLst>
            </p:cNvPr>
            <p:cNvSpPr/>
            <p:nvPr/>
          </p:nvSpPr>
          <p:spPr bwMode="auto">
            <a:xfrm>
              <a:off x="2844473" y="5169082"/>
              <a:ext cx="215182" cy="59391"/>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8" name="ïsḷiḍé">
              <a:extLst>
                <a:ext uri="{FF2B5EF4-FFF2-40B4-BE49-F238E27FC236}">
                  <a16:creationId xmlns:a16="http://schemas.microsoft.com/office/drawing/2014/main" id="{9016D0EE-A120-482E-AF1E-ACC4509C02F8}"/>
                </a:ext>
              </a:extLst>
            </p:cNvPr>
            <p:cNvSpPr/>
            <p:nvPr/>
          </p:nvSpPr>
          <p:spPr bwMode="auto">
            <a:xfrm>
              <a:off x="2916774" y="5147563"/>
              <a:ext cx="1721"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59" name="íṧ1iďè">
              <a:extLst>
                <a:ext uri="{FF2B5EF4-FFF2-40B4-BE49-F238E27FC236}">
                  <a16:creationId xmlns:a16="http://schemas.microsoft.com/office/drawing/2014/main" id="{A4165252-DE42-4DF5-8813-9A83A5D4F666}"/>
                </a:ext>
              </a:extLst>
            </p:cNvPr>
            <p:cNvSpPr/>
            <p:nvPr/>
          </p:nvSpPr>
          <p:spPr bwMode="auto">
            <a:xfrm>
              <a:off x="2916774" y="5147563"/>
              <a:ext cx="0" cy="1721"/>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0" name="îṩľíḓe">
              <a:extLst>
                <a:ext uri="{FF2B5EF4-FFF2-40B4-BE49-F238E27FC236}">
                  <a16:creationId xmlns:a16="http://schemas.microsoft.com/office/drawing/2014/main" id="{12957AB9-564D-4532-8F8F-9C7C44B7AEDF}"/>
                </a:ext>
              </a:extLst>
            </p:cNvPr>
            <p:cNvSpPr/>
            <p:nvPr/>
          </p:nvSpPr>
          <p:spPr bwMode="auto">
            <a:xfrm>
              <a:off x="2916774" y="5145842"/>
              <a:ext cx="1721"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1" name="ïṡ1ïḑé">
              <a:extLst>
                <a:ext uri="{FF2B5EF4-FFF2-40B4-BE49-F238E27FC236}">
                  <a16:creationId xmlns:a16="http://schemas.microsoft.com/office/drawing/2014/main" id="{FD4601A5-4AFA-4789-94BD-AC66A90E22C2}"/>
                </a:ext>
              </a:extLst>
            </p:cNvPr>
            <p:cNvSpPr/>
            <p:nvPr/>
          </p:nvSpPr>
          <p:spPr bwMode="auto">
            <a:xfrm>
              <a:off x="2918496" y="5149285"/>
              <a:ext cx="1721"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2" name="iṡlíďe">
              <a:extLst>
                <a:ext uri="{FF2B5EF4-FFF2-40B4-BE49-F238E27FC236}">
                  <a16:creationId xmlns:a16="http://schemas.microsoft.com/office/drawing/2014/main" id="{3A57C52A-668F-497D-ADAF-3F2A80F4D6A7}"/>
                </a:ext>
              </a:extLst>
            </p:cNvPr>
            <p:cNvSpPr/>
            <p:nvPr/>
          </p:nvSpPr>
          <p:spPr bwMode="auto">
            <a:xfrm>
              <a:off x="2920217" y="5149285"/>
              <a:ext cx="1721" cy="2582"/>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3" name="ïšḷiḍè">
              <a:extLst>
                <a:ext uri="{FF2B5EF4-FFF2-40B4-BE49-F238E27FC236}">
                  <a16:creationId xmlns:a16="http://schemas.microsoft.com/office/drawing/2014/main" id="{AD0D0BAC-2ED4-4C3A-A120-795E65954679}"/>
                </a:ext>
              </a:extLst>
            </p:cNvPr>
            <p:cNvSpPr/>
            <p:nvPr/>
          </p:nvSpPr>
          <p:spPr bwMode="auto">
            <a:xfrm>
              <a:off x="2918496" y="5151867"/>
              <a:ext cx="0" cy="1721"/>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4" name="í$1îḓè">
              <a:extLst>
                <a:ext uri="{FF2B5EF4-FFF2-40B4-BE49-F238E27FC236}">
                  <a16:creationId xmlns:a16="http://schemas.microsoft.com/office/drawing/2014/main" id="{F07E7BE1-80EE-4ED8-AC50-7B70056E5392}"/>
                </a:ext>
              </a:extLst>
            </p:cNvPr>
            <p:cNvSpPr/>
            <p:nvPr/>
          </p:nvSpPr>
          <p:spPr bwMode="auto">
            <a:xfrm>
              <a:off x="2892674" y="5149285"/>
              <a:ext cx="6025" cy="4304"/>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5" name="î$ľidé">
              <a:extLst>
                <a:ext uri="{FF2B5EF4-FFF2-40B4-BE49-F238E27FC236}">
                  <a16:creationId xmlns:a16="http://schemas.microsoft.com/office/drawing/2014/main" id="{3BD7C414-5071-4687-AB41-5FB6FD3E72E8}"/>
                </a:ext>
              </a:extLst>
            </p:cNvPr>
            <p:cNvSpPr/>
            <p:nvPr/>
          </p:nvSpPr>
          <p:spPr bwMode="auto">
            <a:xfrm>
              <a:off x="2920217" y="5151867"/>
              <a:ext cx="1721"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6" name="išḻïďê">
              <a:extLst>
                <a:ext uri="{FF2B5EF4-FFF2-40B4-BE49-F238E27FC236}">
                  <a16:creationId xmlns:a16="http://schemas.microsoft.com/office/drawing/2014/main" id="{873EF7E5-30CB-4003-8FD1-BD570F16448A}"/>
                </a:ext>
              </a:extLst>
            </p:cNvPr>
            <p:cNvSpPr/>
            <p:nvPr/>
          </p:nvSpPr>
          <p:spPr bwMode="auto">
            <a:xfrm>
              <a:off x="2873738" y="5145842"/>
              <a:ext cx="1721" cy="1721"/>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7" name="îSļíďê">
              <a:extLst>
                <a:ext uri="{FF2B5EF4-FFF2-40B4-BE49-F238E27FC236}">
                  <a16:creationId xmlns:a16="http://schemas.microsoft.com/office/drawing/2014/main" id="{11449135-D2CC-4BF0-A6B2-64C12D8C4A06}"/>
                </a:ext>
              </a:extLst>
            </p:cNvPr>
            <p:cNvSpPr/>
            <p:nvPr/>
          </p:nvSpPr>
          <p:spPr bwMode="auto">
            <a:xfrm>
              <a:off x="2871156" y="5145842"/>
              <a:ext cx="4304" cy="6025"/>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8" name="íṧḻiḋe">
              <a:extLst>
                <a:ext uri="{FF2B5EF4-FFF2-40B4-BE49-F238E27FC236}">
                  <a16:creationId xmlns:a16="http://schemas.microsoft.com/office/drawing/2014/main" id="{4E5F33E2-C352-49F4-A8D5-F2FB87276CDD}"/>
                </a:ext>
              </a:extLst>
            </p:cNvPr>
            <p:cNvSpPr/>
            <p:nvPr/>
          </p:nvSpPr>
          <p:spPr bwMode="auto">
            <a:xfrm>
              <a:off x="2873738" y="5147563"/>
              <a:ext cx="1721" cy="1721"/>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69" name="îṡ1iďé">
              <a:extLst>
                <a:ext uri="{FF2B5EF4-FFF2-40B4-BE49-F238E27FC236}">
                  <a16:creationId xmlns:a16="http://schemas.microsoft.com/office/drawing/2014/main" id="{CBF848A3-4C65-4FB3-9F51-6EE73D749AFC}"/>
                </a:ext>
              </a:extLst>
            </p:cNvPr>
            <p:cNvSpPr/>
            <p:nvPr/>
          </p:nvSpPr>
          <p:spPr bwMode="auto">
            <a:xfrm>
              <a:off x="2877181" y="5141539"/>
              <a:ext cx="4304" cy="7747"/>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0" name="ï$ḷïdè">
              <a:extLst>
                <a:ext uri="{FF2B5EF4-FFF2-40B4-BE49-F238E27FC236}">
                  <a16:creationId xmlns:a16="http://schemas.microsoft.com/office/drawing/2014/main" id="{85ECEC78-2CC2-4F72-BAEA-D540B81CDC53}"/>
                </a:ext>
              </a:extLst>
            </p:cNvPr>
            <p:cNvSpPr/>
            <p:nvPr/>
          </p:nvSpPr>
          <p:spPr bwMode="auto">
            <a:xfrm>
              <a:off x="2871156" y="5151867"/>
              <a:ext cx="4304" cy="1721"/>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1" name="işlîḋê">
              <a:extLst>
                <a:ext uri="{FF2B5EF4-FFF2-40B4-BE49-F238E27FC236}">
                  <a16:creationId xmlns:a16="http://schemas.microsoft.com/office/drawing/2014/main" id="{6EA59261-FFFA-4256-8A2D-F37601A0D429}"/>
                </a:ext>
              </a:extLst>
            </p:cNvPr>
            <p:cNvSpPr/>
            <p:nvPr/>
          </p:nvSpPr>
          <p:spPr bwMode="auto">
            <a:xfrm>
              <a:off x="2877181" y="5145842"/>
              <a:ext cx="1721" cy="1721"/>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2" name="işḻïḑè">
              <a:extLst>
                <a:ext uri="{FF2B5EF4-FFF2-40B4-BE49-F238E27FC236}">
                  <a16:creationId xmlns:a16="http://schemas.microsoft.com/office/drawing/2014/main" id="{E766CA85-A93C-461C-B3FE-4729683DB846}"/>
                </a:ext>
              </a:extLst>
            </p:cNvPr>
            <p:cNvSpPr/>
            <p:nvPr/>
          </p:nvSpPr>
          <p:spPr bwMode="auto">
            <a:xfrm>
              <a:off x="2875459" y="5151867"/>
              <a:ext cx="1721" cy="1721"/>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3" name="ïslidê">
              <a:extLst>
                <a:ext uri="{FF2B5EF4-FFF2-40B4-BE49-F238E27FC236}">
                  <a16:creationId xmlns:a16="http://schemas.microsoft.com/office/drawing/2014/main" id="{F3839FBF-3378-4A4F-9D45-FE8F832DFF77}"/>
                </a:ext>
              </a:extLst>
            </p:cNvPr>
            <p:cNvSpPr/>
            <p:nvPr/>
          </p:nvSpPr>
          <p:spPr bwMode="auto">
            <a:xfrm>
              <a:off x="2877181" y="5149285"/>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4" name="íṣḻíḑê">
              <a:extLst>
                <a:ext uri="{FF2B5EF4-FFF2-40B4-BE49-F238E27FC236}">
                  <a16:creationId xmlns:a16="http://schemas.microsoft.com/office/drawing/2014/main" id="{9AD70AEE-AA49-4355-8552-A3E78CB0E8A1}"/>
                </a:ext>
              </a:extLst>
            </p:cNvPr>
            <p:cNvSpPr/>
            <p:nvPr/>
          </p:nvSpPr>
          <p:spPr bwMode="auto">
            <a:xfrm>
              <a:off x="2918496" y="5149285"/>
              <a:ext cx="0" cy="2582"/>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5" name="ísḻídé">
              <a:extLst>
                <a:ext uri="{FF2B5EF4-FFF2-40B4-BE49-F238E27FC236}">
                  <a16:creationId xmlns:a16="http://schemas.microsoft.com/office/drawing/2014/main" id="{AF86A8D8-EE49-4B35-B34F-3DDCA432BA8A}"/>
                </a:ext>
              </a:extLst>
            </p:cNvPr>
            <p:cNvSpPr/>
            <p:nvPr/>
          </p:nvSpPr>
          <p:spPr bwMode="auto">
            <a:xfrm>
              <a:off x="3006290" y="5147563"/>
              <a:ext cx="1721"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6" name="iṧḻide">
              <a:extLst>
                <a:ext uri="{FF2B5EF4-FFF2-40B4-BE49-F238E27FC236}">
                  <a16:creationId xmlns:a16="http://schemas.microsoft.com/office/drawing/2014/main" id="{0BBD8E2B-21E4-497C-8526-8D37387D5C1B}"/>
                </a:ext>
              </a:extLst>
            </p:cNvPr>
            <p:cNvSpPr/>
            <p:nvPr/>
          </p:nvSpPr>
          <p:spPr bwMode="auto">
            <a:xfrm>
              <a:off x="3006290" y="5145842"/>
              <a:ext cx="4304" cy="1721"/>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7" name="îṧļïďe">
              <a:extLst>
                <a:ext uri="{FF2B5EF4-FFF2-40B4-BE49-F238E27FC236}">
                  <a16:creationId xmlns:a16="http://schemas.microsoft.com/office/drawing/2014/main" id="{87127B7C-5411-47EF-886B-ED2E1C13D130}"/>
                </a:ext>
              </a:extLst>
            </p:cNvPr>
            <p:cNvSpPr/>
            <p:nvPr/>
          </p:nvSpPr>
          <p:spPr bwMode="auto">
            <a:xfrm>
              <a:off x="3006290" y="5151867"/>
              <a:ext cx="1721"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8" name="iṣḷîḋê">
              <a:extLst>
                <a:ext uri="{FF2B5EF4-FFF2-40B4-BE49-F238E27FC236}">
                  <a16:creationId xmlns:a16="http://schemas.microsoft.com/office/drawing/2014/main" id="{432678E1-5F04-457C-94A2-1EC52E5D32B2}"/>
                </a:ext>
              </a:extLst>
            </p:cNvPr>
            <p:cNvSpPr/>
            <p:nvPr/>
          </p:nvSpPr>
          <p:spPr bwMode="auto">
            <a:xfrm>
              <a:off x="2921939" y="5149285"/>
              <a:ext cx="0" cy="2582"/>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79" name="íŝ1ïḍè">
              <a:extLst>
                <a:ext uri="{FF2B5EF4-FFF2-40B4-BE49-F238E27FC236}">
                  <a16:creationId xmlns:a16="http://schemas.microsoft.com/office/drawing/2014/main" id="{F79293B3-43A5-4A82-B39C-069ECEA780FB}"/>
                </a:ext>
              </a:extLst>
            </p:cNvPr>
            <p:cNvSpPr/>
            <p:nvPr/>
          </p:nvSpPr>
          <p:spPr bwMode="auto">
            <a:xfrm>
              <a:off x="3024365" y="5144120"/>
              <a:ext cx="1721" cy="1721"/>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0" name="íŝlîḋe">
              <a:extLst>
                <a:ext uri="{FF2B5EF4-FFF2-40B4-BE49-F238E27FC236}">
                  <a16:creationId xmlns:a16="http://schemas.microsoft.com/office/drawing/2014/main" id="{7522B061-B38E-483D-BA1E-E50BC7A45E7A}"/>
                </a:ext>
              </a:extLst>
            </p:cNvPr>
            <p:cNvSpPr/>
            <p:nvPr/>
          </p:nvSpPr>
          <p:spPr bwMode="auto">
            <a:xfrm>
              <a:off x="2841891" y="5127767"/>
              <a:ext cx="221207" cy="39594"/>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1" name="iŝḻiďê">
              <a:extLst>
                <a:ext uri="{FF2B5EF4-FFF2-40B4-BE49-F238E27FC236}">
                  <a16:creationId xmlns:a16="http://schemas.microsoft.com/office/drawing/2014/main" id="{DC450F4E-A39D-4BAC-B3E1-ED6667470E95}"/>
                </a:ext>
              </a:extLst>
            </p:cNvPr>
            <p:cNvSpPr/>
            <p:nvPr/>
          </p:nvSpPr>
          <p:spPr bwMode="auto">
            <a:xfrm>
              <a:off x="3026087" y="5145842"/>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2" name="îṥḻiḍè">
              <a:extLst>
                <a:ext uri="{FF2B5EF4-FFF2-40B4-BE49-F238E27FC236}">
                  <a16:creationId xmlns:a16="http://schemas.microsoft.com/office/drawing/2014/main" id="{420140BE-945C-44EA-89B6-ECFF9BCB148A}"/>
                </a:ext>
              </a:extLst>
            </p:cNvPr>
            <p:cNvSpPr/>
            <p:nvPr/>
          </p:nvSpPr>
          <p:spPr bwMode="auto">
            <a:xfrm>
              <a:off x="2981329" y="5147563"/>
              <a:ext cx="1721" cy="1721"/>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3" name="íṩḷîḋe">
              <a:extLst>
                <a:ext uri="{FF2B5EF4-FFF2-40B4-BE49-F238E27FC236}">
                  <a16:creationId xmlns:a16="http://schemas.microsoft.com/office/drawing/2014/main" id="{39C4D669-CA45-4AF9-AF96-6398678027CE}"/>
                </a:ext>
              </a:extLst>
            </p:cNvPr>
            <p:cNvSpPr/>
            <p:nvPr/>
          </p:nvSpPr>
          <p:spPr bwMode="auto">
            <a:xfrm>
              <a:off x="2938293" y="5144120"/>
              <a:ext cx="1721" cy="3443"/>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4" name="iṧḻiḋè">
              <a:extLst>
                <a:ext uri="{FF2B5EF4-FFF2-40B4-BE49-F238E27FC236}">
                  <a16:creationId xmlns:a16="http://schemas.microsoft.com/office/drawing/2014/main" id="{437C4DB1-72C5-4A35-B29C-693FA7A439EC}"/>
                </a:ext>
              </a:extLst>
            </p:cNvPr>
            <p:cNvSpPr/>
            <p:nvPr/>
          </p:nvSpPr>
          <p:spPr bwMode="auto">
            <a:xfrm>
              <a:off x="3250737" y="4903977"/>
              <a:ext cx="74884" cy="62834"/>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5" name="î$ľíḓè">
              <a:extLst>
                <a:ext uri="{FF2B5EF4-FFF2-40B4-BE49-F238E27FC236}">
                  <a16:creationId xmlns:a16="http://schemas.microsoft.com/office/drawing/2014/main" id="{76292C79-1840-4764-9D86-8DE7601A9243}"/>
                </a:ext>
              </a:extLst>
            </p:cNvPr>
            <p:cNvSpPr/>
            <p:nvPr/>
          </p:nvSpPr>
          <p:spPr bwMode="auto">
            <a:xfrm>
              <a:off x="3315291" y="4872990"/>
              <a:ext cx="62833" cy="49062"/>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6" name="ïsľíďe">
              <a:extLst>
                <a:ext uri="{FF2B5EF4-FFF2-40B4-BE49-F238E27FC236}">
                  <a16:creationId xmlns:a16="http://schemas.microsoft.com/office/drawing/2014/main" id="{3D62450D-C062-46B5-9719-C95708718C0C}"/>
                </a:ext>
              </a:extLst>
            </p:cNvPr>
            <p:cNvSpPr/>
            <p:nvPr/>
          </p:nvSpPr>
          <p:spPr bwMode="auto">
            <a:xfrm>
              <a:off x="3304102" y="4891926"/>
              <a:ext cx="52505" cy="57669"/>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7" name="íšḷïdé">
              <a:extLst>
                <a:ext uri="{FF2B5EF4-FFF2-40B4-BE49-F238E27FC236}">
                  <a16:creationId xmlns:a16="http://schemas.microsoft.com/office/drawing/2014/main" id="{4893287E-C056-432F-910F-ABF3BFC06EE6}"/>
                </a:ext>
              </a:extLst>
            </p:cNvPr>
            <p:cNvSpPr/>
            <p:nvPr/>
          </p:nvSpPr>
          <p:spPr bwMode="auto">
            <a:xfrm>
              <a:off x="3323038" y="493152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8" name="ïslîḍê">
              <a:extLst>
                <a:ext uri="{FF2B5EF4-FFF2-40B4-BE49-F238E27FC236}">
                  <a16:creationId xmlns:a16="http://schemas.microsoft.com/office/drawing/2014/main" id="{00A6313E-CEBE-4E60-A999-121424F5D30C}"/>
                </a:ext>
              </a:extLst>
            </p:cNvPr>
            <p:cNvSpPr/>
            <p:nvPr/>
          </p:nvSpPr>
          <p:spPr bwMode="auto">
            <a:xfrm>
              <a:off x="3323038" y="4931520"/>
              <a:ext cx="2582"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89" name="îŝľíḍè">
              <a:extLst>
                <a:ext uri="{FF2B5EF4-FFF2-40B4-BE49-F238E27FC236}">
                  <a16:creationId xmlns:a16="http://schemas.microsoft.com/office/drawing/2014/main" id="{1A0CC029-29EA-4C54-9AD8-7AF3FFB1392B}"/>
                </a:ext>
              </a:extLst>
            </p:cNvPr>
            <p:cNvSpPr/>
            <p:nvPr/>
          </p:nvSpPr>
          <p:spPr bwMode="auto">
            <a:xfrm>
              <a:off x="3273976" y="4880737"/>
              <a:ext cx="24100" cy="19797"/>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0" name="íşľîḑé">
              <a:extLst>
                <a:ext uri="{FF2B5EF4-FFF2-40B4-BE49-F238E27FC236}">
                  <a16:creationId xmlns:a16="http://schemas.microsoft.com/office/drawing/2014/main" id="{FF989D87-5D59-43FC-986C-AD5198C90095}"/>
                </a:ext>
              </a:extLst>
            </p:cNvPr>
            <p:cNvSpPr/>
            <p:nvPr/>
          </p:nvSpPr>
          <p:spPr bwMode="auto">
            <a:xfrm>
              <a:off x="2538915" y="4866965"/>
              <a:ext cx="119641" cy="107592"/>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1" name="íSḷîḍè">
              <a:extLst>
                <a:ext uri="{FF2B5EF4-FFF2-40B4-BE49-F238E27FC236}">
                  <a16:creationId xmlns:a16="http://schemas.microsoft.com/office/drawing/2014/main" id="{83148805-2ED3-49E7-962B-168B6D797BA9}"/>
                </a:ext>
              </a:extLst>
            </p:cNvPr>
            <p:cNvSpPr/>
            <p:nvPr/>
          </p:nvSpPr>
          <p:spPr bwMode="auto">
            <a:xfrm>
              <a:off x="2668024" y="4736995"/>
              <a:ext cx="86073" cy="11189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2" name="ïşļîḍè">
              <a:extLst>
                <a:ext uri="{FF2B5EF4-FFF2-40B4-BE49-F238E27FC236}">
                  <a16:creationId xmlns:a16="http://schemas.microsoft.com/office/drawing/2014/main" id="{7FE6E66A-23CD-4B31-ACFC-1CB37D4EAAE5}"/>
                </a:ext>
              </a:extLst>
            </p:cNvPr>
            <p:cNvSpPr/>
            <p:nvPr/>
          </p:nvSpPr>
          <p:spPr bwMode="auto">
            <a:xfrm>
              <a:off x="2672328" y="4741298"/>
              <a:ext cx="26683" cy="27543"/>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3" name="ísḷiḋe">
              <a:extLst>
                <a:ext uri="{FF2B5EF4-FFF2-40B4-BE49-F238E27FC236}">
                  <a16:creationId xmlns:a16="http://schemas.microsoft.com/office/drawing/2014/main" id="{D82150A3-62DD-4579-AF3A-188314AEB99F}"/>
                </a:ext>
              </a:extLst>
            </p:cNvPr>
            <p:cNvSpPr/>
            <p:nvPr/>
          </p:nvSpPr>
          <p:spPr bwMode="auto">
            <a:xfrm>
              <a:off x="2844473" y="4666415"/>
              <a:ext cx="64555" cy="125667"/>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4" name="išḷîḓe">
              <a:extLst>
                <a:ext uri="{FF2B5EF4-FFF2-40B4-BE49-F238E27FC236}">
                  <a16:creationId xmlns:a16="http://schemas.microsoft.com/office/drawing/2014/main" id="{1BB50EE9-678B-4ED8-A137-92199C143F89}"/>
                </a:ext>
              </a:extLst>
            </p:cNvPr>
            <p:cNvSpPr/>
            <p:nvPr/>
          </p:nvSpPr>
          <p:spPr bwMode="auto">
            <a:xfrm>
              <a:off x="2812626" y="4701705"/>
              <a:ext cx="39593" cy="94680"/>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5" name="ïṩļidê">
              <a:extLst>
                <a:ext uri="{FF2B5EF4-FFF2-40B4-BE49-F238E27FC236}">
                  <a16:creationId xmlns:a16="http://schemas.microsoft.com/office/drawing/2014/main" id="{E28E7BDA-FA40-4FDA-B336-4C2137023501}"/>
                </a:ext>
              </a:extLst>
            </p:cNvPr>
            <p:cNvSpPr/>
            <p:nvPr/>
          </p:nvSpPr>
          <p:spPr bwMode="auto">
            <a:xfrm>
              <a:off x="2990797" y="4701705"/>
              <a:ext cx="74023" cy="62834"/>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6" name="îṧliḑe">
              <a:extLst>
                <a:ext uri="{FF2B5EF4-FFF2-40B4-BE49-F238E27FC236}">
                  <a16:creationId xmlns:a16="http://schemas.microsoft.com/office/drawing/2014/main" id="{2BD1B7B8-0CEF-4E23-A56F-009C83BDBC57}"/>
                </a:ext>
              </a:extLst>
            </p:cNvPr>
            <p:cNvSpPr/>
            <p:nvPr/>
          </p:nvSpPr>
          <p:spPr bwMode="auto">
            <a:xfrm>
              <a:off x="3127653" y="4756791"/>
              <a:ext cx="101566" cy="107592"/>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7" name="ïśḷïḓè">
              <a:extLst>
                <a:ext uri="{FF2B5EF4-FFF2-40B4-BE49-F238E27FC236}">
                  <a16:creationId xmlns:a16="http://schemas.microsoft.com/office/drawing/2014/main" id="{D9EE5852-7092-422C-92A4-8CEA73178FDA}"/>
                </a:ext>
              </a:extLst>
            </p:cNvPr>
            <p:cNvSpPr/>
            <p:nvPr/>
          </p:nvSpPr>
          <p:spPr bwMode="auto">
            <a:xfrm>
              <a:off x="2446817" y="4632846"/>
              <a:ext cx="1011355" cy="1015663"/>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8" name="ísliďè">
              <a:extLst>
                <a:ext uri="{FF2B5EF4-FFF2-40B4-BE49-F238E27FC236}">
                  <a16:creationId xmlns:a16="http://schemas.microsoft.com/office/drawing/2014/main" id="{35F7EB0B-4FC0-4478-9E3F-354FF1DD865B}"/>
                </a:ext>
              </a:extLst>
            </p:cNvPr>
            <p:cNvSpPr/>
            <p:nvPr/>
          </p:nvSpPr>
          <p:spPr bwMode="auto">
            <a:xfrm>
              <a:off x="2607773" y="4793803"/>
              <a:ext cx="690303" cy="693749"/>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299" name="ïsḷíḍé">
              <a:extLst>
                <a:ext uri="{FF2B5EF4-FFF2-40B4-BE49-F238E27FC236}">
                  <a16:creationId xmlns:a16="http://schemas.microsoft.com/office/drawing/2014/main" id="{9C6FB8FB-765F-48C4-83C1-84405E68078F}"/>
                </a:ext>
              </a:extLst>
            </p:cNvPr>
            <p:cNvSpPr/>
            <p:nvPr/>
          </p:nvSpPr>
          <p:spPr bwMode="auto">
            <a:xfrm>
              <a:off x="2810905" y="4960785"/>
              <a:ext cx="281458" cy="35290"/>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0" name="ïšlîḑê">
              <a:extLst>
                <a:ext uri="{FF2B5EF4-FFF2-40B4-BE49-F238E27FC236}">
                  <a16:creationId xmlns:a16="http://schemas.microsoft.com/office/drawing/2014/main" id="{AC40AC76-138B-4400-A8B4-EF1A1A09D7D8}"/>
                </a:ext>
              </a:extLst>
            </p:cNvPr>
            <p:cNvSpPr/>
            <p:nvPr/>
          </p:nvSpPr>
          <p:spPr bwMode="auto">
            <a:xfrm>
              <a:off x="2810905" y="4986607"/>
              <a:ext cx="281458" cy="37012"/>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1" name="îṧḻîḓé">
              <a:extLst>
                <a:ext uri="{FF2B5EF4-FFF2-40B4-BE49-F238E27FC236}">
                  <a16:creationId xmlns:a16="http://schemas.microsoft.com/office/drawing/2014/main" id="{1526463B-8C21-46EA-BB6C-2CA5AD9D1D48}"/>
                </a:ext>
              </a:extLst>
            </p:cNvPr>
            <p:cNvSpPr/>
            <p:nvPr/>
          </p:nvSpPr>
          <p:spPr bwMode="auto">
            <a:xfrm>
              <a:off x="2810905" y="5012429"/>
              <a:ext cx="281458" cy="41315"/>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02" name="iśļîḋê">
              <a:extLst>
                <a:ext uri="{FF2B5EF4-FFF2-40B4-BE49-F238E27FC236}">
                  <a16:creationId xmlns:a16="http://schemas.microsoft.com/office/drawing/2014/main" id="{BA531C88-D4E6-47CB-8755-BA45E5257789}"/>
                </a:ext>
              </a:extLst>
            </p:cNvPr>
            <p:cNvSpPr/>
            <p:nvPr/>
          </p:nvSpPr>
          <p:spPr bwMode="auto">
            <a:xfrm>
              <a:off x="2810905" y="5035668"/>
              <a:ext cx="281458" cy="45619"/>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grpSp>
      <p:grpSp>
        <p:nvGrpSpPr>
          <p:cNvPr id="303" name="组合 302">
            <a:extLst>
              <a:ext uri="{FF2B5EF4-FFF2-40B4-BE49-F238E27FC236}">
                <a16:creationId xmlns:a16="http://schemas.microsoft.com/office/drawing/2014/main" id="{CD4EF608-390A-4281-B669-F0D240F69CC5}"/>
              </a:ext>
            </a:extLst>
          </p:cNvPr>
          <p:cNvGrpSpPr/>
          <p:nvPr/>
        </p:nvGrpSpPr>
        <p:grpSpPr>
          <a:xfrm>
            <a:off x="1489534" y="3877341"/>
            <a:ext cx="4256613" cy="614063"/>
            <a:chOff x="3873044" y="626487"/>
            <a:chExt cx="818884" cy="118133"/>
          </a:xfrm>
        </p:grpSpPr>
        <p:sp>
          <p:nvSpPr>
            <p:cNvPr id="304" name="椭圆 303">
              <a:extLst>
                <a:ext uri="{FF2B5EF4-FFF2-40B4-BE49-F238E27FC236}">
                  <a16:creationId xmlns:a16="http://schemas.microsoft.com/office/drawing/2014/main" id="{71324B51-E8D1-4F53-99B9-36D641BEC808}"/>
                </a:ext>
              </a:extLst>
            </p:cNvPr>
            <p:cNvSpPr/>
            <p:nvPr/>
          </p:nvSpPr>
          <p:spPr>
            <a:xfrm>
              <a:off x="3873044" y="626487"/>
              <a:ext cx="118133" cy="118133"/>
            </a:xfrm>
            <a:prstGeom prst="ellipse">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05" name="椭圆 304">
              <a:extLst>
                <a:ext uri="{FF2B5EF4-FFF2-40B4-BE49-F238E27FC236}">
                  <a16:creationId xmlns:a16="http://schemas.microsoft.com/office/drawing/2014/main" id="{424EEACC-5D32-4B2C-A0D7-6B42EF64560B}"/>
                </a:ext>
              </a:extLst>
            </p:cNvPr>
            <p:cNvSpPr/>
            <p:nvPr/>
          </p:nvSpPr>
          <p:spPr>
            <a:xfrm>
              <a:off x="4106628" y="626487"/>
              <a:ext cx="118133" cy="118133"/>
            </a:xfrm>
            <a:prstGeom prst="ellipse">
              <a:avLst/>
            </a:prstGeom>
            <a:solidFill>
              <a:srgbClr val="99267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06" name="椭圆 305">
              <a:extLst>
                <a:ext uri="{FF2B5EF4-FFF2-40B4-BE49-F238E27FC236}">
                  <a16:creationId xmlns:a16="http://schemas.microsoft.com/office/drawing/2014/main" id="{4A5E37F4-81F5-4331-BF21-6D6B2E9EE8B7}"/>
                </a:ext>
              </a:extLst>
            </p:cNvPr>
            <p:cNvSpPr/>
            <p:nvPr/>
          </p:nvSpPr>
          <p:spPr>
            <a:xfrm>
              <a:off x="4340212" y="626487"/>
              <a:ext cx="118133" cy="118133"/>
            </a:xfrm>
            <a:prstGeom prst="ellipse">
              <a:avLst/>
            </a:prstGeom>
            <a:solidFill>
              <a:srgbClr val="99267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07" name="椭圆 306">
              <a:extLst>
                <a:ext uri="{FF2B5EF4-FFF2-40B4-BE49-F238E27FC236}">
                  <a16:creationId xmlns:a16="http://schemas.microsoft.com/office/drawing/2014/main" id="{99EF436E-39CD-4DDD-B49E-5A871CE5F874}"/>
                </a:ext>
              </a:extLst>
            </p:cNvPr>
            <p:cNvSpPr/>
            <p:nvPr/>
          </p:nvSpPr>
          <p:spPr>
            <a:xfrm>
              <a:off x="4573795" y="626487"/>
              <a:ext cx="118133" cy="118133"/>
            </a:xfrm>
            <a:prstGeom prst="ellipse">
              <a:avLst/>
            </a:prstGeom>
            <a:solidFill>
              <a:srgbClr val="99267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sp>
        <p:nvSpPr>
          <p:cNvPr id="308" name="矩形 307">
            <a:extLst>
              <a:ext uri="{FF2B5EF4-FFF2-40B4-BE49-F238E27FC236}">
                <a16:creationId xmlns:a16="http://schemas.microsoft.com/office/drawing/2014/main" id="{3760578C-9183-4DF8-AD20-E66A475B259D}"/>
              </a:ext>
            </a:extLst>
          </p:cNvPr>
          <p:cNvSpPr/>
          <p:nvPr/>
        </p:nvSpPr>
        <p:spPr>
          <a:xfrm>
            <a:off x="1050157" y="1081260"/>
            <a:ext cx="144000" cy="360000"/>
          </a:xfrm>
          <a:prstGeom prst="rect">
            <a:avLst/>
          </a:prstGeom>
          <a:solidFill>
            <a:srgbClr val="AD51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9" name="矩形 308">
            <a:extLst>
              <a:ext uri="{FF2B5EF4-FFF2-40B4-BE49-F238E27FC236}">
                <a16:creationId xmlns:a16="http://schemas.microsoft.com/office/drawing/2014/main" id="{89566A0A-3DE5-488E-BF07-ECD0681FC0BE}"/>
              </a:ext>
            </a:extLst>
          </p:cNvPr>
          <p:cNvSpPr/>
          <p:nvPr/>
        </p:nvSpPr>
        <p:spPr>
          <a:xfrm>
            <a:off x="1246042" y="1146946"/>
            <a:ext cx="144000" cy="288000"/>
          </a:xfrm>
          <a:prstGeom prst="rect">
            <a:avLst/>
          </a:prstGeom>
          <a:solidFill>
            <a:srgbClr val="C27D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0" name="矩形 309">
            <a:extLst>
              <a:ext uri="{FF2B5EF4-FFF2-40B4-BE49-F238E27FC236}">
                <a16:creationId xmlns:a16="http://schemas.microsoft.com/office/drawing/2014/main" id="{9FEC7BAC-3015-40EE-9B1B-F562859BA4C3}"/>
              </a:ext>
            </a:extLst>
          </p:cNvPr>
          <p:cNvSpPr/>
          <p:nvPr/>
        </p:nvSpPr>
        <p:spPr>
          <a:xfrm>
            <a:off x="1441927" y="1213511"/>
            <a:ext cx="144000" cy="216000"/>
          </a:xfrm>
          <a:prstGeom prst="rect">
            <a:avLst/>
          </a:prstGeom>
          <a:solidFill>
            <a:srgbClr val="D6A8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1" name="文本框 310">
            <a:extLst>
              <a:ext uri="{FF2B5EF4-FFF2-40B4-BE49-F238E27FC236}">
                <a16:creationId xmlns:a16="http://schemas.microsoft.com/office/drawing/2014/main" id="{FC719BB0-32E3-466B-92FF-4D310BDF75DC}"/>
              </a:ext>
            </a:extLst>
          </p:cNvPr>
          <p:cNvSpPr txBox="1"/>
          <p:nvPr/>
        </p:nvSpPr>
        <p:spPr>
          <a:xfrm>
            <a:off x="1637812" y="1121456"/>
            <a:ext cx="1980029" cy="400110"/>
          </a:xfrm>
          <a:prstGeom prst="rect">
            <a:avLst/>
          </a:prstGeom>
          <a:noFill/>
        </p:spPr>
        <p:txBody>
          <a:bodyPr wrap="none" rtlCol="0">
            <a:spAutoFit/>
          </a:bodyPr>
          <a:lstStyle/>
          <a:p>
            <a:r>
              <a:rPr lang="zh-CN" altLang="en-US" sz="2000" b="1" dirty="0">
                <a:solidFill>
                  <a:srgbClr val="992677"/>
                </a:solidFill>
                <a:cs typeface="+mn-ea"/>
                <a:sym typeface="+mn-lt"/>
              </a:rPr>
              <a:t>素材提供与致谢</a:t>
            </a:r>
          </a:p>
        </p:txBody>
      </p:sp>
    </p:spTree>
    <p:extLst>
      <p:ext uri="{BB962C8B-B14F-4D97-AF65-F5344CB8AC3E}">
        <p14:creationId xmlns:p14="http://schemas.microsoft.com/office/powerpoint/2010/main" val="4193282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VECTOR" val="ab742894-b611-4118-8065-b69e992411d4"/>
</p:tagLst>
</file>

<file path=ppt/tags/tag2.xml><?xml version="1.0" encoding="utf-8"?>
<p:tagLst xmlns:a="http://schemas.openxmlformats.org/drawingml/2006/main" xmlns:r="http://schemas.openxmlformats.org/officeDocument/2006/relationships" xmlns:p="http://schemas.openxmlformats.org/presentationml/2006/main">
  <p:tag name="ISLIDE.VECTOR" val="ab742894-b611-4118-8065-b69e992411d4"/>
</p:tagLst>
</file>

<file path=ppt/tags/tag3.xml><?xml version="1.0" encoding="utf-8"?>
<p:tagLst xmlns:a="http://schemas.openxmlformats.org/drawingml/2006/main" xmlns:r="http://schemas.openxmlformats.org/officeDocument/2006/relationships" xmlns:p="http://schemas.openxmlformats.org/presentationml/2006/main">
  <p:tag name="ISLIDE.VECTOR" val="ab742894-b611-4118-8065-b69e992411d4"/>
</p:tagLst>
</file>

<file path=ppt/tags/tag4.xml><?xml version="1.0" encoding="utf-8"?>
<p:tagLst xmlns:a="http://schemas.openxmlformats.org/drawingml/2006/main" xmlns:r="http://schemas.openxmlformats.org/officeDocument/2006/relationships" xmlns:p="http://schemas.openxmlformats.org/presentationml/2006/main">
  <p:tag name="ISLIDE.VECTOR" val="ab742894-b611-4118-8065-b69e992411d4"/>
</p:tagLst>
</file>

<file path=ppt/tags/tag5.xml><?xml version="1.0" encoding="utf-8"?>
<p:tagLst xmlns:a="http://schemas.openxmlformats.org/drawingml/2006/main" xmlns:r="http://schemas.openxmlformats.org/officeDocument/2006/relationships" xmlns:p="http://schemas.openxmlformats.org/presentationml/2006/main">
  <p:tag name="ISLIDE.VECTOR" val="ab742894-b611-4118-8065-b69e992411d4"/>
</p:tagLst>
</file>

<file path=ppt/tags/tag6.xml><?xml version="1.0" encoding="utf-8"?>
<p:tagLst xmlns:a="http://schemas.openxmlformats.org/drawingml/2006/main" xmlns:r="http://schemas.openxmlformats.org/officeDocument/2006/relationships" xmlns:p="http://schemas.openxmlformats.org/presentationml/2006/main">
  <p:tag name="ISLIDE.VECTOR" val="ab742894-b611-4118-8065-b69e992411d4"/>
</p:tagLst>
</file>

<file path=ppt/tags/tag7.xml><?xml version="1.0" encoding="utf-8"?>
<p:tagLst xmlns:a="http://schemas.openxmlformats.org/drawingml/2006/main" xmlns:r="http://schemas.openxmlformats.org/officeDocument/2006/relationships" xmlns:p="http://schemas.openxmlformats.org/presentationml/2006/main">
  <p:tag name="ISLIDE.VECTOR" val="ab742894-b611-4118-8065-b69e992411d4"/>
</p:tagLst>
</file>

<file path=ppt/tags/tag8.xml><?xml version="1.0" encoding="utf-8"?>
<p:tagLst xmlns:a="http://schemas.openxmlformats.org/drawingml/2006/main" xmlns:r="http://schemas.openxmlformats.org/officeDocument/2006/relationships" xmlns:p="http://schemas.openxmlformats.org/presentationml/2006/main">
  <p:tag name="ISLIDE.VECTOR" val="ab742894-b611-4118-8065-b69e992411d4"/>
</p:tagLst>
</file>

<file path=ppt/tags/tag9.xml><?xml version="1.0" encoding="utf-8"?>
<p:tagLst xmlns:a="http://schemas.openxmlformats.org/drawingml/2006/main" xmlns:r="http://schemas.openxmlformats.org/officeDocument/2006/relationships" xmlns:p="http://schemas.openxmlformats.org/presentationml/2006/main">
  <p:tag name="ISLIDE.VECTOR" val="ab742894-b611-4118-8065-b69e992411d4"/>
</p:tagLst>
</file>

<file path=ppt/tags/tag10.xml><?xml version="1.0" encoding="utf-8"?>
<p:tagLst xmlns:a="http://schemas.openxmlformats.org/drawingml/2006/main" xmlns:r="http://schemas.openxmlformats.org/officeDocument/2006/relationships" xmlns:p="http://schemas.openxmlformats.org/presentationml/2006/main">
  <p:tag name="ISLIDE.VECTOR" val="ab742894-b611-4118-8065-b69e992411d4"/>
</p:tagLst>
</file>

<file path=ppt/tags/tag11.xml><?xml version="1.0" encoding="utf-8"?>
<p:tagLst xmlns:a="http://schemas.openxmlformats.org/drawingml/2006/main" xmlns:r="http://schemas.openxmlformats.org/officeDocument/2006/relationships" xmlns:p="http://schemas.openxmlformats.org/presentationml/2006/main">
  <p:tag name="ISLIDE.VECTOR" val="ab742894-b611-4118-8065-b69e992411d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ddeynh3k">
      <a:majorFont>
        <a:latin typeface="Microsoft YaHei" panose="020F0302020204030204"/>
        <a:ea typeface="Microsoft YaHei"/>
        <a:cs typeface=""/>
      </a:majorFont>
      <a:minorFont>
        <a:latin typeface="Microsoft YaHei" panose="020F0502020204030204"/>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623</TotalTime>
  <Words>576</Words>
  <Application>Microsoft Office PowerPoint</Application>
  <PresentationFormat>宽屏</PresentationFormat>
  <Paragraphs>206</Paragraphs>
  <Slides>24</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24</vt:i4>
      </vt:variant>
    </vt:vector>
  </HeadingPairs>
  <TitlesOfParts>
    <vt:vector size="33" baseType="lpstr">
      <vt:lpstr>微软雅黑</vt:lpstr>
      <vt:lpstr>微软雅黑</vt:lpstr>
      <vt:lpstr>Arial</vt:lpstr>
      <vt:lpstr>Calibri</vt:lpstr>
      <vt:lpstr>Century Gothic</vt:lpstr>
      <vt:lpstr>Segoe UI</vt:lpstr>
      <vt:lpstr>Segoe UI Light</vt:lpstr>
      <vt:lpstr>Office 主题​​</vt:lpstr>
      <vt:lpstr>1_OfficePLUS</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翊颉 林</dc:creator>
  <cp:lastModifiedBy>Li Heran</cp:lastModifiedBy>
  <cp:revision>418</cp:revision>
  <dcterms:created xsi:type="dcterms:W3CDTF">2019-04-03T07:51:54Z</dcterms:created>
  <dcterms:modified xsi:type="dcterms:W3CDTF">2020-06-04T02:14:35Z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2019-04-12T10:14:52.9681627Z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fe5e27a3-8998-4420-bd41-78205ab31853</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